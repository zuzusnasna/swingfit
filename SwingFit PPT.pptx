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3"/>
    <p:restoredTop sz="79759"/>
  </p:normalViewPr>
  <p:slideViewPr>
    <p:cSldViewPr snapToGrid="0">
      <p:cViewPr varScale="1">
        <p:scale>
          <a:sx n="57" d="100"/>
          <a:sy n="57" d="100"/>
        </p:scale>
        <p:origin x="232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2" name="Shape 5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안녕하세요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2025</a:t>
            </a:r>
            <a:r>
              <a:rPr kumimoji="1" lang="ko-KR" altLang="en-US" dirty="0"/>
              <a:t>년도 한신대학교 </a:t>
            </a:r>
            <a:r>
              <a:rPr kumimoji="1" lang="en-US" altLang="ko-KR" dirty="0"/>
              <a:t>4</a:t>
            </a:r>
            <a:r>
              <a:rPr kumimoji="1" lang="ko-KR" altLang="en-US" dirty="0"/>
              <a:t>학년 컴퓨터공학부 </a:t>
            </a:r>
            <a:r>
              <a:rPr kumimoji="1" lang="ko-KR" altLang="en-US" dirty="0" err="1"/>
              <a:t>캡스톤</a:t>
            </a:r>
            <a:r>
              <a:rPr kumimoji="1" lang="ko-KR" altLang="en-US" dirty="0"/>
              <a:t> 프로젝트 주제로 </a:t>
            </a:r>
            <a:r>
              <a:rPr kumimoji="1" lang="ko-KR" altLang="en-US" dirty="0" err="1"/>
              <a:t>스윙핏이라는</a:t>
            </a:r>
            <a:r>
              <a:rPr kumimoji="1" lang="ko-KR" altLang="en-US" dirty="0"/>
              <a:t> </a:t>
            </a:r>
            <a:r>
              <a:rPr kumimoji="1" lang="en-US" altLang="ko-KR" dirty="0"/>
              <a:t>AI</a:t>
            </a:r>
            <a:r>
              <a:rPr kumimoji="1" lang="ko-KR" altLang="en-US" dirty="0"/>
              <a:t> 기반 골프 스윙 분석 및 비거리 예측 시스템을 기획한 </a:t>
            </a:r>
            <a:r>
              <a:rPr kumimoji="1" lang="ko-KR" altLang="en-US" dirty="0" err="1"/>
              <a:t>송주박팀입니다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~~~</a:t>
            </a:r>
            <a:r>
              <a:rPr kumimoji="1" lang="ko-KR" altLang="en-US" dirty="0"/>
              <a:t>와</a:t>
            </a:r>
            <a:r>
              <a:rPr kumimoji="1" lang="en-US" altLang="ko-KR" dirty="0"/>
              <a:t>~~~~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1696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네</a:t>
            </a:r>
            <a:r>
              <a:rPr kumimoji="1" lang="en-US" altLang="ko-KR" dirty="0"/>
              <a:t>,</a:t>
            </a:r>
            <a:r>
              <a:rPr kumimoji="1" lang="ko-KR" altLang="en-US" dirty="0"/>
              <a:t> 처음 슬라이드로 간략히 목차 및 팀원 소개를 진행하도록 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송주박팀의</a:t>
            </a:r>
            <a:r>
              <a:rPr kumimoji="1" lang="ko-KR" altLang="en-US" dirty="0"/>
              <a:t> 팀장 컴퓨터공학부 </a:t>
            </a:r>
            <a:r>
              <a:rPr kumimoji="1" lang="en-US" altLang="ko-KR" dirty="0"/>
              <a:t>20</a:t>
            </a:r>
            <a:r>
              <a:rPr kumimoji="1" lang="ko-KR" altLang="en-US" dirty="0"/>
              <a:t>학번 </a:t>
            </a:r>
            <a:r>
              <a:rPr kumimoji="1" lang="ko-KR" altLang="en-US" dirty="0" err="1"/>
              <a:t>송하빈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18</a:t>
            </a:r>
            <a:r>
              <a:rPr kumimoji="1" lang="ko-KR" altLang="en-US" dirty="0"/>
              <a:t>학번 </a:t>
            </a:r>
            <a:r>
              <a:rPr kumimoji="1" lang="ko-KR" altLang="en-US" dirty="0" err="1"/>
              <a:t>주상혁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20</a:t>
            </a:r>
            <a:r>
              <a:rPr kumimoji="1" lang="ko-KR" altLang="en-US" dirty="0"/>
              <a:t>학번 박승정입니다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목차를 소개 드리자면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프로젝트 기획의도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프로젝트 소개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프로젝트 주요 기능</a:t>
            </a:r>
            <a:r>
              <a:rPr kumimoji="1" lang="en-US" altLang="ko-KR" dirty="0"/>
              <a:t>,</a:t>
            </a:r>
            <a:r>
              <a:rPr kumimoji="1" lang="ko-KR" altLang="en-US" dirty="0"/>
              <a:t> 레퍼런스 조사 및 분석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개발환경 및 언어 앱 디자인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프로젝트 진행 계획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프로젝트 방향성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QnA</a:t>
            </a:r>
            <a:r>
              <a:rPr kumimoji="1" lang="en-US" altLang="ko-KR" dirty="0"/>
              <a:t> </a:t>
            </a:r>
            <a:r>
              <a:rPr kumimoji="1" lang="ko-KR" altLang="en-US" dirty="0"/>
              <a:t>순서대로 진행하겠습니다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2008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프로젝트 기획의도로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아이디어를 구상하게 된 계기는 작은 불편함에서 시작되었습니다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4340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작년 </a:t>
            </a:r>
            <a:r>
              <a:rPr kumimoji="1" lang="en-US" altLang="ko-KR" dirty="0"/>
              <a:t>2024</a:t>
            </a:r>
            <a:r>
              <a:rPr kumimoji="1" lang="ko-KR" altLang="en-US" dirty="0"/>
              <a:t>년 인도어 연습장에서 골프 연습을 하면서 다양한 골프에 도움을 주는 앱들을 검색하게 되었고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수많은 앱을 설치해서 사용해본 결과 앱들의 </a:t>
            </a:r>
            <a:r>
              <a:rPr kumimoji="1" lang="ko-KR" altLang="en-US" dirty="0" err="1"/>
              <a:t>기능중</a:t>
            </a:r>
            <a:r>
              <a:rPr kumimoji="1" lang="ko-KR" altLang="en-US" dirty="0"/>
              <a:t> 제대로 </a:t>
            </a:r>
            <a:r>
              <a:rPr kumimoji="1" lang="ko-KR" altLang="en-US" dirty="0" err="1"/>
              <a:t>작동하는게</a:t>
            </a:r>
            <a:r>
              <a:rPr kumimoji="1" lang="ko-KR" altLang="en-US" dirty="0"/>
              <a:t> 공의 궤적 산출 밖에 안된다는 점을 알게 되었습니다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앱 소개는 스윙 분석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비거리 분석</a:t>
            </a:r>
            <a:r>
              <a:rPr kumimoji="1" lang="en-US" altLang="ko-KR" dirty="0"/>
              <a:t>,</a:t>
            </a:r>
            <a:r>
              <a:rPr kumimoji="1" lang="ko-KR" altLang="en-US" dirty="0"/>
              <a:t> 코치 </a:t>
            </a:r>
            <a:r>
              <a:rPr kumimoji="1" lang="ko-KR" altLang="en-US" dirty="0" err="1"/>
              <a:t>기능등</a:t>
            </a:r>
            <a:r>
              <a:rPr kumimoji="1" lang="ko-KR" altLang="en-US" dirty="0"/>
              <a:t> 다양한 기능을 지원한다고 나와있었지만 정상적으로 활용 가능한 어플이 존재 하지 않음을 알게 되었고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팀원 중 박승정 학생도 골프를 치기 때문에 관련된 이야기를 하다 내년에 </a:t>
            </a:r>
            <a:r>
              <a:rPr kumimoji="1" lang="ko-KR" altLang="en-US" dirty="0" err="1"/>
              <a:t>캡스톤</a:t>
            </a:r>
            <a:r>
              <a:rPr kumimoji="1" lang="ko-KR" altLang="en-US" dirty="0"/>
              <a:t> 프로젝트로 진행해보면 어떨까</a:t>
            </a:r>
            <a:r>
              <a:rPr kumimoji="1" lang="en-US" altLang="ko-KR" dirty="0"/>
              <a:t>?</a:t>
            </a:r>
            <a:r>
              <a:rPr kumimoji="1" lang="ko-KR" altLang="en-US" dirty="0"/>
              <a:t> 라는 아이디어로 도출되게 되었습니다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102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골프 연습을 한다는 것은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초보자 </a:t>
            </a:r>
            <a:r>
              <a:rPr kumimoji="1" lang="ko-KR" altLang="en-US" dirty="0" err="1"/>
              <a:t>일때</a:t>
            </a:r>
            <a:r>
              <a:rPr kumimoji="1" lang="ko-KR" altLang="en-US" dirty="0"/>
              <a:t> 골프 레슨 </a:t>
            </a:r>
            <a:r>
              <a:rPr kumimoji="1" lang="ko-KR" altLang="en-US" dirty="0" err="1"/>
              <a:t>티칭을</a:t>
            </a:r>
            <a:r>
              <a:rPr kumimoji="1" lang="ko-KR" altLang="en-US" dirty="0"/>
              <a:t> 프로 선수분에게 받거나 또는 지금 슬라이드에서 보여지는 런치모니터라고 하는 기기를 활용해서 연습에 도움을 받을 수 있는데요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레슨 </a:t>
            </a:r>
            <a:r>
              <a:rPr kumimoji="1" lang="ko-KR" altLang="en-US" dirty="0" err="1"/>
              <a:t>티칭의</a:t>
            </a:r>
            <a:r>
              <a:rPr kumimoji="1" lang="ko-KR" altLang="en-US" dirty="0"/>
              <a:t> 경우 흔히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머리 올린다</a:t>
            </a:r>
            <a:r>
              <a:rPr kumimoji="1" lang="en-US" altLang="ko-KR" dirty="0"/>
              <a:t>’</a:t>
            </a:r>
            <a:r>
              <a:rPr kumimoji="1" lang="ko-KR" altLang="en-US" dirty="0"/>
              <a:t> 라는 표현을 쓰는데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초보를 벗어나 필드에 나간 후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대부분의 골퍼들은 받지 않습니다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 이유로는 레슨비용이 매우 비싸고 어느정도 스윙이 몸에 익혔기 때문이죠</a:t>
            </a:r>
            <a:r>
              <a:rPr kumimoji="1" lang="en-US" altLang="ko-KR" dirty="0"/>
              <a:t>.</a:t>
            </a:r>
            <a:r>
              <a:rPr kumimoji="1" lang="ko-KR" altLang="en-US" dirty="0"/>
              <a:t> 따라서 그 이후에는 스스로 연습을 </a:t>
            </a:r>
            <a:r>
              <a:rPr kumimoji="1" lang="ko-KR" altLang="en-US" dirty="0" err="1"/>
              <a:t>해야하는데</a:t>
            </a:r>
            <a:r>
              <a:rPr kumimoji="1" lang="ko-KR" altLang="en-US" dirty="0"/>
              <a:t> 이러한 런치 모니터를 사용하기에는 다음과 같이 비용이 </a:t>
            </a:r>
            <a:r>
              <a:rPr kumimoji="1" lang="ko-KR" altLang="en-US" dirty="0" err="1"/>
              <a:t>어마무시하기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떄문에</a:t>
            </a:r>
            <a:r>
              <a:rPr kumimoji="1" lang="ko-KR" altLang="en-US" dirty="0"/>
              <a:t> 보편적으로 사용이 어렵습니다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작년부터 현재 보여지는 대표적인 기종을 제외하고 조금 더 저비용의 런치모니터가 나오고 있습니다만</a:t>
            </a:r>
            <a:r>
              <a:rPr kumimoji="1" lang="en-US" altLang="ko-KR" dirty="0"/>
              <a:t>,,,,</a:t>
            </a:r>
            <a:r>
              <a:rPr kumimoji="1" lang="ko-KR" altLang="en-US" dirty="0"/>
              <a:t> 가격적 부담이 역시나 큰 상황입니다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016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그래서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저희 </a:t>
            </a:r>
            <a:r>
              <a:rPr kumimoji="1" lang="ko-KR" altLang="en-US" dirty="0" err="1"/>
              <a:t>송주박</a:t>
            </a:r>
            <a:r>
              <a:rPr kumimoji="1" lang="ko-KR" altLang="en-US" dirty="0"/>
              <a:t> 팀에서는 데이터를 학습하고 분석하여 </a:t>
            </a:r>
            <a:r>
              <a:rPr kumimoji="1" lang="en-US" altLang="ko-KR" dirty="0"/>
              <a:t>AI </a:t>
            </a:r>
            <a:r>
              <a:rPr kumimoji="1" lang="ko-KR" altLang="en-US" dirty="0"/>
              <a:t>기술을 응용한 스윙 분석과 비거리 분석이 가능 어플리케이션을 제작하는 것을 목표로 하고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스윙의 경우 스윙 자세부터 빠르기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일관성과 같은 복합적 요소가 실제 경기와 연습상황에서 결과를 내기에 중요하기때문에 스윙분석을 </a:t>
            </a:r>
            <a:r>
              <a:rPr kumimoji="1" lang="ko-KR" altLang="en-US" dirty="0" err="1"/>
              <a:t>채택했구요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비거리 역시 </a:t>
            </a:r>
            <a:r>
              <a:rPr kumimoji="1" lang="en-US" altLang="ko-KR" dirty="0"/>
              <a:t>10m </a:t>
            </a:r>
            <a:r>
              <a:rPr kumimoji="1" lang="ko-KR" altLang="en-US" dirty="0"/>
              <a:t>손실 당 골프채 한 클럽의 차이가 있는 만큼 </a:t>
            </a:r>
            <a:r>
              <a:rPr kumimoji="1" lang="ko-KR" altLang="en-US" dirty="0" err="1"/>
              <a:t>멀리나가고</a:t>
            </a:r>
            <a:r>
              <a:rPr kumimoji="1" lang="ko-KR" altLang="en-US" dirty="0"/>
              <a:t> 일관된 비거리를 만들 수 있는 비거리 분석 시스템을 구현하고자 합니다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5490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대부분의 골퍼들이 가지고 있는 스마트폰과 부가적으로 </a:t>
            </a:r>
            <a:r>
              <a:rPr kumimoji="1" lang="ko-KR" altLang="en-US" dirty="0" err="1"/>
              <a:t>스마트워치를</a:t>
            </a:r>
            <a:r>
              <a:rPr kumimoji="1" lang="ko-KR" altLang="en-US" dirty="0"/>
              <a:t> 활용한 어플리케이션을 제작하여 다음과 같은 기능을 구현하고자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운영체제로는 </a:t>
            </a:r>
            <a:r>
              <a:rPr kumimoji="1" lang="en-US" altLang="ko-KR" dirty="0"/>
              <a:t>Android OS, Wear OS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탑재한 기기를 선택하였으며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주요 기능으로는 비거리 측정</a:t>
            </a:r>
            <a:r>
              <a:rPr kumimoji="1" lang="en-US" altLang="ko-KR" dirty="0"/>
              <a:t>,</a:t>
            </a:r>
            <a:r>
              <a:rPr kumimoji="1" lang="ko-KR" altLang="en-US" dirty="0"/>
              <a:t> 스윙 분석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골프채 추천 및 최적화</a:t>
            </a:r>
            <a:r>
              <a:rPr kumimoji="1" lang="en-US" altLang="ko-KR" dirty="0"/>
              <a:t>,</a:t>
            </a:r>
            <a:r>
              <a:rPr kumimoji="1" lang="ko-KR" altLang="en-US" dirty="0"/>
              <a:t> 데이터 학습 등이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비거리 오차를 최소화 하여 측정하고 스윙에 대해 분석하고 레슨과 팁을 제공하며 골프채 데이터를 연동하여 더욱 정밀한 측정이 가능하게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또한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이렇게 만들어진 데이터를 학습하여 개인 맞춤형 분석을 제공합니다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2</a:t>
            </a:r>
            <a:r>
              <a:rPr kumimoji="1" lang="ko-KR" altLang="en-US" dirty="0"/>
              <a:t>학기 </a:t>
            </a:r>
            <a:r>
              <a:rPr kumimoji="1" lang="ko-KR" altLang="en-US" dirty="0" err="1"/>
              <a:t>캡스톤</a:t>
            </a:r>
            <a:r>
              <a:rPr kumimoji="1" lang="ko-KR" altLang="en-US" dirty="0"/>
              <a:t> 디자인에서의 확장된 계획으로는 학습된 데이터를 바탕으로 시뮬레이터를 제작하여 연동시켜 인도어 연습장에서도 스크린 연습장과 같은 기능을 구현하는 것이 최종 목표입니다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1933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다음으로는 레퍼런스 조사 및 분석입니다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9789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노션과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캡스톤</a:t>
            </a:r>
            <a:r>
              <a:rPr kumimoji="1" lang="ko-KR" altLang="en-US" dirty="0"/>
              <a:t> 디자인 제안서에 더 많은 레퍼런스를 조사한 항목이 있는데요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그중 중간 발표에서 가장 </a:t>
            </a:r>
            <a:r>
              <a:rPr kumimoji="1" lang="ko-KR" altLang="en-US" dirty="0" err="1"/>
              <a:t>의미있고</a:t>
            </a:r>
            <a:r>
              <a:rPr kumimoji="1" lang="ko-KR" altLang="en-US" dirty="0"/>
              <a:t> 기본이 되는 두가지를 가지고 왔습니다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첫번째로는 </a:t>
            </a:r>
            <a:r>
              <a:rPr kumimoji="1" lang="ko-KR" altLang="en-US" dirty="0" err="1"/>
              <a:t>힐베르트</a:t>
            </a:r>
            <a:r>
              <a:rPr kumimoji="1" lang="en-US" altLang="ko-KR" dirty="0"/>
              <a:t>-</a:t>
            </a:r>
            <a:r>
              <a:rPr kumimoji="1" lang="ko-KR" altLang="en-US" dirty="0"/>
              <a:t>황 변환을 이용한 골프 스윙 동작의 생체역학적 분석인데요</a:t>
            </a:r>
            <a:r>
              <a:rPr kumimoji="1" lang="en-US" altLang="ko-KR" dirty="0"/>
              <a:t>,</a:t>
            </a:r>
            <a:r>
              <a:rPr kumimoji="1" lang="ko-KR" altLang="en-US" dirty="0"/>
              <a:t> 미국 국립생명공학정보센터에 올라온 논문으로 제목과는 다르게 골프 스윙 분석에서 런치모니터가 어떻게 데이터를 측정하고 </a:t>
            </a:r>
            <a:r>
              <a:rPr kumimoji="1" lang="ko-KR" altLang="en-US" dirty="0" err="1"/>
              <a:t>수집하는지부터</a:t>
            </a:r>
            <a:r>
              <a:rPr kumimoji="1" lang="ko-KR" altLang="en-US" dirty="0"/>
              <a:t> 골프 스윙의 생체적 움직임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골프 스윙의 구조 등 이번 </a:t>
            </a:r>
            <a:r>
              <a:rPr kumimoji="1" lang="ko-KR" altLang="en-US" dirty="0" err="1"/>
              <a:t>캡스톤</a:t>
            </a:r>
            <a:r>
              <a:rPr kumimoji="1" lang="ko-KR" altLang="en-US" dirty="0"/>
              <a:t> 디자인 레퍼런스 조사중에 거의 </a:t>
            </a:r>
            <a:r>
              <a:rPr kumimoji="1" lang="en-US" altLang="ko-KR" dirty="0"/>
              <a:t>A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</a:t>
            </a:r>
            <a:r>
              <a:rPr kumimoji="1" lang="en-US" altLang="ko-KR" dirty="0"/>
              <a:t>Z</a:t>
            </a:r>
            <a:r>
              <a:rPr kumimoji="1" lang="ko-KR" altLang="en-US" dirty="0"/>
              <a:t> 까지의 내용을 담고 있어 가지고 왔습니다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두번쨰로는</a:t>
            </a:r>
            <a:r>
              <a:rPr kumimoji="1" lang="ko-KR" altLang="en-US" dirty="0"/>
              <a:t> 위키피디아에 있는 발사체의 범위에 대한 글인데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공기 저항이 없는 포물선 움직임에 대한 수식입니다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해당 글에 나와있는 수식을 바탕으로 비거리를 산출하고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공기 역학과 </a:t>
            </a:r>
            <a:r>
              <a:rPr kumimoji="1" lang="ko-KR" altLang="en-US" dirty="0" err="1"/>
              <a:t>관련되서는</a:t>
            </a:r>
            <a:r>
              <a:rPr kumimoji="1" lang="ko-KR" altLang="en-US" dirty="0"/>
              <a:t> 날씨 데이터를 가져와 보정할 예정입니다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9712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다음으로는 프로젝트 주요기능에서 말씀드렸던 골프채 추천 및 최적화와 관련된 데이터베이스입니다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USGA, </a:t>
            </a:r>
            <a:r>
              <a:rPr kumimoji="1" lang="ko-KR" altLang="en-US" dirty="0"/>
              <a:t>미국 골프 협회에서 작성한 것으로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거의 대부분의 골프채 및 </a:t>
            </a:r>
            <a:r>
              <a:rPr kumimoji="1" lang="ko-KR" altLang="en-US" dirty="0" err="1"/>
              <a:t>골프공</a:t>
            </a:r>
            <a:r>
              <a:rPr kumimoji="1" lang="ko-KR" altLang="en-US" dirty="0"/>
              <a:t> 데이터가 담겨 있어 가져왔습니다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골프채와 </a:t>
            </a:r>
            <a:r>
              <a:rPr kumimoji="1" lang="ko-KR" altLang="en-US" dirty="0" err="1"/>
              <a:t>골프공</a:t>
            </a:r>
            <a:r>
              <a:rPr kumimoji="1" lang="ko-KR" altLang="en-US" dirty="0"/>
              <a:t> 특성마다 비거리와 궤적이 조금씩 차이가 발생하기에 해당 데이터베이스를 불러와서 비거리 분석과 스윙분석에 적용할 예정입니다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612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더 많이 조사했는데 </a:t>
            </a:r>
            <a:r>
              <a:rPr kumimoji="1" lang="en-US" altLang="ko-KR" dirty="0"/>
              <a:t>PPT </a:t>
            </a:r>
            <a:r>
              <a:rPr kumimoji="1" lang="ko-KR" altLang="en-US" dirty="0"/>
              <a:t>분량상 관련 연구 및 서비스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유사 특허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골프 관련 데이터 베이스 등에 대한 조사는 </a:t>
            </a:r>
            <a:r>
              <a:rPr kumimoji="1" lang="ko-KR" altLang="en-US" dirty="0" err="1"/>
              <a:t>노션을</a:t>
            </a:r>
            <a:r>
              <a:rPr kumimoji="1" lang="ko-KR" altLang="en-US" dirty="0"/>
              <a:t> 참고해주시면 감사하겠습니다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프로젝트 기획의도에서 말씀드렸던 </a:t>
            </a:r>
            <a:r>
              <a:rPr kumimoji="1" lang="ko-KR" altLang="en-US" dirty="0" err="1"/>
              <a:t>앱들중</a:t>
            </a:r>
            <a:r>
              <a:rPr kumimoji="1" lang="ko-KR" altLang="en-US" dirty="0"/>
              <a:t> 사용가능한 것과 정상적으로 사용 불가능한 유사 서비스를 가져왔는데요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분석속도가 느리거나 광고가 너무 많거나 기능이 오작동하거나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고비용 등 다양한 사례들이 있었습니다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저희 팀에서 </a:t>
            </a:r>
            <a:r>
              <a:rPr kumimoji="1" lang="ko-KR" altLang="en-US" dirty="0" err="1"/>
              <a:t>구현하고자하는</a:t>
            </a:r>
            <a:r>
              <a:rPr kumimoji="1" lang="ko-KR" altLang="en-US" dirty="0"/>
              <a:t> 유사한 서비스인데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완전 동일한 아이디어를 가지고 있는 서비스는 없는 것으로 </a:t>
            </a:r>
            <a:r>
              <a:rPr kumimoji="1" lang="ko-KR" altLang="en-US" dirty="0" err="1"/>
              <a:t>알게되었습니다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4483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다음으로는 </a:t>
            </a:r>
            <a:r>
              <a:rPr kumimoji="1" lang="ko-KR" altLang="en-US" dirty="0" err="1"/>
              <a:t>팀원가</a:t>
            </a:r>
            <a:r>
              <a:rPr kumimoji="1" lang="ko-KR" altLang="en-US" dirty="0"/>
              <a:t> 제작한 앱 레이아웃 흐름도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간략하게 작성한 개념도가 </a:t>
            </a:r>
            <a:r>
              <a:rPr kumimoji="1" lang="ko-KR" altLang="en-US" dirty="0" err="1"/>
              <a:t>있구요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6508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더불어 구성도와 각 단계별 흐름도 역시 작성하여 프로젝트를 기획하고 구상하는데 도움이 되었습니다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8482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조금 더 도식화를 하자면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사용자의 스윙 유무에 따라서 앱이 실행되고 분석을 시작하고 스마트폰 앱과 </a:t>
            </a:r>
            <a:r>
              <a:rPr kumimoji="1" lang="ko-KR" altLang="en-US" dirty="0" err="1"/>
              <a:t>스마트워치간의</a:t>
            </a:r>
            <a:r>
              <a:rPr kumimoji="1" lang="ko-KR" altLang="en-US" dirty="0"/>
              <a:t> 블루투스</a:t>
            </a:r>
            <a:r>
              <a:rPr kumimoji="1" lang="en-US" altLang="ko-KR" dirty="0"/>
              <a:t>(BLE)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데이터가 수집되고 분석되는 결과를 거쳐 사용자에게 표시됩니다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각 과정에서 영상분석에는 </a:t>
            </a:r>
            <a:r>
              <a:rPr kumimoji="1" lang="en-US" altLang="ko-KR" dirty="0"/>
              <a:t>OpenCV </a:t>
            </a:r>
            <a:r>
              <a:rPr kumimoji="1" lang="ko-KR" altLang="en-US" dirty="0"/>
              <a:t>가 사용되고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비거리를 예측하고 스윙분석에는 </a:t>
            </a:r>
            <a:r>
              <a:rPr kumimoji="1" lang="en-US" altLang="ko-KR" dirty="0"/>
              <a:t>TensorFlow Lite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활용한 </a:t>
            </a:r>
            <a:r>
              <a:rPr kumimoji="1" lang="ko-KR" altLang="en-US" dirty="0" err="1"/>
              <a:t>온디바이스</a:t>
            </a:r>
            <a:r>
              <a:rPr kumimoji="1" lang="ko-KR" altLang="en-US" dirty="0"/>
              <a:t> 연산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분석결과를 저장하는데 구글 파이어 베이스가 쓰임을 표기해보았습니다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742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개발 환경과 개발 언어로는 다음과 같이 </a:t>
            </a:r>
            <a:r>
              <a:rPr kumimoji="1" lang="ko-KR" altLang="en-US" dirty="0" err="1"/>
              <a:t>구상해보았구요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하드웨어의 경우 현재 가지고 있으면서도 프로젝트 의도에 부합하는 기종을 반영했습니다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두가지의 스마트폰 기종과 한가지의 </a:t>
            </a:r>
            <a:r>
              <a:rPr kumimoji="1" lang="ko-KR" altLang="en-US" dirty="0" err="1"/>
              <a:t>스마트워치를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선정했구요</a:t>
            </a:r>
            <a:r>
              <a:rPr kumimoji="1" lang="en-US" altLang="ko-KR" dirty="0"/>
              <a:t>,</a:t>
            </a:r>
            <a:r>
              <a:rPr kumimoji="1" lang="ko-KR" altLang="en-US" dirty="0"/>
              <a:t> 소프트웨어로는 안드로이드 </a:t>
            </a:r>
            <a:r>
              <a:rPr kumimoji="1" lang="en-US" altLang="ko-KR" dirty="0"/>
              <a:t>OS 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Wear OS , </a:t>
            </a:r>
            <a:r>
              <a:rPr kumimoji="1" lang="ko-KR" altLang="en-US" dirty="0"/>
              <a:t>개발언어로는 </a:t>
            </a:r>
            <a:r>
              <a:rPr kumimoji="1" lang="ko-KR" altLang="en-US" dirty="0" err="1"/>
              <a:t>코틀린입니다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핵심 라이브러리 및 기술로는 앞서 말씀드렸던 </a:t>
            </a:r>
            <a:r>
              <a:rPr kumimoji="1" lang="en-US" altLang="ko-KR" dirty="0"/>
              <a:t>OpenCV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텐서플로우</a:t>
            </a:r>
            <a:r>
              <a:rPr kumimoji="1" lang="ko-KR" altLang="en-US" dirty="0"/>
              <a:t> 라이트까지 구상했습니다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개발도구의 경우 다음과 같이 안드로이드 스튜디오</a:t>
            </a:r>
            <a:r>
              <a:rPr kumimoji="1" lang="en-US" altLang="ko-KR" dirty="0"/>
              <a:t>,</a:t>
            </a:r>
            <a:r>
              <a:rPr kumimoji="1" lang="ko-KR" altLang="en-US" dirty="0"/>
              <a:t> 버전 관리 및 공유로는 </a:t>
            </a:r>
            <a:r>
              <a:rPr kumimoji="1" lang="ko-KR" altLang="en-US" dirty="0" err="1"/>
              <a:t>깃허브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협업툴로는</a:t>
            </a:r>
            <a:r>
              <a:rPr kumimoji="1" lang="ko-KR" altLang="en-US" dirty="0"/>
              <a:t> 다양한 서비스를 사용해서 </a:t>
            </a:r>
            <a:r>
              <a:rPr kumimoji="1" lang="ko-KR" altLang="en-US" dirty="0" err="1"/>
              <a:t>팀원간의</a:t>
            </a:r>
            <a:r>
              <a:rPr kumimoji="1" lang="ko-KR" altLang="en-US" dirty="0"/>
              <a:t> 소통을 증대하겠습니다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디자인 프로토타이핑으로는 </a:t>
            </a:r>
            <a:r>
              <a:rPr kumimoji="1" lang="ko-KR" altLang="en-US" dirty="0" err="1"/>
              <a:t>피그마를</a:t>
            </a:r>
            <a:r>
              <a:rPr kumimoji="1" lang="ko-KR" altLang="en-US" dirty="0"/>
              <a:t> 선정하였습니다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145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UI </a:t>
            </a:r>
            <a:r>
              <a:rPr kumimoji="1" lang="ko-KR" altLang="en-US" dirty="0"/>
              <a:t>디자인의 경우 </a:t>
            </a:r>
            <a:r>
              <a:rPr kumimoji="1" lang="ko-KR" altLang="en-US" dirty="0" err="1"/>
              <a:t>피그마를</a:t>
            </a:r>
            <a:r>
              <a:rPr kumimoji="1" lang="ko-KR" altLang="en-US" dirty="0"/>
              <a:t> 통해 주요기능을 구현해보았는데요</a:t>
            </a:r>
            <a:r>
              <a:rPr kumimoji="1" lang="en-US" altLang="ko-KR" dirty="0"/>
              <a:t>,</a:t>
            </a:r>
            <a:r>
              <a:rPr kumimoji="1" lang="ko-KR" altLang="en-US" dirty="0"/>
              <a:t> 로그인 및 회원가입</a:t>
            </a:r>
            <a:r>
              <a:rPr kumimoji="1" lang="en-US" altLang="ko-KR" dirty="0"/>
              <a:t>,</a:t>
            </a:r>
            <a:r>
              <a:rPr kumimoji="1" lang="ko-KR" altLang="en-US" dirty="0"/>
              <a:t> 메인 레이아웃</a:t>
            </a:r>
            <a:r>
              <a:rPr kumimoji="1" lang="en-US" altLang="ko-KR" dirty="0"/>
              <a:t>,</a:t>
            </a:r>
            <a:r>
              <a:rPr kumimoji="1" lang="ko-KR" altLang="en-US" dirty="0"/>
              <a:t> 스윙모드별 레이아웃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요약</a:t>
            </a:r>
            <a:r>
              <a:rPr kumimoji="1" lang="en-US" altLang="ko-KR" dirty="0"/>
              <a:t>,</a:t>
            </a:r>
            <a:r>
              <a:rPr kumimoji="1" lang="ko-KR" altLang="en-US" dirty="0"/>
              <a:t> 기록 </a:t>
            </a:r>
            <a:r>
              <a:rPr kumimoji="1" lang="ko-KR" altLang="en-US" dirty="0" err="1"/>
              <a:t>분석탭을</a:t>
            </a:r>
            <a:r>
              <a:rPr kumimoji="1" lang="ko-KR" altLang="en-US" dirty="0"/>
              <a:t> 우선적으로 제작하여 프로젝트의 </a:t>
            </a:r>
            <a:r>
              <a:rPr kumimoji="1" lang="ko-KR" altLang="en-US" dirty="0" err="1"/>
              <a:t>큰틀에서</a:t>
            </a:r>
            <a:r>
              <a:rPr kumimoji="1" lang="ko-KR" altLang="en-US" dirty="0"/>
              <a:t> 구상을 해보았습니다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2901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프로젝트 진행계획과 관련되어서는 프로젝트 초기 기획부터 현재 발표하고 있는 </a:t>
            </a:r>
            <a:r>
              <a:rPr kumimoji="1" lang="ko-KR" altLang="en-US" dirty="0" err="1"/>
              <a:t>프로젠테이션</a:t>
            </a:r>
            <a:r>
              <a:rPr kumimoji="1" lang="ko-KR" altLang="en-US" dirty="0"/>
              <a:t> 준비 과정까지 끝냈고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다음 주차부터는 설계 및 구현을 다음과 같은 단계로 진행하고자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물론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앞으로 설계 및 구현이 </a:t>
            </a:r>
            <a:r>
              <a:rPr kumimoji="1" lang="en-US" altLang="ko-KR" dirty="0"/>
              <a:t>2</a:t>
            </a:r>
            <a:r>
              <a:rPr kumimoji="1" lang="ko-KR" altLang="en-US" dirty="0"/>
              <a:t>학기 최종 발표까지 남아 있기 때문에 실제 진행 계획은 더욱 상세하게 작성될 예정입니다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7248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프로젝트 방향성입니다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단순히 불편하다고 느껴서 만들기도 하였지만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오른쪽 이미지와 같이 골프에서 데이터 분석의 존재가 증가하고 있습니다</a:t>
            </a:r>
            <a:r>
              <a:rPr kumimoji="1" lang="en-US" altLang="ko-KR" dirty="0"/>
              <a:t>.15</a:t>
            </a:r>
            <a:r>
              <a:rPr kumimoji="1" lang="ko-KR" altLang="en-US" dirty="0"/>
              <a:t>세기부터 시작된 골프는 최신 데이터 기술을 채택하기까지의 시간이 </a:t>
            </a:r>
            <a:r>
              <a:rPr kumimoji="1" lang="ko-KR" altLang="en-US" dirty="0" err="1"/>
              <a:t>오래걸렸습니다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2003</a:t>
            </a:r>
            <a:r>
              <a:rPr kumimoji="1" lang="ko-KR" altLang="en-US" dirty="0"/>
              <a:t>년 가장 유명한 </a:t>
            </a:r>
            <a:r>
              <a:rPr kumimoji="1" lang="en-US" altLang="ko-KR" dirty="0"/>
              <a:t>PGA </a:t>
            </a:r>
            <a:r>
              <a:rPr kumimoji="1" lang="ko-KR" altLang="en-US" dirty="0"/>
              <a:t>대회부터 볼 추적 시스템을 도입한 이후로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지금까지 발전과정을 통해 데이터를 수집하고 분석하여 이를 표시하는 과정을 보여주었는데요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2025</a:t>
            </a:r>
            <a:r>
              <a:rPr kumimoji="1" lang="ko-KR" altLang="en-US" dirty="0"/>
              <a:t>년 현재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정말 다양한 스마트 기기와</a:t>
            </a:r>
            <a:r>
              <a:rPr kumimoji="1" lang="en-US" altLang="ko-KR" dirty="0"/>
              <a:t> AI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활용한 앱</a:t>
            </a:r>
            <a:r>
              <a:rPr kumimoji="1" lang="en-US" altLang="ko-KR" dirty="0"/>
              <a:t>,</a:t>
            </a:r>
            <a:r>
              <a:rPr kumimoji="1" lang="ko-KR" altLang="en-US" dirty="0"/>
              <a:t> 기기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서비스 등이 증가하고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단순히 불편함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세상에 없는 무언가를 만드는 아이디어가 아닌 골프와 관련된 다양한 서비스들이 증대하고 있어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레퍼런스와 유사 서비스가 늘어나고 있는데요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이번 프로젝트 잘 수행하여 더욱 많은 사람들이 골프라는 스포츠에 도움이 되었으면 좋겠습니다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1713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마지막으로 </a:t>
            </a:r>
            <a:r>
              <a:rPr kumimoji="1" lang="en-US" altLang="ko-KR" dirty="0" err="1"/>
              <a:t>QnA</a:t>
            </a:r>
            <a:r>
              <a:rPr kumimoji="1" lang="en-US" altLang="ko-KR" dirty="0"/>
              <a:t> 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질문 부탁드리겠습니다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~~~~~~</a:t>
            </a:r>
            <a:r>
              <a:rPr kumimoji="1" lang="ko-KR" altLang="en-US" dirty="0"/>
              <a:t> 네 그럼 이상 발표를 마치겠습니다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감사합니다</a:t>
            </a:r>
            <a:r>
              <a:rPr kumimoji="1" lang="en-US" altLang="ko-KR" dirty="0"/>
              <a:t>.!!!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31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파슬리 버터, 구운 헤이즐넛, 파르메산 치즈를 올린 파파르델레 파스타 그릇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7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7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8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섹션 제목</a:t>
            </a:r>
          </a:p>
        </p:txBody>
      </p:sp>
      <p:sp>
        <p:nvSpPr>
          <p:cNvPr id="9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10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10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의제 부제</a:t>
            </a:r>
          </a:p>
        </p:txBody>
      </p:sp>
      <p:sp>
        <p:nvSpPr>
          <p:cNvPr id="11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사실 정보</a:t>
            </a:r>
          </a:p>
        </p:txBody>
      </p:sp>
      <p:sp>
        <p:nvSpPr>
          <p:cNvPr id="12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속성</a:t>
            </a:r>
          </a:p>
        </p:txBody>
      </p:sp>
      <p:sp>
        <p:nvSpPr>
          <p:cNvPr id="13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볶음밥과 삶은 계란을 넣은 샐러드 그릇과 젓가락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연어 어묵, 샐러드, 후무스가 든 그릇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파슬리 버터, 구운 헤이즐넛, 파르메산 치즈를 올린 파파르델레 파스타 그릇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볶음밥과 삶은 계란을 넣은 샐러드 그릇과 젓가락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그래픽 2"/>
          <p:cNvSpPr/>
          <p:nvPr/>
        </p:nvSpPr>
        <p:spPr>
          <a:xfrm>
            <a:off x="-1" y="-1"/>
            <a:ext cx="24384006" cy="2103122"/>
          </a:xfrm>
          <a:prstGeom prst="rect">
            <a:avLst/>
          </a:prstGeom>
          <a:solidFill>
            <a:srgbClr val="FDF7ED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170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2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4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6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8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PowerPoint Templates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1" name="Insert the title of your ppt"/>
          <p:cNvSpPr txBox="1">
            <a:spLocks noGrp="1"/>
          </p:cNvSpPr>
          <p:nvPr>
            <p:ph type="title" hasCustomPrompt="1"/>
          </p:nvPr>
        </p:nvSpPr>
        <p:spPr>
          <a:xfrm>
            <a:off x="2216728" y="767196"/>
            <a:ext cx="18288001" cy="1117310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1828800">
              <a:lnSpc>
                <a:spcPct val="90000"/>
              </a:lnSpc>
              <a:defRPr sz="6400" spc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Insert the title of your ppt</a:t>
            </a:r>
          </a:p>
        </p:txBody>
      </p:sp>
      <p:pic>
        <p:nvPicPr>
          <p:cNvPr id="172" name="그래픽 5" descr="그래픽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773"/>
            <a:ext cx="6248400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그래픽 7" descr="그래픽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90" y="397165"/>
            <a:ext cx="1255975" cy="144303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8" name="그룹 154"/>
          <p:cNvGrpSpPr/>
          <p:nvPr/>
        </p:nvGrpSpPr>
        <p:grpSpPr>
          <a:xfrm>
            <a:off x="1184821" y="1623873"/>
            <a:ext cx="283481" cy="359916"/>
            <a:chOff x="0" y="0"/>
            <a:chExt cx="283479" cy="359914"/>
          </a:xfrm>
        </p:grpSpPr>
        <p:sp>
          <p:nvSpPr>
            <p:cNvPr id="174" name="자유형: 도형 6"/>
            <p:cNvSpPr/>
            <p:nvPr/>
          </p:nvSpPr>
          <p:spPr>
            <a:xfrm>
              <a:off x="107482" y="211766"/>
              <a:ext cx="68493" cy="140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06" y="0"/>
                    <a:pt x="0" y="1553"/>
                    <a:pt x="0" y="3453"/>
                  </a:cubicBezTo>
                  <a:lnTo>
                    <a:pt x="6756" y="21600"/>
                  </a:lnTo>
                  <a:lnTo>
                    <a:pt x="14844" y="21600"/>
                  </a:lnTo>
                  <a:lnTo>
                    <a:pt x="21600" y="3453"/>
                  </a:lnTo>
                  <a:cubicBezTo>
                    <a:pt x="21553" y="1553"/>
                    <a:pt x="16747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75" name="자유형: 도형 8"/>
            <p:cNvSpPr/>
            <p:nvPr/>
          </p:nvSpPr>
          <p:spPr>
            <a:xfrm>
              <a:off x="100090" y="204222"/>
              <a:ext cx="83277" cy="155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26" y="21600"/>
                  </a:moveTo>
                  <a:lnTo>
                    <a:pt x="7474" y="21600"/>
                  </a:lnTo>
                  <a:cubicBezTo>
                    <a:pt x="6532" y="21598"/>
                    <a:pt x="5726" y="21237"/>
                    <a:pt x="5556" y="20742"/>
                  </a:cubicBezTo>
                  <a:lnTo>
                    <a:pt x="0" y="4354"/>
                  </a:lnTo>
                  <a:cubicBezTo>
                    <a:pt x="0" y="1821"/>
                    <a:pt x="4696" y="0"/>
                    <a:pt x="10800" y="0"/>
                  </a:cubicBezTo>
                  <a:cubicBezTo>
                    <a:pt x="16905" y="0"/>
                    <a:pt x="21600" y="1821"/>
                    <a:pt x="21600" y="4186"/>
                  </a:cubicBezTo>
                  <a:lnTo>
                    <a:pt x="16005" y="20763"/>
                  </a:lnTo>
                  <a:cubicBezTo>
                    <a:pt x="15822" y="21242"/>
                    <a:pt x="15041" y="21590"/>
                    <a:pt x="14126" y="21600"/>
                  </a:cubicBezTo>
                  <a:close/>
                  <a:moveTo>
                    <a:pt x="9157" y="19507"/>
                  </a:moveTo>
                  <a:lnTo>
                    <a:pt x="12522" y="19507"/>
                  </a:lnTo>
                  <a:lnTo>
                    <a:pt x="17765" y="3977"/>
                  </a:lnTo>
                  <a:cubicBezTo>
                    <a:pt x="17765" y="3181"/>
                    <a:pt x="14909" y="2093"/>
                    <a:pt x="10839" y="2093"/>
                  </a:cubicBezTo>
                  <a:cubicBezTo>
                    <a:pt x="6770" y="2093"/>
                    <a:pt x="3913" y="3181"/>
                    <a:pt x="3913" y="418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76" name="자유형: 도형 9"/>
            <p:cNvSpPr/>
            <p:nvPr/>
          </p:nvSpPr>
          <p:spPr>
            <a:xfrm rot="16996800">
              <a:off x="23914" y="23914"/>
              <a:ext cx="235651" cy="23565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77" name="자유형: 도형 12"/>
            <p:cNvSpPr/>
            <p:nvPr/>
          </p:nvSpPr>
          <p:spPr>
            <a:xfrm>
              <a:off x="16360" y="16396"/>
              <a:ext cx="250737" cy="250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593" y="16762"/>
                    <a:pt x="16762" y="21593"/>
                    <a:pt x="10800" y="21600"/>
                  </a:cubicBezTo>
                  <a:close/>
                  <a:moveTo>
                    <a:pt x="10800" y="1300"/>
                  </a:moveTo>
                  <a:cubicBezTo>
                    <a:pt x="5553" y="1300"/>
                    <a:pt x="1300" y="5553"/>
                    <a:pt x="1300" y="10800"/>
                  </a:cubicBezTo>
                  <a:cubicBezTo>
                    <a:pt x="1300" y="16047"/>
                    <a:pt x="5553" y="20300"/>
                    <a:pt x="10800" y="20300"/>
                  </a:cubicBezTo>
                  <a:cubicBezTo>
                    <a:pt x="16047" y="20300"/>
                    <a:pt x="20300" y="16047"/>
                    <a:pt x="20300" y="10800"/>
                  </a:cubicBezTo>
                  <a:cubicBezTo>
                    <a:pt x="20293" y="5556"/>
                    <a:pt x="16044" y="1307"/>
                    <a:pt x="10800" y="13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17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그래픽 2"/>
          <p:cNvSpPr/>
          <p:nvPr/>
        </p:nvSpPr>
        <p:spPr>
          <a:xfrm>
            <a:off x="-1" y="0"/>
            <a:ext cx="24384006" cy="13714208"/>
          </a:xfrm>
          <a:prstGeom prst="rect">
            <a:avLst/>
          </a:prstGeom>
          <a:solidFill>
            <a:srgbClr val="FDF7ED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grpSp>
        <p:nvGrpSpPr>
          <p:cNvPr id="193" name="그룹 32"/>
          <p:cNvGrpSpPr/>
          <p:nvPr/>
        </p:nvGrpSpPr>
        <p:grpSpPr>
          <a:xfrm>
            <a:off x="21370492" y="9347473"/>
            <a:ext cx="2500673" cy="1698811"/>
            <a:chOff x="0" y="0"/>
            <a:chExt cx="2500671" cy="1698810"/>
          </a:xfrm>
        </p:grpSpPr>
        <p:sp>
          <p:nvSpPr>
            <p:cNvPr id="187" name="자유형: 도형 33"/>
            <p:cNvSpPr/>
            <p:nvPr/>
          </p:nvSpPr>
          <p:spPr>
            <a:xfrm flipH="1">
              <a:off x="703174" y="0"/>
              <a:ext cx="704795" cy="1220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4" extrusionOk="0">
                  <a:moveTo>
                    <a:pt x="4" y="15145"/>
                  </a:moveTo>
                  <a:cubicBezTo>
                    <a:pt x="-148" y="18573"/>
                    <a:pt x="4529" y="21424"/>
                    <a:pt x="10451" y="21512"/>
                  </a:cubicBezTo>
                  <a:cubicBezTo>
                    <a:pt x="16372" y="21600"/>
                    <a:pt x="21296" y="18892"/>
                    <a:pt x="21447" y="15463"/>
                  </a:cubicBezTo>
                  <a:cubicBezTo>
                    <a:pt x="21452" y="15357"/>
                    <a:pt x="21452" y="15251"/>
                    <a:pt x="21447" y="15145"/>
                  </a:cubicBezTo>
                  <a:cubicBezTo>
                    <a:pt x="21447" y="11715"/>
                    <a:pt x="16644" y="0"/>
                    <a:pt x="10722" y="0"/>
                  </a:cubicBezTo>
                  <a:cubicBezTo>
                    <a:pt x="4800" y="0"/>
                    <a:pt x="4" y="11715"/>
                    <a:pt x="4" y="15145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88" name="자유형: 도형 34"/>
            <p:cNvSpPr/>
            <p:nvPr/>
          </p:nvSpPr>
          <p:spPr>
            <a:xfrm flipH="1">
              <a:off x="792703" y="602602"/>
              <a:ext cx="533833" cy="998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21" h="21147" extrusionOk="0">
                  <a:moveTo>
                    <a:pt x="3674" y="2624"/>
                  </a:moveTo>
                  <a:cubicBezTo>
                    <a:pt x="5900" y="2183"/>
                    <a:pt x="6081" y="4584"/>
                    <a:pt x="6609" y="5501"/>
                  </a:cubicBezTo>
                  <a:cubicBezTo>
                    <a:pt x="8958" y="9514"/>
                    <a:pt x="10665" y="7314"/>
                    <a:pt x="11489" y="4187"/>
                  </a:cubicBezTo>
                  <a:cubicBezTo>
                    <a:pt x="12066" y="1997"/>
                    <a:pt x="11695" y="880"/>
                    <a:pt x="12775" y="213"/>
                  </a:cubicBezTo>
                  <a:cubicBezTo>
                    <a:pt x="13855" y="-453"/>
                    <a:pt x="14490" y="605"/>
                    <a:pt x="14268" y="1110"/>
                  </a:cubicBezTo>
                  <a:cubicBezTo>
                    <a:pt x="13847" y="2090"/>
                    <a:pt x="11547" y="5898"/>
                    <a:pt x="11943" y="6878"/>
                  </a:cubicBezTo>
                  <a:cubicBezTo>
                    <a:pt x="12825" y="9024"/>
                    <a:pt x="17293" y="5996"/>
                    <a:pt x="18752" y="6750"/>
                  </a:cubicBezTo>
                  <a:cubicBezTo>
                    <a:pt x="20863" y="7838"/>
                    <a:pt x="9824" y="8309"/>
                    <a:pt x="10319" y="11160"/>
                  </a:cubicBezTo>
                  <a:lnTo>
                    <a:pt x="12108" y="21147"/>
                  </a:lnTo>
                  <a:lnTo>
                    <a:pt x="6699" y="21147"/>
                  </a:lnTo>
                  <a:lnTo>
                    <a:pt x="8002" y="11160"/>
                  </a:lnTo>
                  <a:cubicBezTo>
                    <a:pt x="8084" y="9842"/>
                    <a:pt x="5628" y="8740"/>
                    <a:pt x="3880" y="8191"/>
                  </a:cubicBezTo>
                  <a:cubicBezTo>
                    <a:pt x="1695" y="7500"/>
                    <a:pt x="-737" y="7255"/>
                    <a:pt x="211" y="6789"/>
                  </a:cubicBezTo>
                  <a:cubicBezTo>
                    <a:pt x="1390" y="6216"/>
                    <a:pt x="4712" y="8578"/>
                    <a:pt x="5751" y="7221"/>
                  </a:cubicBezTo>
                  <a:cubicBezTo>
                    <a:pt x="6180" y="6667"/>
                    <a:pt x="5578" y="5618"/>
                    <a:pt x="5207" y="5099"/>
                  </a:cubicBezTo>
                  <a:cubicBezTo>
                    <a:pt x="4267" y="3791"/>
                    <a:pt x="2684" y="2815"/>
                    <a:pt x="3674" y="2624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89" name="자유형: 도형 35"/>
            <p:cNvSpPr/>
            <p:nvPr/>
          </p:nvSpPr>
          <p:spPr>
            <a:xfrm flipH="1">
              <a:off x="2146193" y="919283"/>
              <a:ext cx="354479" cy="555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706"/>
                  </a:moveTo>
                  <a:cubicBezTo>
                    <a:pt x="21600" y="18513"/>
                    <a:pt x="16765" y="21600"/>
                    <a:pt x="10800" y="21600"/>
                  </a:cubicBezTo>
                  <a:cubicBezTo>
                    <a:pt x="4835" y="21600"/>
                    <a:pt x="0" y="18513"/>
                    <a:pt x="0" y="14706"/>
                  </a:cubicBezTo>
                  <a:cubicBezTo>
                    <a:pt x="0" y="10899"/>
                    <a:pt x="4836" y="0"/>
                    <a:pt x="10800" y="0"/>
                  </a:cubicBezTo>
                  <a:cubicBezTo>
                    <a:pt x="16764" y="0"/>
                    <a:pt x="21600" y="10899"/>
                    <a:pt x="21600" y="14706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90" name="자유형: 도형 36"/>
            <p:cNvSpPr/>
            <p:nvPr/>
          </p:nvSpPr>
          <p:spPr>
            <a:xfrm flipH="1">
              <a:off x="2233654" y="1327617"/>
              <a:ext cx="179597" cy="3711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18" h="21403" extrusionOk="0">
                  <a:moveTo>
                    <a:pt x="848" y="897"/>
                  </a:moveTo>
                  <a:cubicBezTo>
                    <a:pt x="4678" y="724"/>
                    <a:pt x="9912" y="7394"/>
                    <a:pt x="8226" y="1431"/>
                  </a:cubicBezTo>
                  <a:cubicBezTo>
                    <a:pt x="8226" y="96"/>
                    <a:pt x="10780" y="737"/>
                    <a:pt x="10192" y="2218"/>
                  </a:cubicBezTo>
                  <a:cubicBezTo>
                    <a:pt x="9146" y="5460"/>
                    <a:pt x="12286" y="3045"/>
                    <a:pt x="13205" y="2058"/>
                  </a:cubicBezTo>
                  <a:cubicBezTo>
                    <a:pt x="14609" y="577"/>
                    <a:pt x="16269" y="-197"/>
                    <a:pt x="16882" y="43"/>
                  </a:cubicBezTo>
                  <a:cubicBezTo>
                    <a:pt x="17495" y="283"/>
                    <a:pt x="17495" y="577"/>
                    <a:pt x="14992" y="1898"/>
                  </a:cubicBezTo>
                  <a:cubicBezTo>
                    <a:pt x="13895" y="2471"/>
                    <a:pt x="12950" y="3365"/>
                    <a:pt x="13460" y="3645"/>
                  </a:cubicBezTo>
                  <a:cubicBezTo>
                    <a:pt x="14405" y="4192"/>
                    <a:pt x="19588" y="1951"/>
                    <a:pt x="19818" y="2872"/>
                  </a:cubicBezTo>
                  <a:cubicBezTo>
                    <a:pt x="19818" y="3258"/>
                    <a:pt x="17265" y="3579"/>
                    <a:pt x="15044" y="4486"/>
                  </a:cubicBezTo>
                  <a:cubicBezTo>
                    <a:pt x="12962" y="5248"/>
                    <a:pt x="11723" y="6493"/>
                    <a:pt x="11724" y="7821"/>
                  </a:cubicBezTo>
                  <a:lnTo>
                    <a:pt x="14431" y="21403"/>
                  </a:lnTo>
                  <a:lnTo>
                    <a:pt x="5163" y="21403"/>
                  </a:lnTo>
                  <a:lnTo>
                    <a:pt x="8073" y="7821"/>
                  </a:lnTo>
                  <a:cubicBezTo>
                    <a:pt x="8235" y="6376"/>
                    <a:pt x="7225" y="4962"/>
                    <a:pt x="5290" y="3926"/>
                  </a:cubicBezTo>
                  <a:cubicBezTo>
                    <a:pt x="2278" y="2164"/>
                    <a:pt x="-1782" y="1017"/>
                    <a:pt x="848" y="897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91" name="자유형: 도형 37"/>
            <p:cNvSpPr/>
            <p:nvPr/>
          </p:nvSpPr>
          <p:spPr>
            <a:xfrm flipH="1">
              <a:off x="0" y="459525"/>
              <a:ext cx="470635" cy="744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8" h="21486" extrusionOk="0">
                  <a:moveTo>
                    <a:pt x="21413" y="14480"/>
                  </a:moveTo>
                  <a:cubicBezTo>
                    <a:pt x="21598" y="18230"/>
                    <a:pt x="16956" y="21365"/>
                    <a:pt x="11045" y="21482"/>
                  </a:cubicBezTo>
                  <a:cubicBezTo>
                    <a:pt x="5133" y="21600"/>
                    <a:pt x="190" y="18656"/>
                    <a:pt x="5" y="14906"/>
                  </a:cubicBezTo>
                  <a:cubicBezTo>
                    <a:pt x="-2" y="14764"/>
                    <a:pt x="-2" y="14622"/>
                    <a:pt x="5" y="14480"/>
                  </a:cubicBezTo>
                  <a:cubicBezTo>
                    <a:pt x="5" y="10733"/>
                    <a:pt x="4807" y="0"/>
                    <a:pt x="10714" y="0"/>
                  </a:cubicBezTo>
                  <a:cubicBezTo>
                    <a:pt x="16622" y="0"/>
                    <a:pt x="21413" y="10733"/>
                    <a:pt x="21413" y="14480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92" name="자유형: 도형 38"/>
            <p:cNvSpPr/>
            <p:nvPr/>
          </p:nvSpPr>
          <p:spPr>
            <a:xfrm flipH="1">
              <a:off x="117198" y="1001512"/>
              <a:ext cx="237038" cy="4929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92" h="21395" extrusionOk="0">
                  <a:moveTo>
                    <a:pt x="839" y="890"/>
                  </a:moveTo>
                  <a:cubicBezTo>
                    <a:pt x="4703" y="719"/>
                    <a:pt x="9939" y="7377"/>
                    <a:pt x="8239" y="1432"/>
                  </a:cubicBezTo>
                  <a:cubicBezTo>
                    <a:pt x="8354" y="46"/>
                    <a:pt x="10711" y="729"/>
                    <a:pt x="10171" y="2215"/>
                  </a:cubicBezTo>
                  <a:cubicBezTo>
                    <a:pt x="9108" y="5449"/>
                    <a:pt x="12276" y="3049"/>
                    <a:pt x="13184" y="2054"/>
                  </a:cubicBezTo>
                  <a:cubicBezTo>
                    <a:pt x="14614" y="578"/>
                    <a:pt x="16276" y="-205"/>
                    <a:pt x="16875" y="46"/>
                  </a:cubicBezTo>
                  <a:cubicBezTo>
                    <a:pt x="17474" y="297"/>
                    <a:pt x="17493" y="588"/>
                    <a:pt x="14943" y="1904"/>
                  </a:cubicBezTo>
                  <a:cubicBezTo>
                    <a:pt x="13841" y="2476"/>
                    <a:pt x="12895" y="3360"/>
                    <a:pt x="13397" y="3651"/>
                  </a:cubicBezTo>
                  <a:cubicBezTo>
                    <a:pt x="14363" y="4203"/>
                    <a:pt x="19541" y="1954"/>
                    <a:pt x="19792" y="2878"/>
                  </a:cubicBezTo>
                  <a:cubicBezTo>
                    <a:pt x="19792" y="3269"/>
                    <a:pt x="17261" y="3581"/>
                    <a:pt x="14981" y="4485"/>
                  </a:cubicBezTo>
                  <a:cubicBezTo>
                    <a:pt x="12901" y="5251"/>
                    <a:pt x="11663" y="6493"/>
                    <a:pt x="11658" y="7818"/>
                  </a:cubicBezTo>
                  <a:lnTo>
                    <a:pt x="14363" y="21395"/>
                  </a:lnTo>
                  <a:lnTo>
                    <a:pt x="5167" y="21395"/>
                  </a:lnTo>
                  <a:lnTo>
                    <a:pt x="8181" y="7808"/>
                  </a:lnTo>
                  <a:cubicBezTo>
                    <a:pt x="8349" y="6367"/>
                    <a:pt x="7338" y="4956"/>
                    <a:pt x="5398" y="3922"/>
                  </a:cubicBezTo>
                  <a:cubicBezTo>
                    <a:pt x="2384" y="2175"/>
                    <a:pt x="-1808" y="1010"/>
                    <a:pt x="839" y="890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194" name="자유형: 도형 31"/>
          <p:cNvSpPr/>
          <p:nvPr/>
        </p:nvSpPr>
        <p:spPr>
          <a:xfrm flipH="1">
            <a:off x="8373190" y="10647198"/>
            <a:ext cx="16020859" cy="2064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079" h="21600" extrusionOk="0">
                <a:moveTo>
                  <a:pt x="0" y="7043"/>
                </a:moveTo>
                <a:cubicBezTo>
                  <a:pt x="0" y="7043"/>
                  <a:pt x="1414" y="0"/>
                  <a:pt x="4574" y="0"/>
                </a:cubicBezTo>
                <a:cubicBezTo>
                  <a:pt x="7734" y="0"/>
                  <a:pt x="10834" y="15694"/>
                  <a:pt x="16217" y="17460"/>
                </a:cubicBezTo>
                <a:cubicBezTo>
                  <a:pt x="21600" y="19226"/>
                  <a:pt x="0" y="21600"/>
                  <a:pt x="0" y="21600"/>
                </a:cubicBezTo>
                <a:close/>
              </a:path>
            </a:pathLst>
          </a:custGeom>
          <a:solidFill>
            <a:srgbClr val="489563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grpSp>
        <p:nvGrpSpPr>
          <p:cNvPr id="199" name="그룹 608"/>
          <p:cNvGrpSpPr/>
          <p:nvPr/>
        </p:nvGrpSpPr>
        <p:grpSpPr>
          <a:xfrm>
            <a:off x="16472995" y="10544416"/>
            <a:ext cx="1291585" cy="1732132"/>
            <a:chOff x="-1" y="0"/>
            <a:chExt cx="1291584" cy="1732131"/>
          </a:xfrm>
        </p:grpSpPr>
        <p:sp>
          <p:nvSpPr>
            <p:cNvPr id="195" name="자유형: 도형 27"/>
            <p:cNvSpPr/>
            <p:nvPr/>
          </p:nvSpPr>
          <p:spPr>
            <a:xfrm flipH="1">
              <a:off x="-2" y="0"/>
              <a:ext cx="704796" cy="1220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4" extrusionOk="0">
                  <a:moveTo>
                    <a:pt x="21447" y="15145"/>
                  </a:moveTo>
                  <a:cubicBezTo>
                    <a:pt x="21599" y="18573"/>
                    <a:pt x="16922" y="21424"/>
                    <a:pt x="11000" y="21512"/>
                  </a:cubicBezTo>
                  <a:cubicBezTo>
                    <a:pt x="5079" y="21600"/>
                    <a:pt x="155" y="18892"/>
                    <a:pt x="4" y="15463"/>
                  </a:cubicBezTo>
                  <a:cubicBezTo>
                    <a:pt x="-1" y="15357"/>
                    <a:pt x="-1" y="15251"/>
                    <a:pt x="4" y="15145"/>
                  </a:cubicBezTo>
                  <a:cubicBezTo>
                    <a:pt x="4" y="11715"/>
                    <a:pt x="4807" y="0"/>
                    <a:pt x="10701" y="0"/>
                  </a:cubicBezTo>
                  <a:cubicBezTo>
                    <a:pt x="16595" y="0"/>
                    <a:pt x="21447" y="11715"/>
                    <a:pt x="21447" y="15145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96" name="자유형: 도형 28"/>
            <p:cNvSpPr/>
            <p:nvPr/>
          </p:nvSpPr>
          <p:spPr>
            <a:xfrm flipH="1">
              <a:off x="81793" y="601275"/>
              <a:ext cx="533648" cy="1000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21" h="21109" extrusionOk="0">
                  <a:moveTo>
                    <a:pt x="15360" y="2644"/>
                  </a:moveTo>
                  <a:cubicBezTo>
                    <a:pt x="13133" y="2204"/>
                    <a:pt x="12952" y="4597"/>
                    <a:pt x="12424" y="5510"/>
                  </a:cubicBezTo>
                  <a:cubicBezTo>
                    <a:pt x="10073" y="9508"/>
                    <a:pt x="8366" y="7316"/>
                    <a:pt x="7541" y="4201"/>
                  </a:cubicBezTo>
                  <a:cubicBezTo>
                    <a:pt x="6956" y="2019"/>
                    <a:pt x="7327" y="905"/>
                    <a:pt x="6255" y="241"/>
                  </a:cubicBezTo>
                  <a:cubicBezTo>
                    <a:pt x="5059" y="-491"/>
                    <a:pt x="4531" y="632"/>
                    <a:pt x="4754" y="1135"/>
                  </a:cubicBezTo>
                  <a:cubicBezTo>
                    <a:pt x="5183" y="2111"/>
                    <a:pt x="7484" y="5905"/>
                    <a:pt x="7079" y="6882"/>
                  </a:cubicBezTo>
                  <a:cubicBezTo>
                    <a:pt x="6205" y="9020"/>
                    <a:pt x="1735" y="6003"/>
                    <a:pt x="267" y="6755"/>
                  </a:cubicBezTo>
                  <a:cubicBezTo>
                    <a:pt x="-1836" y="7819"/>
                    <a:pt x="9207" y="8307"/>
                    <a:pt x="8712" y="11159"/>
                  </a:cubicBezTo>
                  <a:lnTo>
                    <a:pt x="6923" y="21109"/>
                  </a:lnTo>
                  <a:lnTo>
                    <a:pt x="12325" y="21109"/>
                  </a:lnTo>
                  <a:lnTo>
                    <a:pt x="10997" y="11159"/>
                  </a:lnTo>
                  <a:cubicBezTo>
                    <a:pt x="10906" y="9845"/>
                    <a:pt x="13372" y="8747"/>
                    <a:pt x="15121" y="8200"/>
                  </a:cubicBezTo>
                  <a:cubicBezTo>
                    <a:pt x="17339" y="7502"/>
                    <a:pt x="19764" y="7257"/>
                    <a:pt x="18807" y="6794"/>
                  </a:cubicBezTo>
                  <a:cubicBezTo>
                    <a:pt x="17636" y="6222"/>
                    <a:pt x="14312" y="8576"/>
                    <a:pt x="13265" y="7223"/>
                  </a:cubicBezTo>
                  <a:cubicBezTo>
                    <a:pt x="12844" y="6672"/>
                    <a:pt x="13438" y="5627"/>
                    <a:pt x="13818" y="5109"/>
                  </a:cubicBezTo>
                  <a:cubicBezTo>
                    <a:pt x="14758" y="3806"/>
                    <a:pt x="16350" y="2834"/>
                    <a:pt x="15360" y="2644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97" name="자유형: 도형 29"/>
            <p:cNvSpPr/>
            <p:nvPr/>
          </p:nvSpPr>
          <p:spPr>
            <a:xfrm flipH="1">
              <a:off x="820946" y="697153"/>
              <a:ext cx="470637" cy="744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8" h="21486" extrusionOk="0">
                  <a:moveTo>
                    <a:pt x="5" y="14480"/>
                  </a:moveTo>
                  <a:cubicBezTo>
                    <a:pt x="-180" y="18230"/>
                    <a:pt x="4462" y="21365"/>
                    <a:pt x="10373" y="21482"/>
                  </a:cubicBezTo>
                  <a:cubicBezTo>
                    <a:pt x="16285" y="21600"/>
                    <a:pt x="21228" y="18656"/>
                    <a:pt x="21413" y="14906"/>
                  </a:cubicBezTo>
                  <a:cubicBezTo>
                    <a:pt x="21420" y="14764"/>
                    <a:pt x="21420" y="14622"/>
                    <a:pt x="21413" y="14480"/>
                  </a:cubicBezTo>
                  <a:cubicBezTo>
                    <a:pt x="21413" y="10733"/>
                    <a:pt x="16622" y="0"/>
                    <a:pt x="10704" y="0"/>
                  </a:cubicBezTo>
                  <a:cubicBezTo>
                    <a:pt x="4786" y="0"/>
                    <a:pt x="5" y="10733"/>
                    <a:pt x="5" y="14480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98" name="자유형: 도형 30"/>
            <p:cNvSpPr/>
            <p:nvPr/>
          </p:nvSpPr>
          <p:spPr>
            <a:xfrm flipH="1">
              <a:off x="937092" y="1239143"/>
              <a:ext cx="237324" cy="492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28" h="21395" extrusionOk="0">
                  <a:moveTo>
                    <a:pt x="18890" y="890"/>
                  </a:moveTo>
                  <a:cubicBezTo>
                    <a:pt x="15043" y="719"/>
                    <a:pt x="9812" y="7377"/>
                    <a:pt x="11504" y="1432"/>
                  </a:cubicBezTo>
                  <a:cubicBezTo>
                    <a:pt x="11389" y="46"/>
                    <a:pt x="9042" y="729"/>
                    <a:pt x="9581" y="2215"/>
                  </a:cubicBezTo>
                  <a:cubicBezTo>
                    <a:pt x="10639" y="5449"/>
                    <a:pt x="7484" y="3049"/>
                    <a:pt x="6580" y="2054"/>
                  </a:cubicBezTo>
                  <a:cubicBezTo>
                    <a:pt x="5157" y="578"/>
                    <a:pt x="3503" y="-205"/>
                    <a:pt x="2907" y="46"/>
                  </a:cubicBezTo>
                  <a:cubicBezTo>
                    <a:pt x="2310" y="297"/>
                    <a:pt x="2291" y="588"/>
                    <a:pt x="4830" y="1904"/>
                  </a:cubicBezTo>
                  <a:cubicBezTo>
                    <a:pt x="5926" y="2476"/>
                    <a:pt x="6869" y="3360"/>
                    <a:pt x="6369" y="3651"/>
                  </a:cubicBezTo>
                  <a:cubicBezTo>
                    <a:pt x="5407" y="4203"/>
                    <a:pt x="252" y="1954"/>
                    <a:pt x="2" y="2878"/>
                  </a:cubicBezTo>
                  <a:cubicBezTo>
                    <a:pt x="-94" y="3269"/>
                    <a:pt x="2522" y="3581"/>
                    <a:pt x="4791" y="4485"/>
                  </a:cubicBezTo>
                  <a:cubicBezTo>
                    <a:pt x="6862" y="5251"/>
                    <a:pt x="8095" y="6493"/>
                    <a:pt x="8100" y="7818"/>
                  </a:cubicBezTo>
                  <a:lnTo>
                    <a:pt x="5407" y="21395"/>
                  </a:lnTo>
                  <a:lnTo>
                    <a:pt x="14678" y="21395"/>
                  </a:lnTo>
                  <a:lnTo>
                    <a:pt x="11658" y="7808"/>
                  </a:lnTo>
                  <a:cubicBezTo>
                    <a:pt x="11478" y="6368"/>
                    <a:pt x="12478" y="4955"/>
                    <a:pt x="14408" y="3922"/>
                  </a:cubicBezTo>
                  <a:cubicBezTo>
                    <a:pt x="17428" y="2175"/>
                    <a:pt x="21506" y="1010"/>
                    <a:pt x="18890" y="890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200" name="자유형: 도형 611"/>
          <p:cNvSpPr/>
          <p:nvPr/>
        </p:nvSpPr>
        <p:spPr>
          <a:xfrm>
            <a:off x="0" y="11445371"/>
            <a:ext cx="24395474" cy="2270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5926"/>
                </a:lnTo>
                <a:cubicBezTo>
                  <a:pt x="0" y="5926"/>
                  <a:pt x="2706" y="1891"/>
                  <a:pt x="7646" y="5321"/>
                </a:cubicBezTo>
                <a:cubicBezTo>
                  <a:pt x="14462" y="10054"/>
                  <a:pt x="14903" y="6054"/>
                  <a:pt x="21600" y="0"/>
                </a:cubicBezTo>
                <a:close/>
              </a:path>
            </a:pathLst>
          </a:custGeom>
          <a:solidFill>
            <a:srgbClr val="4CCC51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grpSp>
        <p:nvGrpSpPr>
          <p:cNvPr id="204" name="그룹 248"/>
          <p:cNvGrpSpPr/>
          <p:nvPr/>
        </p:nvGrpSpPr>
        <p:grpSpPr>
          <a:xfrm>
            <a:off x="14130585" y="9810184"/>
            <a:ext cx="2445679" cy="2798351"/>
            <a:chOff x="0" y="0"/>
            <a:chExt cx="2445677" cy="2798350"/>
          </a:xfrm>
        </p:grpSpPr>
        <p:sp>
          <p:nvSpPr>
            <p:cNvPr id="201" name="자유형: 도형 245"/>
            <p:cNvSpPr/>
            <p:nvPr/>
          </p:nvSpPr>
          <p:spPr>
            <a:xfrm>
              <a:off x="272144" y="45817"/>
              <a:ext cx="2173534" cy="530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9" extrusionOk="0">
                  <a:moveTo>
                    <a:pt x="10" y="11"/>
                  </a:moveTo>
                  <a:cubicBezTo>
                    <a:pt x="10" y="11"/>
                    <a:pt x="3559" y="-321"/>
                    <a:pt x="6490" y="2680"/>
                  </a:cubicBezTo>
                  <a:cubicBezTo>
                    <a:pt x="9133" y="5432"/>
                    <a:pt x="12514" y="13906"/>
                    <a:pt x="15326" y="15214"/>
                  </a:cubicBezTo>
                  <a:cubicBezTo>
                    <a:pt x="16924" y="15962"/>
                    <a:pt x="17954" y="16886"/>
                    <a:pt x="21600" y="9856"/>
                  </a:cubicBezTo>
                  <a:cubicBezTo>
                    <a:pt x="20001" y="17039"/>
                    <a:pt x="17729" y="21183"/>
                    <a:pt x="15337" y="21279"/>
                  </a:cubicBezTo>
                  <a:cubicBezTo>
                    <a:pt x="10208" y="21279"/>
                    <a:pt x="6214" y="10697"/>
                    <a:pt x="0" y="17603"/>
                  </a:cubicBezTo>
                  <a:close/>
                </a:path>
              </a:pathLst>
            </a:custGeom>
            <a:solidFill>
              <a:srgbClr val="FF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02" name="자유형: 도형 246"/>
            <p:cNvSpPr/>
            <p:nvPr/>
          </p:nvSpPr>
          <p:spPr>
            <a:xfrm>
              <a:off x="0" y="2607254"/>
              <a:ext cx="543773" cy="191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654"/>
                    <a:pt x="16755" y="21600"/>
                    <a:pt x="10790" y="21600"/>
                  </a:cubicBezTo>
                  <a:cubicBezTo>
                    <a:pt x="4824" y="21600"/>
                    <a:pt x="0" y="16771"/>
                    <a:pt x="0" y="10800"/>
                  </a:cubicBezTo>
                  <a:cubicBezTo>
                    <a:pt x="0" y="4829"/>
                    <a:pt x="4845" y="0"/>
                    <a:pt x="10810" y="0"/>
                  </a:cubicBezTo>
                  <a:cubicBezTo>
                    <a:pt x="16776" y="0"/>
                    <a:pt x="21600" y="4829"/>
                    <a:pt x="21600" y="10800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03" name="자유형: 도형 247"/>
            <p:cNvSpPr/>
            <p:nvPr/>
          </p:nvSpPr>
          <p:spPr>
            <a:xfrm>
              <a:off x="247286" y="-1"/>
              <a:ext cx="51789" cy="2702805"/>
            </a:xfrm>
            <a:prstGeom prst="rect">
              <a:avLst/>
            </a:prstGeom>
            <a:solidFill>
              <a:srgbClr val="FF954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grpSp>
        <p:nvGrpSpPr>
          <p:cNvPr id="325" name="그룹 243"/>
          <p:cNvGrpSpPr/>
          <p:nvPr/>
        </p:nvGrpSpPr>
        <p:grpSpPr>
          <a:xfrm>
            <a:off x="17500918" y="6381720"/>
            <a:ext cx="3279873" cy="6710449"/>
            <a:chOff x="0" y="0"/>
            <a:chExt cx="3279872" cy="6710447"/>
          </a:xfrm>
        </p:grpSpPr>
        <p:sp>
          <p:nvSpPr>
            <p:cNvPr id="205" name="자유형: 도형 2"/>
            <p:cNvSpPr/>
            <p:nvPr/>
          </p:nvSpPr>
          <p:spPr>
            <a:xfrm>
              <a:off x="2611577" y="5902195"/>
              <a:ext cx="316251" cy="434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32"/>
                  </a:moveTo>
                  <a:lnTo>
                    <a:pt x="7598" y="21600"/>
                  </a:lnTo>
                  <a:lnTo>
                    <a:pt x="21600" y="20227"/>
                  </a:lnTo>
                  <a:lnTo>
                    <a:pt x="16373" y="0"/>
                  </a:lnTo>
                  <a:lnTo>
                    <a:pt x="0" y="2732"/>
                  </a:ln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06" name="자유형: 도형 3"/>
            <p:cNvSpPr/>
            <p:nvPr/>
          </p:nvSpPr>
          <p:spPr>
            <a:xfrm>
              <a:off x="2600371" y="5890851"/>
              <a:ext cx="337981" cy="4555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15" y="21600"/>
                  </a:moveTo>
                  <a:lnTo>
                    <a:pt x="0" y="2806"/>
                  </a:lnTo>
                  <a:lnTo>
                    <a:pt x="16482" y="0"/>
                  </a:lnTo>
                  <a:lnTo>
                    <a:pt x="21600" y="20187"/>
                  </a:lnTo>
                  <a:close/>
                  <a:moveTo>
                    <a:pt x="1432" y="3454"/>
                  </a:moveTo>
                  <a:lnTo>
                    <a:pt x="8236" y="20673"/>
                  </a:lnTo>
                  <a:lnTo>
                    <a:pt x="20255" y="19468"/>
                  </a:lnTo>
                  <a:lnTo>
                    <a:pt x="15582" y="1043"/>
                  </a:ln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07" name="자유형: 도형 4"/>
            <p:cNvSpPr/>
            <p:nvPr/>
          </p:nvSpPr>
          <p:spPr>
            <a:xfrm>
              <a:off x="2662885" y="6161192"/>
              <a:ext cx="424802" cy="5419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7" h="20852" extrusionOk="0">
                  <a:moveTo>
                    <a:pt x="776" y="1803"/>
                  </a:moveTo>
                  <a:cubicBezTo>
                    <a:pt x="1145" y="1561"/>
                    <a:pt x="3614" y="1314"/>
                    <a:pt x="3614" y="1314"/>
                  </a:cubicBezTo>
                  <a:cubicBezTo>
                    <a:pt x="3943" y="1029"/>
                    <a:pt x="4320" y="782"/>
                    <a:pt x="4735" y="578"/>
                  </a:cubicBezTo>
                  <a:cubicBezTo>
                    <a:pt x="6144" y="-111"/>
                    <a:pt x="8533" y="-290"/>
                    <a:pt x="11250" y="630"/>
                  </a:cubicBezTo>
                  <a:cubicBezTo>
                    <a:pt x="11888" y="846"/>
                    <a:pt x="12076" y="919"/>
                    <a:pt x="12076" y="919"/>
                  </a:cubicBezTo>
                  <a:cubicBezTo>
                    <a:pt x="12512" y="883"/>
                    <a:pt x="13995" y="919"/>
                    <a:pt x="14028" y="1161"/>
                  </a:cubicBezTo>
                  <a:cubicBezTo>
                    <a:pt x="14189" y="2328"/>
                    <a:pt x="14968" y="6577"/>
                    <a:pt x="16920" y="8964"/>
                  </a:cubicBezTo>
                  <a:cubicBezTo>
                    <a:pt x="19229" y="11793"/>
                    <a:pt x="20484" y="12261"/>
                    <a:pt x="20826" y="15584"/>
                  </a:cubicBezTo>
                  <a:cubicBezTo>
                    <a:pt x="20960" y="16914"/>
                    <a:pt x="20698" y="18292"/>
                    <a:pt x="19390" y="19328"/>
                  </a:cubicBezTo>
                  <a:cubicBezTo>
                    <a:pt x="17424" y="20905"/>
                    <a:pt x="10063" y="21310"/>
                    <a:pt x="4225" y="20295"/>
                  </a:cubicBezTo>
                  <a:cubicBezTo>
                    <a:pt x="655" y="19670"/>
                    <a:pt x="-640" y="17077"/>
                    <a:pt x="293" y="10626"/>
                  </a:cubicBezTo>
                  <a:cubicBezTo>
                    <a:pt x="1017" y="5594"/>
                    <a:pt x="608" y="3422"/>
                    <a:pt x="440" y="2486"/>
                  </a:cubicBezTo>
                  <a:cubicBezTo>
                    <a:pt x="396" y="2229"/>
                    <a:pt x="522" y="1971"/>
                    <a:pt x="776" y="180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08" name="자유형: 도형 5"/>
            <p:cNvSpPr/>
            <p:nvPr/>
          </p:nvSpPr>
          <p:spPr>
            <a:xfrm>
              <a:off x="2655587" y="6154479"/>
              <a:ext cx="438692" cy="55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2" h="21379" extrusionOk="0">
                  <a:moveTo>
                    <a:pt x="10913" y="21379"/>
                  </a:moveTo>
                  <a:cubicBezTo>
                    <a:pt x="8705" y="21377"/>
                    <a:pt x="6502" y="21182"/>
                    <a:pt x="4346" y="20796"/>
                  </a:cubicBezTo>
                  <a:cubicBezTo>
                    <a:pt x="565" y="20118"/>
                    <a:pt x="-611" y="17232"/>
                    <a:pt x="285" y="10852"/>
                  </a:cubicBezTo>
                  <a:cubicBezTo>
                    <a:pt x="974" y="5944"/>
                    <a:pt x="604" y="3763"/>
                    <a:pt x="441" y="2832"/>
                  </a:cubicBezTo>
                  <a:lnTo>
                    <a:pt x="441" y="2775"/>
                  </a:lnTo>
                  <a:cubicBezTo>
                    <a:pt x="382" y="2429"/>
                    <a:pt x="546" y="2083"/>
                    <a:pt x="877" y="1860"/>
                  </a:cubicBezTo>
                  <a:cubicBezTo>
                    <a:pt x="1247" y="1613"/>
                    <a:pt x="2871" y="1408"/>
                    <a:pt x="3670" y="1335"/>
                  </a:cubicBezTo>
                  <a:cubicBezTo>
                    <a:pt x="3990" y="1062"/>
                    <a:pt x="4350" y="822"/>
                    <a:pt x="4742" y="620"/>
                  </a:cubicBezTo>
                  <a:cubicBezTo>
                    <a:pt x="6411" y="-221"/>
                    <a:pt x="8880" y="-205"/>
                    <a:pt x="11349" y="657"/>
                  </a:cubicBezTo>
                  <a:lnTo>
                    <a:pt x="12083" y="919"/>
                  </a:lnTo>
                  <a:cubicBezTo>
                    <a:pt x="12498" y="919"/>
                    <a:pt x="14168" y="872"/>
                    <a:pt x="14233" y="1398"/>
                  </a:cubicBezTo>
                  <a:cubicBezTo>
                    <a:pt x="14486" y="3279"/>
                    <a:pt x="15350" y="7021"/>
                    <a:pt x="16987" y="9092"/>
                  </a:cubicBezTo>
                  <a:cubicBezTo>
                    <a:pt x="17514" y="9754"/>
                    <a:pt x="17981" y="10285"/>
                    <a:pt x="18397" y="10758"/>
                  </a:cubicBezTo>
                  <a:cubicBezTo>
                    <a:pt x="19748" y="12292"/>
                    <a:pt x="20560" y="13217"/>
                    <a:pt x="20820" y="15824"/>
                  </a:cubicBezTo>
                  <a:cubicBezTo>
                    <a:pt x="20989" y="17506"/>
                    <a:pt x="20489" y="18830"/>
                    <a:pt x="19339" y="19776"/>
                  </a:cubicBezTo>
                  <a:cubicBezTo>
                    <a:pt x="18105" y="20790"/>
                    <a:pt x="14740" y="21379"/>
                    <a:pt x="10913" y="21379"/>
                  </a:cubicBezTo>
                  <a:close/>
                  <a:moveTo>
                    <a:pt x="1312" y="2286"/>
                  </a:moveTo>
                  <a:cubicBezTo>
                    <a:pt x="1153" y="2394"/>
                    <a:pt x="1073" y="2561"/>
                    <a:pt x="1104" y="2727"/>
                  </a:cubicBezTo>
                  <a:lnTo>
                    <a:pt x="1104" y="2780"/>
                  </a:lnTo>
                  <a:cubicBezTo>
                    <a:pt x="1266" y="3731"/>
                    <a:pt x="1650" y="5933"/>
                    <a:pt x="948" y="10931"/>
                  </a:cubicBezTo>
                  <a:cubicBezTo>
                    <a:pt x="104" y="16980"/>
                    <a:pt x="1137" y="19697"/>
                    <a:pt x="4508" y="20307"/>
                  </a:cubicBezTo>
                  <a:cubicBezTo>
                    <a:pt x="10108" y="21316"/>
                    <a:pt x="17098" y="20880"/>
                    <a:pt x="18891" y="19413"/>
                  </a:cubicBezTo>
                  <a:cubicBezTo>
                    <a:pt x="19911" y="18573"/>
                    <a:pt x="20339" y="17416"/>
                    <a:pt x="20190" y="15877"/>
                  </a:cubicBezTo>
                  <a:cubicBezTo>
                    <a:pt x="19950" y="13417"/>
                    <a:pt x="19216" y="12587"/>
                    <a:pt x="17884" y="11073"/>
                  </a:cubicBezTo>
                  <a:cubicBezTo>
                    <a:pt x="17468" y="10600"/>
                    <a:pt x="16994" y="10059"/>
                    <a:pt x="16461" y="9381"/>
                  </a:cubicBezTo>
                  <a:cubicBezTo>
                    <a:pt x="14460" y="6853"/>
                    <a:pt x="13746" y="2417"/>
                    <a:pt x="13622" y="1561"/>
                  </a:cubicBezTo>
                  <a:cubicBezTo>
                    <a:pt x="13114" y="1466"/>
                    <a:pt x="12591" y="1432"/>
                    <a:pt x="12070" y="1461"/>
                  </a:cubicBezTo>
                  <a:cubicBezTo>
                    <a:pt x="12012" y="1463"/>
                    <a:pt x="11954" y="1453"/>
                    <a:pt x="11901" y="1434"/>
                  </a:cubicBezTo>
                  <a:cubicBezTo>
                    <a:pt x="11901" y="1434"/>
                    <a:pt x="11712" y="1361"/>
                    <a:pt x="11115" y="1151"/>
                  </a:cubicBezTo>
                  <a:cubicBezTo>
                    <a:pt x="8438" y="215"/>
                    <a:pt x="6256" y="499"/>
                    <a:pt x="5106" y="1077"/>
                  </a:cubicBezTo>
                  <a:cubicBezTo>
                    <a:pt x="4730" y="1266"/>
                    <a:pt x="4391" y="1498"/>
                    <a:pt x="4099" y="1766"/>
                  </a:cubicBezTo>
                  <a:cubicBezTo>
                    <a:pt x="4044" y="1813"/>
                    <a:pt x="3971" y="1844"/>
                    <a:pt x="3891" y="1855"/>
                  </a:cubicBezTo>
                  <a:cubicBezTo>
                    <a:pt x="3015" y="1911"/>
                    <a:pt x="2149" y="2048"/>
                    <a:pt x="1312" y="2265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09" name="자유형: 도형 6"/>
            <p:cNvSpPr/>
            <p:nvPr/>
          </p:nvSpPr>
          <p:spPr>
            <a:xfrm>
              <a:off x="2669536" y="6608985"/>
              <a:ext cx="421020" cy="5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7" h="21363" extrusionOk="0">
                  <a:moveTo>
                    <a:pt x="10602" y="21363"/>
                  </a:moveTo>
                  <a:cubicBezTo>
                    <a:pt x="3121" y="21363"/>
                    <a:pt x="286" y="8498"/>
                    <a:pt x="160" y="7906"/>
                  </a:cubicBezTo>
                  <a:cubicBezTo>
                    <a:pt x="-2" y="7172"/>
                    <a:pt x="-49" y="5648"/>
                    <a:pt x="55" y="4505"/>
                  </a:cubicBezTo>
                  <a:cubicBezTo>
                    <a:pt x="164" y="3376"/>
                    <a:pt x="381" y="3065"/>
                    <a:pt x="544" y="3815"/>
                  </a:cubicBezTo>
                  <a:cubicBezTo>
                    <a:pt x="544" y="3815"/>
                    <a:pt x="3939" y="18947"/>
                    <a:pt x="12886" y="16039"/>
                  </a:cubicBezTo>
                  <a:cubicBezTo>
                    <a:pt x="19116" y="14018"/>
                    <a:pt x="20904" y="857"/>
                    <a:pt x="20918" y="709"/>
                  </a:cubicBezTo>
                  <a:cubicBezTo>
                    <a:pt x="21056" y="-237"/>
                    <a:pt x="21276" y="-237"/>
                    <a:pt x="21414" y="709"/>
                  </a:cubicBezTo>
                  <a:cubicBezTo>
                    <a:pt x="21549" y="1641"/>
                    <a:pt x="21551" y="3174"/>
                    <a:pt x="21419" y="4126"/>
                  </a:cubicBezTo>
                  <a:cubicBezTo>
                    <a:pt x="21418" y="4135"/>
                    <a:pt x="21416" y="4150"/>
                    <a:pt x="21414" y="4160"/>
                  </a:cubicBezTo>
                  <a:cubicBezTo>
                    <a:pt x="21344" y="4751"/>
                    <a:pt x="19479" y="18947"/>
                    <a:pt x="12893" y="21116"/>
                  </a:cubicBezTo>
                  <a:cubicBezTo>
                    <a:pt x="12104" y="21264"/>
                    <a:pt x="11328" y="21363"/>
                    <a:pt x="10602" y="21363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0" name="자유형: 도형 7"/>
            <p:cNvSpPr/>
            <p:nvPr/>
          </p:nvSpPr>
          <p:spPr>
            <a:xfrm>
              <a:off x="2658173" y="6431915"/>
              <a:ext cx="415450" cy="149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4" h="19079" extrusionOk="0">
                  <a:moveTo>
                    <a:pt x="355" y="19075"/>
                  </a:moveTo>
                  <a:cubicBezTo>
                    <a:pt x="269" y="19077"/>
                    <a:pt x="186" y="19004"/>
                    <a:pt x="121" y="18865"/>
                  </a:cubicBezTo>
                  <a:cubicBezTo>
                    <a:pt x="-25" y="18544"/>
                    <a:pt x="-41" y="17994"/>
                    <a:pt x="86" y="17625"/>
                  </a:cubicBezTo>
                  <a:cubicBezTo>
                    <a:pt x="277" y="17066"/>
                    <a:pt x="4964" y="3791"/>
                    <a:pt x="11280" y="770"/>
                  </a:cubicBezTo>
                  <a:cubicBezTo>
                    <a:pt x="18141" y="-2497"/>
                    <a:pt x="21292" y="5678"/>
                    <a:pt x="21420" y="6010"/>
                  </a:cubicBezTo>
                  <a:cubicBezTo>
                    <a:pt x="21558" y="6349"/>
                    <a:pt x="21559" y="6902"/>
                    <a:pt x="21422" y="7244"/>
                  </a:cubicBezTo>
                  <a:cubicBezTo>
                    <a:pt x="21421" y="7246"/>
                    <a:pt x="21420" y="7248"/>
                    <a:pt x="21420" y="7250"/>
                  </a:cubicBezTo>
                  <a:cubicBezTo>
                    <a:pt x="21282" y="7583"/>
                    <a:pt x="21061" y="7583"/>
                    <a:pt x="20924" y="7250"/>
                  </a:cubicBezTo>
                  <a:cubicBezTo>
                    <a:pt x="20924" y="7250"/>
                    <a:pt x="17886" y="-558"/>
                    <a:pt x="11436" y="2534"/>
                  </a:cubicBezTo>
                  <a:cubicBezTo>
                    <a:pt x="5361" y="5433"/>
                    <a:pt x="688" y="18673"/>
                    <a:pt x="638" y="18795"/>
                  </a:cubicBezTo>
                  <a:cubicBezTo>
                    <a:pt x="568" y="18998"/>
                    <a:pt x="462" y="19103"/>
                    <a:pt x="355" y="19075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1" name="자유형: 도형 9"/>
            <p:cNvSpPr/>
            <p:nvPr/>
          </p:nvSpPr>
          <p:spPr>
            <a:xfrm>
              <a:off x="2654320" y="6187311"/>
              <a:ext cx="134603" cy="396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2" h="21576" extrusionOk="0">
                  <a:moveTo>
                    <a:pt x="1663" y="21569"/>
                  </a:moveTo>
                  <a:cubicBezTo>
                    <a:pt x="1523" y="21578"/>
                    <a:pt x="1378" y="21578"/>
                    <a:pt x="1238" y="21569"/>
                  </a:cubicBezTo>
                  <a:cubicBezTo>
                    <a:pt x="726" y="21511"/>
                    <a:pt x="354" y="21355"/>
                    <a:pt x="282" y="21167"/>
                  </a:cubicBezTo>
                  <a:cubicBezTo>
                    <a:pt x="-504" y="18934"/>
                    <a:pt x="495" y="14861"/>
                    <a:pt x="1557" y="11138"/>
                  </a:cubicBezTo>
                  <a:cubicBezTo>
                    <a:pt x="2205" y="8162"/>
                    <a:pt x="2132" y="5173"/>
                    <a:pt x="1344" y="2202"/>
                  </a:cubicBezTo>
                  <a:cubicBezTo>
                    <a:pt x="1189" y="1683"/>
                    <a:pt x="1748" y="1168"/>
                    <a:pt x="2852" y="817"/>
                  </a:cubicBezTo>
                  <a:cubicBezTo>
                    <a:pt x="3020" y="759"/>
                    <a:pt x="3235" y="720"/>
                    <a:pt x="3469" y="706"/>
                  </a:cubicBezTo>
                  <a:lnTo>
                    <a:pt x="12454" y="13"/>
                  </a:lnTo>
                  <a:cubicBezTo>
                    <a:pt x="12813" y="-18"/>
                    <a:pt x="13191" y="6"/>
                    <a:pt x="13495" y="80"/>
                  </a:cubicBezTo>
                  <a:cubicBezTo>
                    <a:pt x="13816" y="150"/>
                    <a:pt x="14039" y="263"/>
                    <a:pt x="14111" y="393"/>
                  </a:cubicBezTo>
                  <a:cubicBezTo>
                    <a:pt x="14260" y="683"/>
                    <a:pt x="18233" y="7541"/>
                    <a:pt x="17871" y="10170"/>
                  </a:cubicBezTo>
                  <a:cubicBezTo>
                    <a:pt x="17982" y="12134"/>
                    <a:pt x="18986" y="14079"/>
                    <a:pt x="20845" y="15933"/>
                  </a:cubicBezTo>
                  <a:cubicBezTo>
                    <a:pt x="21096" y="16185"/>
                    <a:pt x="20714" y="16461"/>
                    <a:pt x="19993" y="16549"/>
                  </a:cubicBezTo>
                  <a:cubicBezTo>
                    <a:pt x="19987" y="16549"/>
                    <a:pt x="19981" y="16550"/>
                    <a:pt x="19974" y="16551"/>
                  </a:cubicBezTo>
                  <a:cubicBezTo>
                    <a:pt x="13793" y="17295"/>
                    <a:pt x="2768" y="21413"/>
                    <a:pt x="2661" y="21458"/>
                  </a:cubicBezTo>
                  <a:cubicBezTo>
                    <a:pt x="2387" y="21542"/>
                    <a:pt x="2026" y="21582"/>
                    <a:pt x="1663" y="21569"/>
                  </a:cubicBezTo>
                  <a:close/>
                  <a:moveTo>
                    <a:pt x="4488" y="1577"/>
                  </a:moveTo>
                  <a:cubicBezTo>
                    <a:pt x="4189" y="1704"/>
                    <a:pt x="4044" y="1867"/>
                    <a:pt x="4084" y="2031"/>
                  </a:cubicBezTo>
                  <a:cubicBezTo>
                    <a:pt x="4887" y="5084"/>
                    <a:pt x="4958" y="8155"/>
                    <a:pt x="4297" y="11212"/>
                  </a:cubicBezTo>
                  <a:cubicBezTo>
                    <a:pt x="3307" y="14118"/>
                    <a:pt x="2804" y="17042"/>
                    <a:pt x="2789" y="19968"/>
                  </a:cubicBezTo>
                  <a:cubicBezTo>
                    <a:pt x="6166" y="18785"/>
                    <a:pt x="12794" y="16581"/>
                    <a:pt x="17808" y="15769"/>
                  </a:cubicBezTo>
                  <a:cubicBezTo>
                    <a:pt x="16051" y="13935"/>
                    <a:pt x="15142" y="12015"/>
                    <a:pt x="15110" y="10080"/>
                  </a:cubicBezTo>
                  <a:cubicBezTo>
                    <a:pt x="15407" y="7958"/>
                    <a:pt x="12561" y="2634"/>
                    <a:pt x="11668" y="101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2" name="자유형: 도형 11"/>
            <p:cNvSpPr/>
            <p:nvPr/>
          </p:nvSpPr>
          <p:spPr>
            <a:xfrm>
              <a:off x="2901476" y="6176089"/>
              <a:ext cx="172120" cy="314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2" h="21203" extrusionOk="0">
                  <a:moveTo>
                    <a:pt x="20089" y="21203"/>
                  </a:moveTo>
                  <a:cubicBezTo>
                    <a:pt x="19901" y="21202"/>
                    <a:pt x="19720" y="21166"/>
                    <a:pt x="19574" y="21102"/>
                  </a:cubicBezTo>
                  <a:cubicBezTo>
                    <a:pt x="15528" y="19374"/>
                    <a:pt x="10639" y="18359"/>
                    <a:pt x="5543" y="18190"/>
                  </a:cubicBezTo>
                  <a:cubicBezTo>
                    <a:pt x="5149" y="18184"/>
                    <a:pt x="4817" y="18027"/>
                    <a:pt x="4746" y="17812"/>
                  </a:cubicBezTo>
                  <a:cubicBezTo>
                    <a:pt x="4000" y="16056"/>
                    <a:pt x="3001" y="14337"/>
                    <a:pt x="1757" y="12670"/>
                  </a:cubicBezTo>
                  <a:cubicBezTo>
                    <a:pt x="-601" y="9399"/>
                    <a:pt x="96" y="939"/>
                    <a:pt x="96" y="589"/>
                  </a:cubicBezTo>
                  <a:cubicBezTo>
                    <a:pt x="106" y="376"/>
                    <a:pt x="382" y="195"/>
                    <a:pt x="761" y="156"/>
                  </a:cubicBezTo>
                  <a:cubicBezTo>
                    <a:pt x="5643" y="-397"/>
                    <a:pt x="6440" y="681"/>
                    <a:pt x="6556" y="902"/>
                  </a:cubicBezTo>
                  <a:cubicBezTo>
                    <a:pt x="6556" y="902"/>
                    <a:pt x="6556" y="967"/>
                    <a:pt x="6556" y="1004"/>
                  </a:cubicBezTo>
                  <a:cubicBezTo>
                    <a:pt x="6556" y="1041"/>
                    <a:pt x="7436" y="8689"/>
                    <a:pt x="12069" y="12983"/>
                  </a:cubicBezTo>
                  <a:cubicBezTo>
                    <a:pt x="16702" y="17277"/>
                    <a:pt x="20720" y="20438"/>
                    <a:pt x="20753" y="20466"/>
                  </a:cubicBezTo>
                  <a:cubicBezTo>
                    <a:pt x="20999" y="20650"/>
                    <a:pt x="20956" y="20908"/>
                    <a:pt x="20654" y="21065"/>
                  </a:cubicBezTo>
                  <a:cubicBezTo>
                    <a:pt x="20503" y="21148"/>
                    <a:pt x="20302" y="21197"/>
                    <a:pt x="20089" y="21203"/>
                  </a:cubicBezTo>
                  <a:close/>
                  <a:moveTo>
                    <a:pt x="6224" y="17287"/>
                  </a:moveTo>
                  <a:cubicBezTo>
                    <a:pt x="10000" y="17458"/>
                    <a:pt x="13673" y="18057"/>
                    <a:pt x="17017" y="19047"/>
                  </a:cubicBezTo>
                  <a:cubicBezTo>
                    <a:pt x="15357" y="17710"/>
                    <a:pt x="13148" y="15766"/>
                    <a:pt x="10674" y="13462"/>
                  </a:cubicBezTo>
                  <a:cubicBezTo>
                    <a:pt x="6041" y="9177"/>
                    <a:pt x="5028" y="2073"/>
                    <a:pt x="4912" y="1142"/>
                  </a:cubicBezTo>
                  <a:cubicBezTo>
                    <a:pt x="4812" y="1087"/>
                    <a:pt x="4115" y="783"/>
                    <a:pt x="1707" y="995"/>
                  </a:cubicBezTo>
                  <a:cubicBezTo>
                    <a:pt x="1608" y="2662"/>
                    <a:pt x="1342" y="9601"/>
                    <a:pt x="3368" y="12329"/>
                  </a:cubicBezTo>
                  <a:cubicBezTo>
                    <a:pt x="4542" y="13940"/>
                    <a:pt x="5497" y="15597"/>
                    <a:pt x="6224" y="17287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3" name="자유형: 도형 12"/>
            <p:cNvSpPr/>
            <p:nvPr/>
          </p:nvSpPr>
          <p:spPr>
            <a:xfrm>
              <a:off x="2715382" y="6213587"/>
              <a:ext cx="121090" cy="100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4" h="20400" extrusionOk="0">
                  <a:moveTo>
                    <a:pt x="6832" y="20317"/>
                  </a:moveTo>
                  <a:cubicBezTo>
                    <a:pt x="5576" y="20311"/>
                    <a:pt x="4359" y="19814"/>
                    <a:pt x="3385" y="18908"/>
                  </a:cubicBezTo>
                  <a:cubicBezTo>
                    <a:pt x="1214" y="16489"/>
                    <a:pt x="4" y="13155"/>
                    <a:pt x="35" y="9683"/>
                  </a:cubicBezTo>
                  <a:cubicBezTo>
                    <a:pt x="-167" y="7567"/>
                    <a:pt x="503" y="5465"/>
                    <a:pt x="1843" y="3993"/>
                  </a:cubicBezTo>
                  <a:cubicBezTo>
                    <a:pt x="6495" y="-1200"/>
                    <a:pt x="18714" y="98"/>
                    <a:pt x="19944" y="264"/>
                  </a:cubicBezTo>
                  <a:cubicBezTo>
                    <a:pt x="20804" y="363"/>
                    <a:pt x="21433" y="1241"/>
                    <a:pt x="21346" y="2228"/>
                  </a:cubicBezTo>
                  <a:cubicBezTo>
                    <a:pt x="21315" y="2606"/>
                    <a:pt x="21177" y="2962"/>
                    <a:pt x="20956" y="3247"/>
                  </a:cubicBezTo>
                  <a:lnTo>
                    <a:pt x="8230" y="19820"/>
                  </a:lnTo>
                  <a:cubicBezTo>
                    <a:pt x="7986" y="20135"/>
                    <a:pt x="7654" y="20339"/>
                    <a:pt x="7290" y="20400"/>
                  </a:cubicBezTo>
                  <a:close/>
                  <a:moveTo>
                    <a:pt x="15292" y="3744"/>
                  </a:moveTo>
                  <a:cubicBezTo>
                    <a:pt x="11267" y="3744"/>
                    <a:pt x="6157" y="4324"/>
                    <a:pt x="4036" y="6700"/>
                  </a:cubicBezTo>
                  <a:cubicBezTo>
                    <a:pt x="3376" y="7407"/>
                    <a:pt x="3046" y="8432"/>
                    <a:pt x="3145" y="9462"/>
                  </a:cubicBezTo>
                  <a:cubicBezTo>
                    <a:pt x="3070" y="11917"/>
                    <a:pt x="3841" y="14309"/>
                    <a:pt x="5290" y="16119"/>
                  </a:cubicBezTo>
                  <a:cubicBezTo>
                    <a:pt x="5605" y="16436"/>
                    <a:pt x="5986" y="16657"/>
                    <a:pt x="6398" y="16754"/>
                  </a:cubicBezTo>
                  <a:lnTo>
                    <a:pt x="16473" y="3689"/>
                  </a:ln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4" name="자유형: 도형 13"/>
            <p:cNvSpPr/>
            <p:nvPr/>
          </p:nvSpPr>
          <p:spPr>
            <a:xfrm>
              <a:off x="2818733" y="6206005"/>
              <a:ext cx="108427" cy="84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55" h="18431" extrusionOk="0">
                  <a:moveTo>
                    <a:pt x="17675" y="18430"/>
                  </a:moveTo>
                  <a:cubicBezTo>
                    <a:pt x="16816" y="18344"/>
                    <a:pt x="16011" y="17899"/>
                    <a:pt x="15397" y="17177"/>
                  </a:cubicBezTo>
                  <a:cubicBezTo>
                    <a:pt x="12169" y="13867"/>
                    <a:pt x="882" y="5696"/>
                    <a:pt x="782" y="5607"/>
                  </a:cubicBezTo>
                  <a:cubicBezTo>
                    <a:pt x="254" y="5225"/>
                    <a:pt x="-46" y="4521"/>
                    <a:pt x="6" y="3788"/>
                  </a:cubicBezTo>
                  <a:cubicBezTo>
                    <a:pt x="54" y="3051"/>
                    <a:pt x="452" y="2410"/>
                    <a:pt x="1033" y="2147"/>
                  </a:cubicBezTo>
                  <a:cubicBezTo>
                    <a:pt x="2259" y="1581"/>
                    <a:pt x="13120" y="-3161"/>
                    <a:pt x="16549" y="3579"/>
                  </a:cubicBezTo>
                  <a:cubicBezTo>
                    <a:pt x="17500" y="5398"/>
                    <a:pt x="21554" y="15179"/>
                    <a:pt x="19051" y="17804"/>
                  </a:cubicBezTo>
                  <a:cubicBezTo>
                    <a:pt x="18678" y="18216"/>
                    <a:pt x="18185" y="18439"/>
                    <a:pt x="17675" y="18430"/>
                  </a:cubicBezTo>
                  <a:close/>
                  <a:moveTo>
                    <a:pt x="5537" y="4563"/>
                  </a:moveTo>
                  <a:cubicBezTo>
                    <a:pt x="8741" y="6949"/>
                    <a:pt x="13646" y="10527"/>
                    <a:pt x="16423" y="13181"/>
                  </a:cubicBezTo>
                  <a:cubicBezTo>
                    <a:pt x="15858" y="10506"/>
                    <a:pt x="14962" y="7941"/>
                    <a:pt x="13771" y="5577"/>
                  </a:cubicBezTo>
                  <a:cubicBezTo>
                    <a:pt x="12619" y="3340"/>
                    <a:pt x="8766" y="3668"/>
                    <a:pt x="5537" y="4563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5" name="자유형: 도형 14"/>
            <p:cNvSpPr/>
            <p:nvPr/>
          </p:nvSpPr>
          <p:spPr>
            <a:xfrm>
              <a:off x="2760019" y="6215809"/>
              <a:ext cx="100307" cy="208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48" h="21560" extrusionOk="0">
                  <a:moveTo>
                    <a:pt x="1833" y="21545"/>
                  </a:moveTo>
                  <a:cubicBezTo>
                    <a:pt x="1627" y="21565"/>
                    <a:pt x="1418" y="21565"/>
                    <a:pt x="1211" y="21545"/>
                  </a:cubicBezTo>
                  <a:cubicBezTo>
                    <a:pt x="256" y="21367"/>
                    <a:pt x="-233" y="20840"/>
                    <a:pt x="109" y="20360"/>
                  </a:cubicBezTo>
                  <a:lnTo>
                    <a:pt x="5339" y="13547"/>
                  </a:lnTo>
                  <a:cubicBezTo>
                    <a:pt x="8251" y="9373"/>
                    <a:pt x="10529" y="5096"/>
                    <a:pt x="12152" y="752"/>
                  </a:cubicBezTo>
                  <a:cubicBezTo>
                    <a:pt x="12315" y="340"/>
                    <a:pt x="13008" y="34"/>
                    <a:pt x="13848" y="4"/>
                  </a:cubicBezTo>
                  <a:cubicBezTo>
                    <a:pt x="14684" y="-35"/>
                    <a:pt x="15464" y="224"/>
                    <a:pt x="15714" y="625"/>
                  </a:cubicBezTo>
                  <a:cubicBezTo>
                    <a:pt x="15939" y="964"/>
                    <a:pt x="21367" y="9004"/>
                    <a:pt x="20689" y="12207"/>
                  </a:cubicBezTo>
                  <a:cubicBezTo>
                    <a:pt x="20010" y="15409"/>
                    <a:pt x="19445" y="18555"/>
                    <a:pt x="19445" y="18555"/>
                  </a:cubicBezTo>
                  <a:cubicBezTo>
                    <a:pt x="19275" y="19054"/>
                    <a:pt x="18326" y="19390"/>
                    <a:pt x="17325" y="19304"/>
                  </a:cubicBezTo>
                  <a:cubicBezTo>
                    <a:pt x="16409" y="19226"/>
                    <a:pt x="15756" y="18820"/>
                    <a:pt x="15798" y="18357"/>
                  </a:cubicBezTo>
                  <a:cubicBezTo>
                    <a:pt x="15798" y="18357"/>
                    <a:pt x="16505" y="15084"/>
                    <a:pt x="17014" y="12051"/>
                  </a:cubicBezTo>
                  <a:cubicBezTo>
                    <a:pt x="16737" y="9526"/>
                    <a:pt x="15784" y="7031"/>
                    <a:pt x="14187" y="4631"/>
                  </a:cubicBezTo>
                  <a:cubicBezTo>
                    <a:pt x="12728" y="7879"/>
                    <a:pt x="10840" y="11074"/>
                    <a:pt x="8533" y="14196"/>
                  </a:cubicBezTo>
                  <a:cubicBezTo>
                    <a:pt x="4406" y="19584"/>
                    <a:pt x="3332" y="20995"/>
                    <a:pt x="3332" y="21009"/>
                  </a:cubicBezTo>
                  <a:cubicBezTo>
                    <a:pt x="3060" y="21310"/>
                    <a:pt x="2489" y="21514"/>
                    <a:pt x="1833" y="21545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6" name="자유형: 도형 15"/>
            <p:cNvSpPr/>
            <p:nvPr/>
          </p:nvSpPr>
          <p:spPr>
            <a:xfrm>
              <a:off x="2754112" y="6285932"/>
              <a:ext cx="197607" cy="145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26" extrusionOk="0">
                  <a:moveTo>
                    <a:pt x="20512" y="21326"/>
                  </a:moveTo>
                  <a:cubicBezTo>
                    <a:pt x="20363" y="21330"/>
                    <a:pt x="20214" y="21282"/>
                    <a:pt x="20082" y="21186"/>
                  </a:cubicBezTo>
                  <a:cubicBezTo>
                    <a:pt x="11961" y="15746"/>
                    <a:pt x="1009" y="14546"/>
                    <a:pt x="891" y="14525"/>
                  </a:cubicBezTo>
                  <a:cubicBezTo>
                    <a:pt x="360" y="14471"/>
                    <a:pt x="-37" y="13847"/>
                    <a:pt x="3" y="13131"/>
                  </a:cubicBezTo>
                  <a:cubicBezTo>
                    <a:pt x="25" y="12731"/>
                    <a:pt x="184" y="12367"/>
                    <a:pt x="431" y="12145"/>
                  </a:cubicBezTo>
                  <a:cubicBezTo>
                    <a:pt x="4581" y="8853"/>
                    <a:pt x="9079" y="6439"/>
                    <a:pt x="13769" y="4984"/>
                  </a:cubicBezTo>
                  <a:cubicBezTo>
                    <a:pt x="9710" y="3210"/>
                    <a:pt x="5451" y="2418"/>
                    <a:pt x="1187" y="2644"/>
                  </a:cubicBezTo>
                  <a:cubicBezTo>
                    <a:pt x="655" y="2704"/>
                    <a:pt x="187" y="2172"/>
                    <a:pt x="142" y="1454"/>
                  </a:cubicBezTo>
                  <a:cubicBezTo>
                    <a:pt x="98" y="736"/>
                    <a:pt x="492" y="104"/>
                    <a:pt x="1024" y="44"/>
                  </a:cubicBezTo>
                  <a:cubicBezTo>
                    <a:pt x="6693" y="-270"/>
                    <a:pt x="12342" y="1096"/>
                    <a:pt x="17578" y="4045"/>
                  </a:cubicBezTo>
                  <a:cubicBezTo>
                    <a:pt x="17971" y="4268"/>
                    <a:pt x="18211" y="4811"/>
                    <a:pt x="18171" y="5385"/>
                  </a:cubicBezTo>
                  <a:cubicBezTo>
                    <a:pt x="18125" y="5957"/>
                    <a:pt x="17805" y="6420"/>
                    <a:pt x="17385" y="6525"/>
                  </a:cubicBezTo>
                  <a:cubicBezTo>
                    <a:pt x="12756" y="7747"/>
                    <a:pt x="8249" y="9701"/>
                    <a:pt x="3958" y="12345"/>
                  </a:cubicBezTo>
                  <a:cubicBezTo>
                    <a:pt x="9815" y="13337"/>
                    <a:pt x="15527" y="15523"/>
                    <a:pt x="20898" y="18826"/>
                  </a:cubicBezTo>
                  <a:cubicBezTo>
                    <a:pt x="21372" y="19148"/>
                    <a:pt x="21563" y="19926"/>
                    <a:pt x="21327" y="20566"/>
                  </a:cubicBezTo>
                  <a:cubicBezTo>
                    <a:pt x="21184" y="21006"/>
                    <a:pt x="20868" y="21300"/>
                    <a:pt x="20512" y="2132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7" name="자유형: 도형 16"/>
            <p:cNvSpPr/>
            <p:nvPr/>
          </p:nvSpPr>
          <p:spPr>
            <a:xfrm>
              <a:off x="2750806" y="6269090"/>
              <a:ext cx="184908" cy="201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8" h="21510" extrusionOk="0">
                  <a:moveTo>
                    <a:pt x="2730" y="21510"/>
                  </a:moveTo>
                  <a:cubicBezTo>
                    <a:pt x="2527" y="21506"/>
                    <a:pt x="2329" y="21450"/>
                    <a:pt x="2160" y="21350"/>
                  </a:cubicBezTo>
                  <a:cubicBezTo>
                    <a:pt x="1691" y="21049"/>
                    <a:pt x="1572" y="20459"/>
                    <a:pt x="1890" y="20023"/>
                  </a:cubicBezTo>
                  <a:cubicBezTo>
                    <a:pt x="5199" y="15727"/>
                    <a:pt x="9973" y="12572"/>
                    <a:pt x="15454" y="11057"/>
                  </a:cubicBezTo>
                  <a:lnTo>
                    <a:pt x="829" y="8316"/>
                  </a:lnTo>
                  <a:cubicBezTo>
                    <a:pt x="418" y="8245"/>
                    <a:pt x="98" y="7950"/>
                    <a:pt x="21" y="7573"/>
                  </a:cubicBezTo>
                  <a:cubicBezTo>
                    <a:pt x="-62" y="7194"/>
                    <a:pt x="114" y="6807"/>
                    <a:pt x="464" y="6596"/>
                  </a:cubicBezTo>
                  <a:cubicBezTo>
                    <a:pt x="5942" y="3565"/>
                    <a:pt x="11904" y="1346"/>
                    <a:pt x="18131" y="21"/>
                  </a:cubicBezTo>
                  <a:cubicBezTo>
                    <a:pt x="18688" y="-87"/>
                    <a:pt x="19232" y="240"/>
                    <a:pt x="19351" y="750"/>
                  </a:cubicBezTo>
                  <a:cubicBezTo>
                    <a:pt x="19475" y="1253"/>
                    <a:pt x="19134" y="1753"/>
                    <a:pt x="18588" y="1867"/>
                  </a:cubicBezTo>
                  <a:cubicBezTo>
                    <a:pt x="18578" y="1868"/>
                    <a:pt x="18569" y="1871"/>
                    <a:pt x="18559" y="1872"/>
                  </a:cubicBezTo>
                  <a:cubicBezTo>
                    <a:pt x="13443" y="2997"/>
                    <a:pt x="8499" y="4701"/>
                    <a:pt x="3839" y="6946"/>
                  </a:cubicBezTo>
                  <a:lnTo>
                    <a:pt x="20635" y="10095"/>
                  </a:lnTo>
                  <a:cubicBezTo>
                    <a:pt x="21189" y="10210"/>
                    <a:pt x="21538" y="10717"/>
                    <a:pt x="21413" y="11228"/>
                  </a:cubicBezTo>
                  <a:cubicBezTo>
                    <a:pt x="21316" y="11621"/>
                    <a:pt x="20960" y="11916"/>
                    <a:pt x="20524" y="11961"/>
                  </a:cubicBezTo>
                  <a:cubicBezTo>
                    <a:pt x="20413" y="11961"/>
                    <a:pt x="9686" y="12938"/>
                    <a:pt x="3586" y="21102"/>
                  </a:cubicBezTo>
                  <a:cubicBezTo>
                    <a:pt x="3391" y="21360"/>
                    <a:pt x="3071" y="21513"/>
                    <a:pt x="2730" y="21510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8" name="자유형: 도형 17"/>
            <p:cNvSpPr/>
            <p:nvPr/>
          </p:nvSpPr>
          <p:spPr>
            <a:xfrm>
              <a:off x="1710801" y="5752133"/>
              <a:ext cx="359437" cy="6748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62" y="131"/>
                  </a:moveTo>
                  <a:lnTo>
                    <a:pt x="17288" y="13018"/>
                  </a:lnTo>
                  <a:lnTo>
                    <a:pt x="21600" y="18870"/>
                  </a:lnTo>
                  <a:lnTo>
                    <a:pt x="9010" y="21600"/>
                  </a:lnTo>
                  <a:lnTo>
                    <a:pt x="649" y="16710"/>
                  </a:lnTo>
                  <a:lnTo>
                    <a:pt x="4221" y="14667"/>
                  </a:lnTo>
                  <a:lnTo>
                    <a:pt x="0" y="0"/>
                  </a:lnTo>
                  <a:lnTo>
                    <a:pt x="16262" y="131"/>
                  </a:ln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19" name="자유형: 도형 18"/>
            <p:cNvSpPr/>
            <p:nvPr/>
          </p:nvSpPr>
          <p:spPr>
            <a:xfrm>
              <a:off x="1700961" y="5741747"/>
              <a:ext cx="381167" cy="69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37" y="21600"/>
                  </a:moveTo>
                  <a:lnTo>
                    <a:pt x="503" y="16506"/>
                  </a:lnTo>
                  <a:lnTo>
                    <a:pt x="4027" y="14434"/>
                  </a:lnTo>
                  <a:lnTo>
                    <a:pt x="0" y="0"/>
                  </a:lnTo>
                  <a:lnTo>
                    <a:pt x="16403" y="140"/>
                  </a:lnTo>
                  <a:lnTo>
                    <a:pt x="17379" y="12876"/>
                  </a:lnTo>
                  <a:lnTo>
                    <a:pt x="21600" y="18768"/>
                  </a:lnTo>
                  <a:close/>
                  <a:moveTo>
                    <a:pt x="1874" y="16527"/>
                  </a:moveTo>
                  <a:lnTo>
                    <a:pt x="9208" y="20942"/>
                  </a:lnTo>
                  <a:lnTo>
                    <a:pt x="20299" y="18467"/>
                  </a:lnTo>
                  <a:lnTo>
                    <a:pt x="16380" y="12948"/>
                  </a:lnTo>
                  <a:lnTo>
                    <a:pt x="15435" y="700"/>
                  </a:lnTo>
                  <a:lnTo>
                    <a:pt x="1169" y="582"/>
                  </a:lnTo>
                  <a:lnTo>
                    <a:pt x="5065" y="14646"/>
                  </a:ln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0" name="자유형: 도형 19"/>
            <p:cNvSpPr/>
            <p:nvPr/>
          </p:nvSpPr>
          <p:spPr>
            <a:xfrm>
              <a:off x="1280035" y="6210243"/>
              <a:ext cx="831996" cy="462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5" h="19549" extrusionOk="0">
                  <a:moveTo>
                    <a:pt x="21198" y="11447"/>
                  </a:moveTo>
                  <a:cubicBezTo>
                    <a:pt x="21234" y="12216"/>
                    <a:pt x="21234" y="12988"/>
                    <a:pt x="21198" y="13757"/>
                  </a:cubicBezTo>
                  <a:cubicBezTo>
                    <a:pt x="21030" y="15969"/>
                    <a:pt x="17959" y="15178"/>
                    <a:pt x="13454" y="16893"/>
                  </a:cubicBezTo>
                  <a:cubicBezTo>
                    <a:pt x="7269" y="19249"/>
                    <a:pt x="-366" y="21600"/>
                    <a:pt x="14" y="16558"/>
                  </a:cubicBezTo>
                  <a:cubicBezTo>
                    <a:pt x="394" y="11516"/>
                    <a:pt x="1374" y="10113"/>
                    <a:pt x="2908" y="9529"/>
                  </a:cubicBezTo>
                  <a:cubicBezTo>
                    <a:pt x="4442" y="8946"/>
                    <a:pt x="12799" y="6"/>
                    <a:pt x="12799" y="6"/>
                  </a:cubicBezTo>
                  <a:lnTo>
                    <a:pt x="14640" y="4464"/>
                  </a:lnTo>
                  <a:lnTo>
                    <a:pt x="18858" y="0"/>
                  </a:lnTo>
                  <a:cubicBezTo>
                    <a:pt x="18858" y="0"/>
                    <a:pt x="20908" y="1698"/>
                    <a:pt x="21198" y="1144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1" name="자유형: 도형 20"/>
            <p:cNvSpPr/>
            <p:nvPr/>
          </p:nvSpPr>
          <p:spPr>
            <a:xfrm>
              <a:off x="1270235" y="6201983"/>
              <a:ext cx="850385" cy="4794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0" h="20705" extrusionOk="0">
                  <a:moveTo>
                    <a:pt x="3539" y="20704"/>
                  </a:moveTo>
                  <a:cubicBezTo>
                    <a:pt x="2155" y="20704"/>
                    <a:pt x="1058" y="20344"/>
                    <a:pt x="480" y="19453"/>
                  </a:cubicBezTo>
                  <a:cubicBezTo>
                    <a:pt x="113" y="18898"/>
                    <a:pt x="-61" y="18060"/>
                    <a:pt x="20" y="17234"/>
                  </a:cubicBezTo>
                  <a:cubicBezTo>
                    <a:pt x="418" y="11840"/>
                    <a:pt x="1476" y="10365"/>
                    <a:pt x="3058" y="9745"/>
                  </a:cubicBezTo>
                  <a:cubicBezTo>
                    <a:pt x="4217" y="9291"/>
                    <a:pt x="9940" y="3213"/>
                    <a:pt x="12805" y="61"/>
                  </a:cubicBezTo>
                  <a:cubicBezTo>
                    <a:pt x="12907" y="-52"/>
                    <a:pt x="13044" y="-5"/>
                    <a:pt x="13113" y="168"/>
                  </a:cubicBezTo>
                  <a:lnTo>
                    <a:pt x="14815" y="4422"/>
                  </a:lnTo>
                  <a:lnTo>
                    <a:pt x="18819" y="55"/>
                  </a:lnTo>
                  <a:cubicBezTo>
                    <a:pt x="18887" y="-12"/>
                    <a:pt x="18972" y="-12"/>
                    <a:pt x="19040" y="55"/>
                  </a:cubicBezTo>
                  <a:cubicBezTo>
                    <a:pt x="19130" y="132"/>
                    <a:pt x="21213" y="2009"/>
                    <a:pt x="21504" y="12076"/>
                  </a:cubicBezTo>
                  <a:cubicBezTo>
                    <a:pt x="21539" y="12878"/>
                    <a:pt x="21539" y="13683"/>
                    <a:pt x="21504" y="14484"/>
                  </a:cubicBezTo>
                  <a:cubicBezTo>
                    <a:pt x="21379" y="16172"/>
                    <a:pt x="20140" y="16414"/>
                    <a:pt x="18085" y="16809"/>
                  </a:cubicBezTo>
                  <a:cubicBezTo>
                    <a:pt x="16593" y="17055"/>
                    <a:pt x="15111" y="17449"/>
                    <a:pt x="13646" y="17990"/>
                  </a:cubicBezTo>
                  <a:cubicBezTo>
                    <a:pt x="9992" y="19406"/>
                    <a:pt x="6196" y="20704"/>
                    <a:pt x="3539" y="20704"/>
                  </a:cubicBezTo>
                  <a:close/>
                  <a:moveTo>
                    <a:pt x="12881" y="887"/>
                  </a:moveTo>
                  <a:cubicBezTo>
                    <a:pt x="11618" y="2268"/>
                    <a:pt x="4594" y="9911"/>
                    <a:pt x="3193" y="10471"/>
                  </a:cubicBezTo>
                  <a:cubicBezTo>
                    <a:pt x="1791" y="11032"/>
                    <a:pt x="867" y="12330"/>
                    <a:pt x="501" y="17305"/>
                  </a:cubicBezTo>
                  <a:cubicBezTo>
                    <a:pt x="435" y="17889"/>
                    <a:pt x="553" y="18488"/>
                    <a:pt x="812" y="18887"/>
                  </a:cubicBezTo>
                  <a:cubicBezTo>
                    <a:pt x="2542" y="21548"/>
                    <a:pt x="10549" y="18409"/>
                    <a:pt x="13566" y="17222"/>
                  </a:cubicBezTo>
                  <a:cubicBezTo>
                    <a:pt x="15051" y="16671"/>
                    <a:pt x="16553" y="16265"/>
                    <a:pt x="18064" y="16007"/>
                  </a:cubicBezTo>
                  <a:cubicBezTo>
                    <a:pt x="19836" y="15664"/>
                    <a:pt x="21009" y="15417"/>
                    <a:pt x="21088" y="14348"/>
                  </a:cubicBezTo>
                  <a:cubicBezTo>
                    <a:pt x="21122" y="13592"/>
                    <a:pt x="21122" y="12833"/>
                    <a:pt x="21088" y="12076"/>
                  </a:cubicBezTo>
                  <a:cubicBezTo>
                    <a:pt x="20850" y="3815"/>
                    <a:pt x="19358" y="1336"/>
                    <a:pt x="18974" y="817"/>
                  </a:cubicBezTo>
                  <a:lnTo>
                    <a:pt x="14898" y="5243"/>
                  </a:lnTo>
                  <a:cubicBezTo>
                    <a:pt x="14796" y="5356"/>
                    <a:pt x="14659" y="5309"/>
                    <a:pt x="14590" y="513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2" name="자유형: 도형 21"/>
            <p:cNvSpPr/>
            <p:nvPr/>
          </p:nvSpPr>
          <p:spPr>
            <a:xfrm>
              <a:off x="1275103" y="6567769"/>
              <a:ext cx="294927" cy="45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7" h="21021" extrusionOk="0">
                  <a:moveTo>
                    <a:pt x="10639" y="21021"/>
                  </a:moveTo>
                  <a:cubicBezTo>
                    <a:pt x="3569" y="21021"/>
                    <a:pt x="477" y="8433"/>
                    <a:pt x="318" y="7615"/>
                  </a:cubicBezTo>
                  <a:cubicBezTo>
                    <a:pt x="10" y="6470"/>
                    <a:pt x="-92" y="3959"/>
                    <a:pt x="89" y="2014"/>
                  </a:cubicBezTo>
                  <a:cubicBezTo>
                    <a:pt x="271" y="68"/>
                    <a:pt x="667" y="-579"/>
                    <a:pt x="974" y="567"/>
                  </a:cubicBezTo>
                  <a:cubicBezTo>
                    <a:pt x="995" y="641"/>
                    <a:pt x="1015" y="730"/>
                    <a:pt x="1034" y="818"/>
                  </a:cubicBezTo>
                  <a:cubicBezTo>
                    <a:pt x="1034" y="818"/>
                    <a:pt x="5479" y="18755"/>
                    <a:pt x="15819" y="10699"/>
                  </a:cubicBezTo>
                  <a:cubicBezTo>
                    <a:pt x="17410" y="9504"/>
                    <a:pt x="19001" y="7930"/>
                    <a:pt x="20702" y="6105"/>
                  </a:cubicBezTo>
                  <a:cubicBezTo>
                    <a:pt x="21050" y="5721"/>
                    <a:pt x="21382" y="7181"/>
                    <a:pt x="21447" y="9377"/>
                  </a:cubicBezTo>
                  <a:cubicBezTo>
                    <a:pt x="21508" y="11618"/>
                    <a:pt x="21273" y="13746"/>
                    <a:pt x="20920" y="14161"/>
                  </a:cubicBezTo>
                  <a:cubicBezTo>
                    <a:pt x="19210" y="16048"/>
                    <a:pt x="17589" y="17559"/>
                    <a:pt x="15949" y="18818"/>
                  </a:cubicBezTo>
                  <a:cubicBezTo>
                    <a:pt x="14188" y="20246"/>
                    <a:pt x="12415" y="20977"/>
                    <a:pt x="10639" y="21021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3" name="자유형: 도형 23"/>
            <p:cNvSpPr/>
            <p:nvPr/>
          </p:nvSpPr>
          <p:spPr>
            <a:xfrm>
              <a:off x="1508790" y="6202003"/>
              <a:ext cx="612570" cy="397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577" extrusionOk="0">
                  <a:moveTo>
                    <a:pt x="1819" y="21547"/>
                  </a:moveTo>
                  <a:cubicBezTo>
                    <a:pt x="1752" y="21545"/>
                    <a:pt x="1686" y="21511"/>
                    <a:pt x="1631" y="21451"/>
                  </a:cubicBezTo>
                  <a:cubicBezTo>
                    <a:pt x="1564" y="21369"/>
                    <a:pt x="1520" y="21249"/>
                    <a:pt x="1511" y="21117"/>
                  </a:cubicBezTo>
                  <a:cubicBezTo>
                    <a:pt x="1319" y="18481"/>
                    <a:pt x="828" y="16432"/>
                    <a:pt x="68" y="15021"/>
                  </a:cubicBezTo>
                  <a:lnTo>
                    <a:pt x="68" y="14977"/>
                  </a:lnTo>
                  <a:cubicBezTo>
                    <a:pt x="-37" y="14770"/>
                    <a:pt x="-18" y="14472"/>
                    <a:pt x="112" y="14301"/>
                  </a:cubicBezTo>
                  <a:cubicBezTo>
                    <a:pt x="208" y="14173"/>
                    <a:pt x="346" y="14149"/>
                    <a:pt x="458" y="14242"/>
                  </a:cubicBezTo>
                  <a:cubicBezTo>
                    <a:pt x="6388" y="14836"/>
                    <a:pt x="11722" y="6276"/>
                    <a:pt x="11914" y="5949"/>
                  </a:cubicBezTo>
                  <a:cubicBezTo>
                    <a:pt x="11938" y="5893"/>
                    <a:pt x="11970" y="5845"/>
                    <a:pt x="12006" y="5808"/>
                  </a:cubicBezTo>
                  <a:lnTo>
                    <a:pt x="17825" y="69"/>
                  </a:lnTo>
                  <a:cubicBezTo>
                    <a:pt x="17924" y="-23"/>
                    <a:pt x="18049" y="-23"/>
                    <a:pt x="18148" y="69"/>
                  </a:cubicBezTo>
                  <a:cubicBezTo>
                    <a:pt x="21033" y="2638"/>
                    <a:pt x="21514" y="13900"/>
                    <a:pt x="21558" y="15177"/>
                  </a:cubicBezTo>
                  <a:cubicBezTo>
                    <a:pt x="21563" y="15378"/>
                    <a:pt x="21489" y="15563"/>
                    <a:pt x="21370" y="15645"/>
                  </a:cubicBezTo>
                  <a:cubicBezTo>
                    <a:pt x="21274" y="15712"/>
                    <a:pt x="18908" y="17323"/>
                    <a:pt x="13675" y="18140"/>
                  </a:cubicBezTo>
                  <a:cubicBezTo>
                    <a:pt x="11181" y="18582"/>
                    <a:pt x="8707" y="19264"/>
                    <a:pt x="6268" y="20181"/>
                  </a:cubicBezTo>
                  <a:cubicBezTo>
                    <a:pt x="4883" y="20664"/>
                    <a:pt x="3449" y="21161"/>
                    <a:pt x="1939" y="21577"/>
                  </a:cubicBezTo>
                  <a:close/>
                  <a:moveTo>
                    <a:pt x="924" y="15207"/>
                  </a:moveTo>
                  <a:cubicBezTo>
                    <a:pt x="1559" y="16816"/>
                    <a:pt x="1957" y="18621"/>
                    <a:pt x="2088" y="20493"/>
                  </a:cubicBezTo>
                  <a:cubicBezTo>
                    <a:pt x="3474" y="20107"/>
                    <a:pt x="4796" y="19647"/>
                    <a:pt x="6076" y="19201"/>
                  </a:cubicBezTo>
                  <a:cubicBezTo>
                    <a:pt x="8539" y="18276"/>
                    <a:pt x="11036" y="17589"/>
                    <a:pt x="13554" y="17145"/>
                  </a:cubicBezTo>
                  <a:cubicBezTo>
                    <a:pt x="17883" y="16469"/>
                    <a:pt x="20211" y="15237"/>
                    <a:pt x="20865" y="14851"/>
                  </a:cubicBezTo>
                  <a:cubicBezTo>
                    <a:pt x="20692" y="10470"/>
                    <a:pt x="19903" y="3091"/>
                    <a:pt x="17941" y="1019"/>
                  </a:cubicBezTo>
                  <a:lnTo>
                    <a:pt x="12314" y="6573"/>
                  </a:lnTo>
                  <a:cubicBezTo>
                    <a:pt x="11965" y="7181"/>
                    <a:pt x="11584" y="7741"/>
                    <a:pt x="11174" y="8250"/>
                  </a:cubicBezTo>
                  <a:cubicBezTo>
                    <a:pt x="9567" y="10411"/>
                    <a:pt x="5445" y="15214"/>
                    <a:pt x="924" y="15207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4" name="자유형: 도형 24"/>
            <p:cNvSpPr/>
            <p:nvPr/>
          </p:nvSpPr>
          <p:spPr>
            <a:xfrm>
              <a:off x="1399944" y="6420532"/>
              <a:ext cx="169876" cy="178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4" h="21207" extrusionOk="0">
                  <a:moveTo>
                    <a:pt x="20264" y="21207"/>
                  </a:moveTo>
                  <a:cubicBezTo>
                    <a:pt x="19693" y="21208"/>
                    <a:pt x="19214" y="20800"/>
                    <a:pt x="19160" y="20263"/>
                  </a:cubicBezTo>
                  <a:cubicBezTo>
                    <a:pt x="18263" y="12876"/>
                    <a:pt x="15709" y="7653"/>
                    <a:pt x="11483" y="4707"/>
                  </a:cubicBezTo>
                  <a:cubicBezTo>
                    <a:pt x="8557" y="2685"/>
                    <a:pt x="4922" y="1795"/>
                    <a:pt x="1321" y="2218"/>
                  </a:cubicBezTo>
                  <a:cubicBezTo>
                    <a:pt x="712" y="2322"/>
                    <a:pt x="129" y="1938"/>
                    <a:pt x="19" y="1364"/>
                  </a:cubicBezTo>
                  <a:cubicBezTo>
                    <a:pt x="-92" y="788"/>
                    <a:pt x="315" y="238"/>
                    <a:pt x="924" y="135"/>
                  </a:cubicBezTo>
                  <a:cubicBezTo>
                    <a:pt x="5130" y="-392"/>
                    <a:pt x="9388" y="633"/>
                    <a:pt x="12811" y="2999"/>
                  </a:cubicBezTo>
                  <a:cubicBezTo>
                    <a:pt x="17538" y="6253"/>
                    <a:pt x="20419" y="12029"/>
                    <a:pt x="21437" y="20019"/>
                  </a:cubicBezTo>
                  <a:cubicBezTo>
                    <a:pt x="21508" y="20598"/>
                    <a:pt x="21068" y="21122"/>
                    <a:pt x="20454" y="2119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5" name="자유형: 도형 39"/>
            <p:cNvSpPr/>
            <p:nvPr/>
          </p:nvSpPr>
          <p:spPr>
            <a:xfrm>
              <a:off x="1717563" y="6252599"/>
              <a:ext cx="102527" cy="1224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1" h="21497" extrusionOk="0">
                  <a:moveTo>
                    <a:pt x="11234" y="21496"/>
                  </a:moveTo>
                  <a:cubicBezTo>
                    <a:pt x="10251" y="21508"/>
                    <a:pt x="9279" y="21311"/>
                    <a:pt x="8408" y="20920"/>
                  </a:cubicBezTo>
                  <a:cubicBezTo>
                    <a:pt x="8021" y="20736"/>
                    <a:pt x="7730" y="20438"/>
                    <a:pt x="7589" y="20081"/>
                  </a:cubicBezTo>
                  <a:lnTo>
                    <a:pt x="99" y="2065"/>
                  </a:lnTo>
                  <a:cubicBezTo>
                    <a:pt x="-121" y="1516"/>
                    <a:pt x="32" y="909"/>
                    <a:pt x="495" y="482"/>
                  </a:cubicBezTo>
                  <a:cubicBezTo>
                    <a:pt x="987" y="71"/>
                    <a:pt x="1693" y="-92"/>
                    <a:pt x="2360" y="50"/>
                  </a:cubicBezTo>
                  <a:cubicBezTo>
                    <a:pt x="3887" y="434"/>
                    <a:pt x="17536" y="3912"/>
                    <a:pt x="20589" y="9837"/>
                  </a:cubicBezTo>
                  <a:cubicBezTo>
                    <a:pt x="21479" y="11524"/>
                    <a:pt x="21394" y="13465"/>
                    <a:pt x="20363" y="15091"/>
                  </a:cubicBezTo>
                  <a:cubicBezTo>
                    <a:pt x="19071" y="17905"/>
                    <a:pt x="16463" y="20138"/>
                    <a:pt x="13156" y="21256"/>
                  </a:cubicBezTo>
                  <a:cubicBezTo>
                    <a:pt x="12531" y="21410"/>
                    <a:pt x="11884" y="21491"/>
                    <a:pt x="11234" y="21496"/>
                  </a:cubicBezTo>
                  <a:close/>
                  <a:moveTo>
                    <a:pt x="10754" y="18353"/>
                  </a:moveTo>
                  <a:cubicBezTo>
                    <a:pt x="11237" y="18440"/>
                    <a:pt x="11740" y="18440"/>
                    <a:pt x="12223" y="18353"/>
                  </a:cubicBezTo>
                  <a:cubicBezTo>
                    <a:pt x="13410" y="18042"/>
                    <a:pt x="15191" y="16986"/>
                    <a:pt x="17084" y="13796"/>
                  </a:cubicBezTo>
                  <a:cubicBezTo>
                    <a:pt x="17621" y="13001"/>
                    <a:pt x="17675" y="12037"/>
                    <a:pt x="17226" y="11205"/>
                  </a:cubicBezTo>
                  <a:cubicBezTo>
                    <a:pt x="15700" y="8206"/>
                    <a:pt x="9369" y="5639"/>
                    <a:pt x="4819" y="417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6" name="자유형: 도형 40"/>
            <p:cNvSpPr/>
            <p:nvPr/>
          </p:nvSpPr>
          <p:spPr>
            <a:xfrm>
              <a:off x="1613868" y="6223027"/>
              <a:ext cx="122166" cy="678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84" h="17528" extrusionOk="0">
                  <a:moveTo>
                    <a:pt x="2071" y="17523"/>
                  </a:moveTo>
                  <a:cubicBezTo>
                    <a:pt x="1300" y="17593"/>
                    <a:pt x="574" y="16961"/>
                    <a:pt x="211" y="15899"/>
                  </a:cubicBezTo>
                  <a:cubicBezTo>
                    <a:pt x="-1219" y="11593"/>
                    <a:pt x="5066" y="3087"/>
                    <a:pt x="6360" y="1570"/>
                  </a:cubicBezTo>
                  <a:cubicBezTo>
                    <a:pt x="11193" y="-4007"/>
                    <a:pt x="18954" y="6970"/>
                    <a:pt x="19816" y="8240"/>
                  </a:cubicBezTo>
                  <a:cubicBezTo>
                    <a:pt x="20224" y="8847"/>
                    <a:pt x="20381" y="9761"/>
                    <a:pt x="20224" y="10605"/>
                  </a:cubicBezTo>
                  <a:cubicBezTo>
                    <a:pt x="20059" y="11441"/>
                    <a:pt x="19600" y="12056"/>
                    <a:pt x="19044" y="12193"/>
                  </a:cubicBezTo>
                  <a:cubicBezTo>
                    <a:pt x="18931" y="12193"/>
                    <a:pt x="7109" y="15193"/>
                    <a:pt x="3456" y="17099"/>
                  </a:cubicBezTo>
                  <a:cubicBezTo>
                    <a:pt x="3011" y="17353"/>
                    <a:pt x="2543" y="17494"/>
                    <a:pt x="2071" y="17523"/>
                  </a:cubicBezTo>
                  <a:close/>
                  <a:moveTo>
                    <a:pt x="9559" y="4605"/>
                  </a:moveTo>
                  <a:cubicBezTo>
                    <a:pt x="9054" y="4583"/>
                    <a:pt x="8554" y="4806"/>
                    <a:pt x="8130" y="5240"/>
                  </a:cubicBezTo>
                  <a:cubicBezTo>
                    <a:pt x="6451" y="7249"/>
                    <a:pt x="4967" y="9627"/>
                    <a:pt x="3728" y="12299"/>
                  </a:cubicBezTo>
                  <a:cubicBezTo>
                    <a:pt x="6768" y="11028"/>
                    <a:pt x="11965" y="9546"/>
                    <a:pt x="15346" y="8770"/>
                  </a:cubicBezTo>
                  <a:cubicBezTo>
                    <a:pt x="13667" y="6556"/>
                    <a:pt x="11622" y="5113"/>
                    <a:pt x="9446" y="4605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7" name="자유형: 도형 42"/>
            <p:cNvSpPr/>
            <p:nvPr/>
          </p:nvSpPr>
          <p:spPr>
            <a:xfrm>
              <a:off x="1638251" y="6252945"/>
              <a:ext cx="97044" cy="216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476" extrusionOk="0">
                  <a:moveTo>
                    <a:pt x="15365" y="21474"/>
                  </a:moveTo>
                  <a:cubicBezTo>
                    <a:pt x="14295" y="21453"/>
                    <a:pt x="13459" y="21051"/>
                    <a:pt x="13477" y="20568"/>
                  </a:cubicBezTo>
                  <a:cubicBezTo>
                    <a:pt x="13477" y="20568"/>
                    <a:pt x="13477" y="19121"/>
                    <a:pt x="13807" y="13575"/>
                  </a:cubicBezTo>
                  <a:cubicBezTo>
                    <a:pt x="14079" y="10400"/>
                    <a:pt x="14819" y="7236"/>
                    <a:pt x="16024" y="4106"/>
                  </a:cubicBezTo>
                  <a:cubicBezTo>
                    <a:pt x="12569" y="5953"/>
                    <a:pt x="9678" y="8000"/>
                    <a:pt x="7425" y="10193"/>
                  </a:cubicBezTo>
                  <a:lnTo>
                    <a:pt x="3830" y="15523"/>
                  </a:lnTo>
                  <a:cubicBezTo>
                    <a:pt x="3516" y="15989"/>
                    <a:pt x="2422" y="16253"/>
                    <a:pt x="1389" y="16111"/>
                  </a:cubicBezTo>
                  <a:cubicBezTo>
                    <a:pt x="355" y="15969"/>
                    <a:pt x="-229" y="15475"/>
                    <a:pt x="85" y="15008"/>
                  </a:cubicBezTo>
                  <a:cubicBezTo>
                    <a:pt x="85" y="15008"/>
                    <a:pt x="1793" y="12492"/>
                    <a:pt x="3740" y="9692"/>
                  </a:cubicBezTo>
                  <a:cubicBezTo>
                    <a:pt x="5688" y="6892"/>
                    <a:pt x="17372" y="562"/>
                    <a:pt x="17851" y="305"/>
                  </a:cubicBezTo>
                  <a:cubicBezTo>
                    <a:pt x="18552" y="-63"/>
                    <a:pt x="19783" y="-104"/>
                    <a:pt x="20598" y="213"/>
                  </a:cubicBezTo>
                  <a:cubicBezTo>
                    <a:pt x="21129" y="420"/>
                    <a:pt x="21371" y="739"/>
                    <a:pt x="21236" y="1048"/>
                  </a:cubicBezTo>
                  <a:cubicBezTo>
                    <a:pt x="19376" y="5201"/>
                    <a:pt x="18202" y="9411"/>
                    <a:pt x="17731" y="13642"/>
                  </a:cubicBezTo>
                  <a:cubicBezTo>
                    <a:pt x="17491" y="19202"/>
                    <a:pt x="17402" y="20636"/>
                    <a:pt x="17402" y="20636"/>
                  </a:cubicBezTo>
                  <a:cubicBezTo>
                    <a:pt x="17354" y="21121"/>
                    <a:pt x="16443" y="21496"/>
                    <a:pt x="15367" y="21474"/>
                  </a:cubicBezTo>
                  <a:cubicBezTo>
                    <a:pt x="15367" y="21474"/>
                    <a:pt x="15365" y="21474"/>
                    <a:pt x="15365" y="21474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8" name="자유형: 도형 43"/>
            <p:cNvSpPr/>
            <p:nvPr/>
          </p:nvSpPr>
          <p:spPr>
            <a:xfrm>
              <a:off x="1479559" y="6303031"/>
              <a:ext cx="265563" cy="145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574" extrusionOk="0">
                  <a:moveTo>
                    <a:pt x="11163" y="21573"/>
                  </a:moveTo>
                  <a:cubicBezTo>
                    <a:pt x="11031" y="21569"/>
                    <a:pt x="10900" y="21498"/>
                    <a:pt x="10787" y="21371"/>
                  </a:cubicBezTo>
                  <a:cubicBezTo>
                    <a:pt x="10721" y="21371"/>
                    <a:pt x="4326" y="14234"/>
                    <a:pt x="708" y="14092"/>
                  </a:cubicBezTo>
                  <a:cubicBezTo>
                    <a:pt x="318" y="14092"/>
                    <a:pt x="0" y="13514"/>
                    <a:pt x="0" y="12799"/>
                  </a:cubicBezTo>
                  <a:cubicBezTo>
                    <a:pt x="0" y="12784"/>
                    <a:pt x="0" y="12772"/>
                    <a:pt x="0" y="12758"/>
                  </a:cubicBezTo>
                  <a:cubicBezTo>
                    <a:pt x="12" y="12044"/>
                    <a:pt x="329" y="11474"/>
                    <a:pt x="719" y="11464"/>
                  </a:cubicBezTo>
                  <a:cubicBezTo>
                    <a:pt x="3673" y="11586"/>
                    <a:pt x="7999" y="15508"/>
                    <a:pt x="10168" y="17711"/>
                  </a:cubicBezTo>
                  <a:lnTo>
                    <a:pt x="8652" y="1537"/>
                  </a:lnTo>
                  <a:cubicBezTo>
                    <a:pt x="8608" y="1137"/>
                    <a:pt x="8674" y="721"/>
                    <a:pt x="8829" y="426"/>
                  </a:cubicBezTo>
                  <a:cubicBezTo>
                    <a:pt x="8977" y="137"/>
                    <a:pt x="9187" y="-17"/>
                    <a:pt x="9404" y="1"/>
                  </a:cubicBezTo>
                  <a:cubicBezTo>
                    <a:pt x="13011" y="466"/>
                    <a:pt x="20822" y="9281"/>
                    <a:pt x="21154" y="9645"/>
                  </a:cubicBezTo>
                  <a:cubicBezTo>
                    <a:pt x="21494" y="10025"/>
                    <a:pt x="21600" y="10836"/>
                    <a:pt x="21392" y="11454"/>
                  </a:cubicBezTo>
                  <a:cubicBezTo>
                    <a:pt x="21184" y="12075"/>
                    <a:pt x="20742" y="12269"/>
                    <a:pt x="20402" y="11889"/>
                  </a:cubicBezTo>
                  <a:cubicBezTo>
                    <a:pt x="20324" y="11889"/>
                    <a:pt x="13830" y="4469"/>
                    <a:pt x="10234" y="2912"/>
                  </a:cubicBezTo>
                  <a:lnTo>
                    <a:pt x="11849" y="20097"/>
                  </a:lnTo>
                  <a:cubicBezTo>
                    <a:pt x="11898" y="20603"/>
                    <a:pt x="11776" y="21114"/>
                    <a:pt x="11540" y="21391"/>
                  </a:cubicBezTo>
                  <a:cubicBezTo>
                    <a:pt x="11427" y="21519"/>
                    <a:pt x="11296" y="21583"/>
                    <a:pt x="11163" y="21573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29" name="자유형: 도형 44"/>
            <p:cNvSpPr/>
            <p:nvPr/>
          </p:nvSpPr>
          <p:spPr>
            <a:xfrm>
              <a:off x="1514318" y="6279103"/>
              <a:ext cx="171609" cy="18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511" extrusionOk="0">
                  <a:moveTo>
                    <a:pt x="1121" y="21511"/>
                  </a:moveTo>
                  <a:lnTo>
                    <a:pt x="814" y="21511"/>
                  </a:lnTo>
                  <a:cubicBezTo>
                    <a:pt x="223" y="21357"/>
                    <a:pt x="-123" y="20781"/>
                    <a:pt x="41" y="20225"/>
                  </a:cubicBezTo>
                  <a:cubicBezTo>
                    <a:pt x="43" y="20220"/>
                    <a:pt x="44" y="20214"/>
                    <a:pt x="46" y="20209"/>
                  </a:cubicBezTo>
                  <a:lnTo>
                    <a:pt x="3459" y="8458"/>
                  </a:lnTo>
                  <a:cubicBezTo>
                    <a:pt x="3624" y="7903"/>
                    <a:pt x="4235" y="7580"/>
                    <a:pt x="4824" y="7735"/>
                  </a:cubicBezTo>
                  <a:lnTo>
                    <a:pt x="18885" y="11577"/>
                  </a:lnTo>
                  <a:lnTo>
                    <a:pt x="16837" y="1240"/>
                  </a:lnTo>
                  <a:cubicBezTo>
                    <a:pt x="16733" y="675"/>
                    <a:pt x="17126" y="133"/>
                    <a:pt x="17724" y="19"/>
                  </a:cubicBezTo>
                  <a:cubicBezTo>
                    <a:pt x="18327" y="-89"/>
                    <a:pt x="18907" y="284"/>
                    <a:pt x="19021" y="852"/>
                  </a:cubicBezTo>
                  <a:cubicBezTo>
                    <a:pt x="19021" y="853"/>
                    <a:pt x="19021" y="853"/>
                    <a:pt x="19021" y="855"/>
                  </a:cubicBezTo>
                  <a:lnTo>
                    <a:pt x="21410" y="12863"/>
                  </a:lnTo>
                  <a:cubicBezTo>
                    <a:pt x="21477" y="13221"/>
                    <a:pt x="21342" y="13586"/>
                    <a:pt x="21052" y="13827"/>
                  </a:cubicBezTo>
                  <a:cubicBezTo>
                    <a:pt x="20774" y="14073"/>
                    <a:pt x="20376" y="14160"/>
                    <a:pt x="20011" y="14052"/>
                  </a:cubicBezTo>
                  <a:lnTo>
                    <a:pt x="5285" y="10034"/>
                  </a:lnTo>
                  <a:lnTo>
                    <a:pt x="2111" y="20772"/>
                  </a:lnTo>
                  <a:cubicBezTo>
                    <a:pt x="1976" y="21188"/>
                    <a:pt x="1582" y="21482"/>
                    <a:pt x="1121" y="21511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0" name="자유형: 도형 45"/>
            <p:cNvSpPr/>
            <p:nvPr/>
          </p:nvSpPr>
          <p:spPr>
            <a:xfrm>
              <a:off x="299813" y="3006653"/>
              <a:ext cx="104755" cy="943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1" h="21583" extrusionOk="0">
                  <a:moveTo>
                    <a:pt x="14333" y="21583"/>
                  </a:moveTo>
                  <a:cubicBezTo>
                    <a:pt x="10616" y="21582"/>
                    <a:pt x="7568" y="21251"/>
                    <a:pt x="7419" y="20832"/>
                  </a:cubicBezTo>
                  <a:lnTo>
                    <a:pt x="6" y="816"/>
                  </a:lnTo>
                  <a:cubicBezTo>
                    <a:pt x="-155" y="384"/>
                    <a:pt x="2822" y="19"/>
                    <a:pt x="6655" y="1"/>
                  </a:cubicBezTo>
                  <a:cubicBezTo>
                    <a:pt x="10489" y="-17"/>
                    <a:pt x="13727" y="318"/>
                    <a:pt x="13888" y="750"/>
                  </a:cubicBezTo>
                  <a:lnTo>
                    <a:pt x="21274" y="20767"/>
                  </a:lnTo>
                  <a:cubicBezTo>
                    <a:pt x="21445" y="21196"/>
                    <a:pt x="18492" y="21560"/>
                    <a:pt x="14678" y="21580"/>
                  </a:cubicBezTo>
                  <a:cubicBezTo>
                    <a:pt x="14665" y="21580"/>
                    <a:pt x="14651" y="21580"/>
                    <a:pt x="14638" y="21580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1" name="자유형: 도형 47"/>
            <p:cNvSpPr/>
            <p:nvPr/>
          </p:nvSpPr>
          <p:spPr>
            <a:xfrm>
              <a:off x="336303" y="3881463"/>
              <a:ext cx="170213" cy="2516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1" h="21593" extrusionOk="0">
                  <a:moveTo>
                    <a:pt x="17092" y="21593"/>
                  </a:moveTo>
                  <a:cubicBezTo>
                    <a:pt x="14787" y="21593"/>
                    <a:pt x="12895" y="21469"/>
                    <a:pt x="12811" y="21311"/>
                  </a:cubicBezTo>
                  <a:lnTo>
                    <a:pt x="4" y="305"/>
                  </a:lnTo>
                  <a:cubicBezTo>
                    <a:pt x="-96" y="143"/>
                    <a:pt x="1747" y="7"/>
                    <a:pt x="4121" y="0"/>
                  </a:cubicBezTo>
                  <a:cubicBezTo>
                    <a:pt x="6495" y="-7"/>
                    <a:pt x="8500" y="119"/>
                    <a:pt x="8599" y="281"/>
                  </a:cubicBezTo>
                  <a:lnTo>
                    <a:pt x="21407" y="21288"/>
                  </a:lnTo>
                  <a:cubicBezTo>
                    <a:pt x="21504" y="21449"/>
                    <a:pt x="19666" y="21586"/>
                    <a:pt x="17298" y="21593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2" name="자유형: 도형 49"/>
            <p:cNvSpPr/>
            <p:nvPr/>
          </p:nvSpPr>
          <p:spPr>
            <a:xfrm>
              <a:off x="102557" y="6193521"/>
              <a:ext cx="406956" cy="443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2" h="21199" extrusionOk="0">
                  <a:moveTo>
                    <a:pt x="12314" y="20122"/>
                  </a:moveTo>
                  <a:cubicBezTo>
                    <a:pt x="10575" y="20698"/>
                    <a:pt x="8755" y="21044"/>
                    <a:pt x="6909" y="21147"/>
                  </a:cubicBezTo>
                  <a:cubicBezTo>
                    <a:pt x="4767" y="21232"/>
                    <a:pt x="4145" y="21382"/>
                    <a:pt x="3167" y="20024"/>
                  </a:cubicBezTo>
                  <a:cubicBezTo>
                    <a:pt x="1941" y="18325"/>
                    <a:pt x="882" y="16529"/>
                    <a:pt x="4" y="14658"/>
                  </a:cubicBezTo>
                  <a:cubicBezTo>
                    <a:pt x="-89" y="12647"/>
                    <a:pt x="1432" y="9305"/>
                    <a:pt x="9658" y="7784"/>
                  </a:cubicBezTo>
                  <a:cubicBezTo>
                    <a:pt x="13614" y="7059"/>
                    <a:pt x="17155" y="6746"/>
                    <a:pt x="17155" y="6746"/>
                  </a:cubicBezTo>
                  <a:lnTo>
                    <a:pt x="17241" y="649"/>
                  </a:lnTo>
                  <a:cubicBezTo>
                    <a:pt x="18299" y="-159"/>
                    <a:pt x="19818" y="-218"/>
                    <a:pt x="20947" y="505"/>
                  </a:cubicBezTo>
                  <a:cubicBezTo>
                    <a:pt x="20947" y="505"/>
                    <a:pt x="21118" y="4768"/>
                    <a:pt x="21254" y="7686"/>
                  </a:cubicBezTo>
                  <a:cubicBezTo>
                    <a:pt x="21511" y="13046"/>
                    <a:pt x="15656" y="18862"/>
                    <a:pt x="12314" y="20122"/>
                  </a:cubicBezTo>
                  <a:close/>
                </a:path>
              </a:pathLst>
            </a:custGeom>
            <a:solidFill>
              <a:srgbClr val="8495B6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3" name="자유형: 도형 52"/>
            <p:cNvSpPr/>
            <p:nvPr/>
          </p:nvSpPr>
          <p:spPr>
            <a:xfrm>
              <a:off x="96254" y="6187297"/>
              <a:ext cx="420367" cy="456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1" h="21281" extrusionOk="0">
                  <a:moveTo>
                    <a:pt x="5567" y="21272"/>
                  </a:moveTo>
                  <a:cubicBezTo>
                    <a:pt x="4536" y="21359"/>
                    <a:pt x="3554" y="20853"/>
                    <a:pt x="3097" y="19998"/>
                  </a:cubicBezTo>
                  <a:cubicBezTo>
                    <a:pt x="1901" y="18322"/>
                    <a:pt x="866" y="16553"/>
                    <a:pt x="4" y="14712"/>
                  </a:cubicBezTo>
                  <a:lnTo>
                    <a:pt x="4" y="14604"/>
                  </a:lnTo>
                  <a:cubicBezTo>
                    <a:pt x="-72" y="13043"/>
                    <a:pt x="696" y="9228"/>
                    <a:pt x="9635" y="7598"/>
                  </a:cubicBezTo>
                  <a:cubicBezTo>
                    <a:pt x="12776" y="7012"/>
                    <a:pt x="15689" y="6706"/>
                    <a:pt x="16616" y="6611"/>
                  </a:cubicBezTo>
                  <a:lnTo>
                    <a:pt x="16699" y="809"/>
                  </a:lnTo>
                  <a:lnTo>
                    <a:pt x="16810" y="719"/>
                  </a:lnTo>
                  <a:cubicBezTo>
                    <a:pt x="17947" y="-166"/>
                    <a:pt x="19587" y="-241"/>
                    <a:pt x="20815" y="535"/>
                  </a:cubicBezTo>
                  <a:lnTo>
                    <a:pt x="20975" y="624"/>
                  </a:lnTo>
                  <a:lnTo>
                    <a:pt x="20975" y="796"/>
                  </a:lnTo>
                  <a:cubicBezTo>
                    <a:pt x="20975" y="796"/>
                    <a:pt x="21134" y="4955"/>
                    <a:pt x="21272" y="7802"/>
                  </a:cubicBezTo>
                  <a:cubicBezTo>
                    <a:pt x="21528" y="13260"/>
                    <a:pt x="15585" y="19036"/>
                    <a:pt x="12395" y="20234"/>
                  </a:cubicBezTo>
                  <a:cubicBezTo>
                    <a:pt x="10664" y="20786"/>
                    <a:pt x="8856" y="21109"/>
                    <a:pt x="7026" y="21195"/>
                  </a:cubicBezTo>
                  <a:lnTo>
                    <a:pt x="6542" y="21195"/>
                  </a:lnTo>
                  <a:cubicBezTo>
                    <a:pt x="6196" y="21259"/>
                    <a:pt x="5857" y="21272"/>
                    <a:pt x="5567" y="21272"/>
                  </a:cubicBezTo>
                  <a:close/>
                  <a:moveTo>
                    <a:pt x="661" y="14502"/>
                  </a:moveTo>
                  <a:cubicBezTo>
                    <a:pt x="1501" y="16276"/>
                    <a:pt x="2506" y="17981"/>
                    <a:pt x="3664" y="19597"/>
                  </a:cubicBezTo>
                  <a:cubicBezTo>
                    <a:pt x="4432" y="20667"/>
                    <a:pt x="4826" y="20648"/>
                    <a:pt x="6501" y="20571"/>
                  </a:cubicBezTo>
                  <a:lnTo>
                    <a:pt x="6985" y="20571"/>
                  </a:lnTo>
                  <a:cubicBezTo>
                    <a:pt x="8736" y="20473"/>
                    <a:pt x="10462" y="20145"/>
                    <a:pt x="12112" y="19597"/>
                  </a:cubicBezTo>
                  <a:cubicBezTo>
                    <a:pt x="15190" y="18469"/>
                    <a:pt x="20809" y="12986"/>
                    <a:pt x="20566" y="7821"/>
                  </a:cubicBezTo>
                  <a:cubicBezTo>
                    <a:pt x="20449" y="5311"/>
                    <a:pt x="20303" y="1796"/>
                    <a:pt x="20276" y="974"/>
                  </a:cubicBezTo>
                  <a:cubicBezTo>
                    <a:pt x="19372" y="467"/>
                    <a:pt x="18226" y="510"/>
                    <a:pt x="17370" y="1082"/>
                  </a:cubicBezTo>
                  <a:lnTo>
                    <a:pt x="17266" y="7146"/>
                  </a:lnTo>
                  <a:lnTo>
                    <a:pt x="16955" y="7146"/>
                  </a:lnTo>
                  <a:cubicBezTo>
                    <a:pt x="16920" y="7146"/>
                    <a:pt x="13496" y="7451"/>
                    <a:pt x="9732" y="8152"/>
                  </a:cubicBezTo>
                  <a:cubicBezTo>
                    <a:pt x="1464" y="9731"/>
                    <a:pt x="661" y="13069"/>
                    <a:pt x="661" y="14502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4" name="자유형: 도형 53"/>
            <p:cNvSpPr/>
            <p:nvPr/>
          </p:nvSpPr>
          <p:spPr>
            <a:xfrm>
              <a:off x="375116" y="6398043"/>
              <a:ext cx="54080" cy="29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5" h="20885" extrusionOk="0">
                  <a:moveTo>
                    <a:pt x="2600" y="20884"/>
                  </a:moveTo>
                  <a:cubicBezTo>
                    <a:pt x="1512" y="20913"/>
                    <a:pt x="534" y="19653"/>
                    <a:pt x="171" y="17759"/>
                  </a:cubicBezTo>
                  <a:cubicBezTo>
                    <a:pt x="-335" y="15279"/>
                    <a:pt x="321" y="12505"/>
                    <a:pt x="1649" y="11509"/>
                  </a:cubicBezTo>
                  <a:lnTo>
                    <a:pt x="17121" y="476"/>
                  </a:lnTo>
                  <a:cubicBezTo>
                    <a:pt x="18439" y="-687"/>
                    <a:pt x="20014" y="358"/>
                    <a:pt x="20640" y="2790"/>
                  </a:cubicBezTo>
                  <a:cubicBezTo>
                    <a:pt x="21265" y="5222"/>
                    <a:pt x="20705" y="8141"/>
                    <a:pt x="19388" y="9293"/>
                  </a:cubicBezTo>
                  <a:cubicBezTo>
                    <a:pt x="19270" y="9400"/>
                    <a:pt x="19148" y="9489"/>
                    <a:pt x="19022" y="9557"/>
                  </a:cubicBezTo>
                  <a:lnTo>
                    <a:pt x="3550" y="20590"/>
                  </a:ln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5" name="자유형: 도형 54"/>
            <p:cNvSpPr/>
            <p:nvPr/>
          </p:nvSpPr>
          <p:spPr>
            <a:xfrm>
              <a:off x="382963" y="6436657"/>
              <a:ext cx="55100" cy="29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0563" extrusionOk="0">
                  <a:moveTo>
                    <a:pt x="3121" y="20485"/>
                  </a:moveTo>
                  <a:cubicBezTo>
                    <a:pt x="1680" y="20966"/>
                    <a:pt x="302" y="19191"/>
                    <a:pt x="42" y="16529"/>
                  </a:cubicBezTo>
                  <a:cubicBezTo>
                    <a:pt x="-217" y="13866"/>
                    <a:pt x="741" y="11319"/>
                    <a:pt x="2182" y="10837"/>
                  </a:cubicBezTo>
                  <a:lnTo>
                    <a:pt x="17472" y="322"/>
                  </a:lnTo>
                  <a:cubicBezTo>
                    <a:pt x="18827" y="-634"/>
                    <a:pt x="20345" y="611"/>
                    <a:pt x="20864" y="3118"/>
                  </a:cubicBezTo>
                  <a:cubicBezTo>
                    <a:pt x="21383" y="5627"/>
                    <a:pt x="20706" y="8434"/>
                    <a:pt x="19351" y="9390"/>
                  </a:cubicBezTo>
                  <a:lnTo>
                    <a:pt x="4060" y="20291"/>
                  </a:lnTo>
                  <a:cubicBezTo>
                    <a:pt x="3755" y="20445"/>
                    <a:pt x="3438" y="20513"/>
                    <a:pt x="3121" y="20485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6" name="자유형: 도형 55"/>
            <p:cNvSpPr/>
            <p:nvPr/>
          </p:nvSpPr>
          <p:spPr>
            <a:xfrm>
              <a:off x="392257" y="6474503"/>
              <a:ext cx="54948" cy="29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0" h="20588" extrusionOk="0">
                  <a:moveTo>
                    <a:pt x="3132" y="20510"/>
                  </a:moveTo>
                  <a:cubicBezTo>
                    <a:pt x="1686" y="20984"/>
                    <a:pt x="303" y="19239"/>
                    <a:pt x="43" y="16624"/>
                  </a:cubicBezTo>
                  <a:cubicBezTo>
                    <a:pt x="-217" y="14008"/>
                    <a:pt x="744" y="11506"/>
                    <a:pt x="2190" y="11033"/>
                  </a:cubicBezTo>
                  <a:lnTo>
                    <a:pt x="17530" y="323"/>
                  </a:lnTo>
                  <a:cubicBezTo>
                    <a:pt x="18848" y="-616"/>
                    <a:pt x="20338" y="560"/>
                    <a:pt x="20855" y="2948"/>
                  </a:cubicBezTo>
                  <a:cubicBezTo>
                    <a:pt x="20864" y="2986"/>
                    <a:pt x="20872" y="3033"/>
                    <a:pt x="20880" y="3070"/>
                  </a:cubicBezTo>
                  <a:cubicBezTo>
                    <a:pt x="21383" y="5478"/>
                    <a:pt x="20732" y="8170"/>
                    <a:pt x="19415" y="9137"/>
                  </a:cubicBezTo>
                  <a:lnTo>
                    <a:pt x="4074" y="19847"/>
                  </a:lnTo>
                  <a:cubicBezTo>
                    <a:pt x="3796" y="20206"/>
                    <a:pt x="3472" y="20433"/>
                    <a:pt x="3132" y="20510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7" name="자유형: 도형 56"/>
            <p:cNvSpPr/>
            <p:nvPr/>
          </p:nvSpPr>
          <p:spPr>
            <a:xfrm>
              <a:off x="230629" y="6449117"/>
              <a:ext cx="53300" cy="29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4" h="20991" extrusionOk="0">
                  <a:moveTo>
                    <a:pt x="2713" y="20888"/>
                  </a:moveTo>
                  <a:cubicBezTo>
                    <a:pt x="1594" y="20897"/>
                    <a:pt x="588" y="19648"/>
                    <a:pt x="185" y="17737"/>
                  </a:cubicBezTo>
                  <a:cubicBezTo>
                    <a:pt x="-356" y="15207"/>
                    <a:pt x="328" y="12352"/>
                    <a:pt x="1711" y="11357"/>
                  </a:cubicBezTo>
                  <a:cubicBezTo>
                    <a:pt x="1723" y="11357"/>
                    <a:pt x="1734" y="11347"/>
                    <a:pt x="1745" y="11339"/>
                  </a:cubicBezTo>
                  <a:lnTo>
                    <a:pt x="17502" y="213"/>
                  </a:lnTo>
                  <a:cubicBezTo>
                    <a:pt x="18923" y="-575"/>
                    <a:pt x="20425" y="892"/>
                    <a:pt x="20857" y="3491"/>
                  </a:cubicBezTo>
                  <a:cubicBezTo>
                    <a:pt x="21244" y="5823"/>
                    <a:pt x="20641" y="8325"/>
                    <a:pt x="19439" y="9369"/>
                  </a:cubicBezTo>
                  <a:lnTo>
                    <a:pt x="3681" y="20888"/>
                  </a:lnTo>
                  <a:cubicBezTo>
                    <a:pt x="3362" y="21025"/>
                    <a:pt x="3031" y="21025"/>
                    <a:pt x="2713" y="20888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8" name="자유형: 도형 57"/>
            <p:cNvSpPr/>
            <p:nvPr/>
          </p:nvSpPr>
          <p:spPr>
            <a:xfrm>
              <a:off x="239911" y="6487389"/>
              <a:ext cx="53708" cy="29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1" h="20945" extrusionOk="0">
                  <a:moveTo>
                    <a:pt x="2635" y="20945"/>
                  </a:moveTo>
                  <a:cubicBezTo>
                    <a:pt x="1538" y="20975"/>
                    <a:pt x="553" y="19707"/>
                    <a:pt x="187" y="17800"/>
                  </a:cubicBezTo>
                  <a:cubicBezTo>
                    <a:pt x="-348" y="15333"/>
                    <a:pt x="301" y="12533"/>
                    <a:pt x="1637" y="11541"/>
                  </a:cubicBezTo>
                  <a:cubicBezTo>
                    <a:pt x="1651" y="11531"/>
                    <a:pt x="1663" y="11521"/>
                    <a:pt x="1677" y="11511"/>
                  </a:cubicBezTo>
                  <a:lnTo>
                    <a:pt x="17260" y="308"/>
                  </a:lnTo>
                  <a:cubicBezTo>
                    <a:pt x="18641" y="-625"/>
                    <a:pt x="20174" y="632"/>
                    <a:pt x="20717" y="3159"/>
                  </a:cubicBezTo>
                  <a:cubicBezTo>
                    <a:pt x="21252" y="5684"/>
                    <a:pt x="20576" y="8534"/>
                    <a:pt x="19208" y="9526"/>
                  </a:cubicBezTo>
                  <a:cubicBezTo>
                    <a:pt x="19196" y="9526"/>
                    <a:pt x="19186" y="9536"/>
                    <a:pt x="19175" y="9547"/>
                  </a:cubicBezTo>
                  <a:lnTo>
                    <a:pt x="3592" y="20650"/>
                  </a:ln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39" name="자유형: 도형 58"/>
            <p:cNvSpPr/>
            <p:nvPr/>
          </p:nvSpPr>
          <p:spPr>
            <a:xfrm>
              <a:off x="247799" y="6525343"/>
              <a:ext cx="55032" cy="29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1" h="20588" extrusionOk="0">
                  <a:moveTo>
                    <a:pt x="3126" y="20510"/>
                  </a:moveTo>
                  <a:cubicBezTo>
                    <a:pt x="1683" y="20984"/>
                    <a:pt x="302" y="19241"/>
                    <a:pt x="42" y="16625"/>
                  </a:cubicBezTo>
                  <a:cubicBezTo>
                    <a:pt x="-217" y="14009"/>
                    <a:pt x="742" y="11506"/>
                    <a:pt x="2185" y="11033"/>
                  </a:cubicBezTo>
                  <a:lnTo>
                    <a:pt x="17496" y="323"/>
                  </a:lnTo>
                  <a:cubicBezTo>
                    <a:pt x="18812" y="-616"/>
                    <a:pt x="20299" y="560"/>
                    <a:pt x="20815" y="2948"/>
                  </a:cubicBezTo>
                  <a:cubicBezTo>
                    <a:pt x="20824" y="2986"/>
                    <a:pt x="20832" y="3033"/>
                    <a:pt x="20840" y="3072"/>
                  </a:cubicBezTo>
                  <a:cubicBezTo>
                    <a:pt x="21383" y="5384"/>
                    <a:pt x="20790" y="8056"/>
                    <a:pt x="19515" y="9041"/>
                  </a:cubicBezTo>
                  <a:cubicBezTo>
                    <a:pt x="19470" y="9070"/>
                    <a:pt x="19424" y="9108"/>
                    <a:pt x="19377" y="9137"/>
                  </a:cubicBezTo>
                  <a:lnTo>
                    <a:pt x="4066" y="19941"/>
                  </a:ln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0" name="자유형: 도형 59"/>
            <p:cNvSpPr/>
            <p:nvPr/>
          </p:nvSpPr>
          <p:spPr>
            <a:xfrm>
              <a:off x="7456" y="6313315"/>
              <a:ext cx="423453" cy="323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642" h="17624" extrusionOk="0">
                  <a:moveTo>
                    <a:pt x="18642" y="1145"/>
                  </a:moveTo>
                  <a:cubicBezTo>
                    <a:pt x="18642" y="1145"/>
                    <a:pt x="5911" y="-3681"/>
                    <a:pt x="1476" y="6479"/>
                  </a:cubicBezTo>
                  <a:cubicBezTo>
                    <a:pt x="-2958" y="16638"/>
                    <a:pt x="3390" y="17919"/>
                    <a:pt x="10008" y="17576"/>
                  </a:cubicBezTo>
                  <a:cubicBezTo>
                    <a:pt x="10008" y="17576"/>
                    <a:pt x="7174" y="11350"/>
                    <a:pt x="7042" y="7447"/>
                  </a:cubicBezTo>
                  <a:cubicBezTo>
                    <a:pt x="6909" y="3544"/>
                    <a:pt x="18642" y="1145"/>
                    <a:pt x="18642" y="1145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1" name="자유형: 도형 60"/>
            <p:cNvSpPr/>
            <p:nvPr/>
          </p:nvSpPr>
          <p:spPr>
            <a:xfrm>
              <a:off x="0" y="6306813"/>
              <a:ext cx="439257" cy="336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3" h="17990" extrusionOk="0">
                  <a:moveTo>
                    <a:pt x="9292" y="17990"/>
                  </a:moveTo>
                  <a:cubicBezTo>
                    <a:pt x="5901" y="17990"/>
                    <a:pt x="2063" y="17464"/>
                    <a:pt x="624" y="14880"/>
                  </a:cubicBezTo>
                  <a:cubicBezTo>
                    <a:pt x="-467" y="12939"/>
                    <a:pt x="-132" y="10201"/>
                    <a:pt x="1662" y="6522"/>
                  </a:cubicBezTo>
                  <a:cubicBezTo>
                    <a:pt x="6572" y="-3610"/>
                    <a:pt x="20675" y="1076"/>
                    <a:pt x="20813" y="1120"/>
                  </a:cubicBezTo>
                  <a:cubicBezTo>
                    <a:pt x="20995" y="1133"/>
                    <a:pt x="21133" y="1306"/>
                    <a:pt x="21122" y="1507"/>
                  </a:cubicBezTo>
                  <a:cubicBezTo>
                    <a:pt x="21111" y="1709"/>
                    <a:pt x="20955" y="1863"/>
                    <a:pt x="20774" y="1850"/>
                  </a:cubicBezTo>
                  <a:cubicBezTo>
                    <a:pt x="17284" y="2485"/>
                    <a:pt x="8287" y="4770"/>
                    <a:pt x="8372" y="7646"/>
                  </a:cubicBezTo>
                  <a:cubicBezTo>
                    <a:pt x="8517" y="11340"/>
                    <a:pt x="11547" y="17348"/>
                    <a:pt x="11573" y="17406"/>
                  </a:cubicBezTo>
                  <a:cubicBezTo>
                    <a:pt x="11632" y="17516"/>
                    <a:pt x="11632" y="17653"/>
                    <a:pt x="11573" y="17764"/>
                  </a:cubicBezTo>
                  <a:cubicBezTo>
                    <a:pt x="11519" y="17875"/>
                    <a:pt x="11417" y="17946"/>
                    <a:pt x="11304" y="17953"/>
                  </a:cubicBezTo>
                  <a:cubicBezTo>
                    <a:pt x="10666" y="17968"/>
                    <a:pt x="9989" y="17990"/>
                    <a:pt x="9292" y="17990"/>
                  </a:cubicBezTo>
                  <a:close/>
                  <a:moveTo>
                    <a:pt x="13479" y="726"/>
                  </a:moveTo>
                  <a:cubicBezTo>
                    <a:pt x="9404" y="726"/>
                    <a:pt x="4646" y="1930"/>
                    <a:pt x="2241" y="6872"/>
                  </a:cubicBezTo>
                  <a:cubicBezTo>
                    <a:pt x="598" y="10252"/>
                    <a:pt x="236" y="12800"/>
                    <a:pt x="1183" y="14493"/>
                  </a:cubicBezTo>
                  <a:cubicBezTo>
                    <a:pt x="2339" y="16552"/>
                    <a:pt x="5389" y="17413"/>
                    <a:pt x="10745" y="17231"/>
                  </a:cubicBezTo>
                  <a:cubicBezTo>
                    <a:pt x="9989" y="15654"/>
                    <a:pt x="7847" y="10916"/>
                    <a:pt x="7722" y="7661"/>
                  </a:cubicBezTo>
                  <a:cubicBezTo>
                    <a:pt x="7597" y="4405"/>
                    <a:pt x="15608" y="2193"/>
                    <a:pt x="19157" y="1420"/>
                  </a:cubicBezTo>
                  <a:cubicBezTo>
                    <a:pt x="17291" y="972"/>
                    <a:pt x="15388" y="739"/>
                    <a:pt x="13479" y="72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2" name="자유형: 도형 61"/>
            <p:cNvSpPr/>
            <p:nvPr/>
          </p:nvSpPr>
          <p:spPr>
            <a:xfrm>
              <a:off x="2296285" y="398860"/>
              <a:ext cx="160723" cy="22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295"/>
                  </a:moveTo>
                  <a:lnTo>
                    <a:pt x="13390" y="21600"/>
                  </a:lnTo>
                  <a:lnTo>
                    <a:pt x="0" y="4945"/>
                  </a:lnTo>
                  <a:lnTo>
                    <a:pt x="1451" y="0"/>
                  </a:lnTo>
                  <a:lnTo>
                    <a:pt x="8210" y="1640"/>
                  </a:lnTo>
                  <a:lnTo>
                    <a:pt x="21600" y="1829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3" name="자유형: 도형 62"/>
            <p:cNvSpPr/>
            <p:nvPr/>
          </p:nvSpPr>
          <p:spPr>
            <a:xfrm>
              <a:off x="2289487" y="392420"/>
              <a:ext cx="174314" cy="2402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575" extrusionOk="0">
                  <a:moveTo>
                    <a:pt x="13103" y="21567"/>
                  </a:moveTo>
                  <a:lnTo>
                    <a:pt x="12885" y="21567"/>
                  </a:lnTo>
                  <a:cubicBezTo>
                    <a:pt x="12666" y="21522"/>
                    <a:pt x="12479" y="21416"/>
                    <a:pt x="12363" y="21272"/>
                  </a:cubicBezTo>
                  <a:lnTo>
                    <a:pt x="113" y="5562"/>
                  </a:lnTo>
                  <a:cubicBezTo>
                    <a:pt x="14" y="5431"/>
                    <a:pt x="-21" y="5279"/>
                    <a:pt x="12" y="5132"/>
                  </a:cubicBezTo>
                  <a:lnTo>
                    <a:pt x="1359" y="468"/>
                  </a:lnTo>
                  <a:cubicBezTo>
                    <a:pt x="1399" y="291"/>
                    <a:pt x="1547" y="138"/>
                    <a:pt x="1763" y="51"/>
                  </a:cubicBezTo>
                  <a:cubicBezTo>
                    <a:pt x="1983" y="-17"/>
                    <a:pt x="2232" y="-17"/>
                    <a:pt x="2452" y="51"/>
                  </a:cubicBezTo>
                  <a:lnTo>
                    <a:pt x="8628" y="1585"/>
                  </a:lnTo>
                  <a:cubicBezTo>
                    <a:pt x="8825" y="1632"/>
                    <a:pt x="8986" y="1733"/>
                    <a:pt x="9082" y="1867"/>
                  </a:cubicBezTo>
                  <a:lnTo>
                    <a:pt x="21349" y="17578"/>
                  </a:lnTo>
                  <a:cubicBezTo>
                    <a:pt x="21579" y="17874"/>
                    <a:pt x="21446" y="18249"/>
                    <a:pt x="21046" y="18425"/>
                  </a:cubicBezTo>
                  <a:lnTo>
                    <a:pt x="13524" y="21543"/>
                  </a:lnTo>
                  <a:cubicBezTo>
                    <a:pt x="13388" y="21574"/>
                    <a:pt x="13245" y="21583"/>
                    <a:pt x="13103" y="21567"/>
                  </a:cubicBezTo>
                  <a:close/>
                  <a:moveTo>
                    <a:pt x="1729" y="5144"/>
                  </a:moveTo>
                  <a:lnTo>
                    <a:pt x="13423" y="20119"/>
                  </a:lnTo>
                  <a:lnTo>
                    <a:pt x="19481" y="17664"/>
                  </a:lnTo>
                  <a:lnTo>
                    <a:pt x="7786" y="2690"/>
                  </a:lnTo>
                  <a:lnTo>
                    <a:pt x="2738" y="1462"/>
                  </a:ln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4" name="자유형: 도형 63"/>
            <p:cNvSpPr/>
            <p:nvPr/>
          </p:nvSpPr>
          <p:spPr>
            <a:xfrm>
              <a:off x="2321913" y="448850"/>
              <a:ext cx="46033" cy="44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09" h="20743" extrusionOk="0">
                  <a:moveTo>
                    <a:pt x="7670" y="14631"/>
                  </a:moveTo>
                  <a:lnTo>
                    <a:pt x="10536" y="12867"/>
                  </a:lnTo>
                  <a:lnTo>
                    <a:pt x="8865" y="9780"/>
                  </a:lnTo>
                  <a:lnTo>
                    <a:pt x="11611" y="8141"/>
                  </a:lnTo>
                  <a:lnTo>
                    <a:pt x="14954" y="14442"/>
                  </a:lnTo>
                  <a:lnTo>
                    <a:pt x="4745" y="20743"/>
                  </a:lnTo>
                  <a:lnTo>
                    <a:pt x="3073" y="17592"/>
                  </a:lnTo>
                  <a:lnTo>
                    <a:pt x="3610" y="17592"/>
                  </a:lnTo>
                  <a:cubicBezTo>
                    <a:pt x="2822" y="17047"/>
                    <a:pt x="2166" y="16313"/>
                    <a:pt x="1700" y="15450"/>
                  </a:cubicBezTo>
                  <a:lnTo>
                    <a:pt x="745" y="13623"/>
                  </a:lnTo>
                  <a:cubicBezTo>
                    <a:pt x="-807" y="10657"/>
                    <a:pt x="142" y="6926"/>
                    <a:pt x="2894" y="5180"/>
                  </a:cubicBezTo>
                  <a:lnTo>
                    <a:pt x="10238" y="770"/>
                  </a:lnTo>
                  <a:cubicBezTo>
                    <a:pt x="13062" y="-857"/>
                    <a:pt x="16602" y="175"/>
                    <a:pt x="18237" y="3100"/>
                  </a:cubicBezTo>
                  <a:lnTo>
                    <a:pt x="19491" y="5369"/>
                  </a:lnTo>
                  <a:cubicBezTo>
                    <a:pt x="20793" y="8151"/>
                    <a:pt x="19981" y="11519"/>
                    <a:pt x="17581" y="13308"/>
                  </a:cubicBezTo>
                  <a:lnTo>
                    <a:pt x="15790" y="9969"/>
                  </a:lnTo>
                  <a:cubicBezTo>
                    <a:pt x="16626" y="9339"/>
                    <a:pt x="16901" y="8165"/>
                    <a:pt x="16446" y="7196"/>
                  </a:cubicBezTo>
                  <a:lnTo>
                    <a:pt x="15193" y="4928"/>
                  </a:lnTo>
                  <a:cubicBezTo>
                    <a:pt x="14537" y="3761"/>
                    <a:pt x="13109" y="3375"/>
                    <a:pt x="12005" y="4067"/>
                  </a:cubicBezTo>
                  <a:cubicBezTo>
                    <a:pt x="11951" y="4100"/>
                    <a:pt x="11897" y="4135"/>
                    <a:pt x="11850" y="4172"/>
                  </a:cubicBezTo>
                  <a:lnTo>
                    <a:pt x="4865" y="8330"/>
                  </a:lnTo>
                  <a:cubicBezTo>
                    <a:pt x="3677" y="8931"/>
                    <a:pt x="3169" y="10435"/>
                    <a:pt x="3742" y="11691"/>
                  </a:cubicBezTo>
                  <a:cubicBezTo>
                    <a:pt x="3754" y="11726"/>
                    <a:pt x="3772" y="11761"/>
                    <a:pt x="3789" y="11795"/>
                  </a:cubicBezTo>
                  <a:lnTo>
                    <a:pt x="5044" y="14190"/>
                  </a:lnTo>
                  <a:cubicBezTo>
                    <a:pt x="5730" y="14939"/>
                    <a:pt x="6798" y="15119"/>
                    <a:pt x="7670" y="14631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5" name="자유형: 도형 64"/>
            <p:cNvSpPr/>
            <p:nvPr/>
          </p:nvSpPr>
          <p:spPr>
            <a:xfrm>
              <a:off x="2340538" y="480830"/>
              <a:ext cx="46113" cy="40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89" h="19796" extrusionOk="0">
                  <a:moveTo>
                    <a:pt x="19266" y="5453"/>
                  </a:moveTo>
                  <a:cubicBezTo>
                    <a:pt x="20795" y="8594"/>
                    <a:pt x="19823" y="12525"/>
                    <a:pt x="17074" y="14343"/>
                  </a:cubicBezTo>
                  <a:lnTo>
                    <a:pt x="9787" y="18986"/>
                  </a:lnTo>
                  <a:cubicBezTo>
                    <a:pt x="6985" y="20698"/>
                    <a:pt x="3473" y="19612"/>
                    <a:pt x="1849" y="16532"/>
                  </a:cubicBezTo>
                  <a:lnTo>
                    <a:pt x="723" y="14343"/>
                  </a:lnTo>
                  <a:cubicBezTo>
                    <a:pt x="-805" y="11202"/>
                    <a:pt x="167" y="7271"/>
                    <a:pt x="2915" y="5453"/>
                  </a:cubicBezTo>
                  <a:lnTo>
                    <a:pt x="10202" y="810"/>
                  </a:lnTo>
                  <a:cubicBezTo>
                    <a:pt x="13005" y="-902"/>
                    <a:pt x="16517" y="184"/>
                    <a:pt x="18140" y="3264"/>
                  </a:cubicBezTo>
                  <a:close/>
                  <a:moveTo>
                    <a:pt x="15119" y="10960"/>
                  </a:moveTo>
                  <a:cubicBezTo>
                    <a:pt x="16304" y="10342"/>
                    <a:pt x="16819" y="8764"/>
                    <a:pt x="16269" y="7435"/>
                  </a:cubicBezTo>
                  <a:cubicBezTo>
                    <a:pt x="16263" y="7415"/>
                    <a:pt x="16250" y="7397"/>
                    <a:pt x="16244" y="7377"/>
                  </a:cubicBezTo>
                  <a:lnTo>
                    <a:pt x="15119" y="5188"/>
                  </a:lnTo>
                  <a:cubicBezTo>
                    <a:pt x="14444" y="3975"/>
                    <a:pt x="13022" y="3602"/>
                    <a:pt x="11938" y="4357"/>
                  </a:cubicBezTo>
                  <a:cubicBezTo>
                    <a:pt x="11891" y="4389"/>
                    <a:pt x="11843" y="4423"/>
                    <a:pt x="11801" y="4458"/>
                  </a:cubicBezTo>
                  <a:lnTo>
                    <a:pt x="4870" y="8836"/>
                  </a:lnTo>
                  <a:cubicBezTo>
                    <a:pt x="3709" y="9433"/>
                    <a:pt x="3205" y="10970"/>
                    <a:pt x="3739" y="12268"/>
                  </a:cubicBezTo>
                  <a:cubicBezTo>
                    <a:pt x="3757" y="12320"/>
                    <a:pt x="3780" y="12369"/>
                    <a:pt x="3804" y="12419"/>
                  </a:cubicBezTo>
                  <a:lnTo>
                    <a:pt x="4870" y="14608"/>
                  </a:lnTo>
                  <a:cubicBezTo>
                    <a:pt x="5570" y="15848"/>
                    <a:pt x="7033" y="16220"/>
                    <a:pt x="8140" y="15439"/>
                  </a:cubicBezTo>
                  <a:cubicBezTo>
                    <a:pt x="8152" y="15429"/>
                    <a:pt x="8170" y="15416"/>
                    <a:pt x="8188" y="15404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6" name="자유형: 도형 65"/>
            <p:cNvSpPr/>
            <p:nvPr/>
          </p:nvSpPr>
          <p:spPr>
            <a:xfrm>
              <a:off x="2354233" y="508058"/>
              <a:ext cx="44009" cy="51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99" y="10915"/>
                  </a:moveTo>
                  <a:lnTo>
                    <a:pt x="11336" y="20000"/>
                  </a:lnTo>
                  <a:lnTo>
                    <a:pt x="7983" y="21600"/>
                  </a:lnTo>
                  <a:lnTo>
                    <a:pt x="0" y="9543"/>
                  </a:lnTo>
                  <a:lnTo>
                    <a:pt x="19654" y="0"/>
                  </a:lnTo>
                  <a:lnTo>
                    <a:pt x="21600" y="2971"/>
                  </a:ln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7" name="자유형: 도형 66"/>
            <p:cNvSpPr/>
            <p:nvPr/>
          </p:nvSpPr>
          <p:spPr>
            <a:xfrm>
              <a:off x="2373229" y="541540"/>
              <a:ext cx="55761" cy="40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" y="15781"/>
                  </a:moveTo>
                  <a:lnTo>
                    <a:pt x="0" y="12146"/>
                  </a:lnTo>
                  <a:lnTo>
                    <a:pt x="15512" y="0"/>
                  </a:lnTo>
                  <a:lnTo>
                    <a:pt x="21600" y="14546"/>
                  </a:lnTo>
                  <a:lnTo>
                    <a:pt x="18953" y="16582"/>
                  </a:lnTo>
                  <a:lnTo>
                    <a:pt x="14348" y="5455"/>
                  </a:lnTo>
                  <a:lnTo>
                    <a:pt x="10535" y="8437"/>
                  </a:lnTo>
                  <a:lnTo>
                    <a:pt x="15141" y="19636"/>
                  </a:lnTo>
                  <a:lnTo>
                    <a:pt x="12547" y="21600"/>
                  </a:lnTo>
                  <a:lnTo>
                    <a:pt x="7994" y="10545"/>
                  </a:ln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8" name="자유형: 도형 67"/>
            <p:cNvSpPr/>
            <p:nvPr/>
          </p:nvSpPr>
          <p:spPr>
            <a:xfrm>
              <a:off x="1306645" y="2731504"/>
              <a:ext cx="1661227" cy="34761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4" h="21600" extrusionOk="0">
                  <a:moveTo>
                    <a:pt x="989" y="0"/>
                  </a:moveTo>
                  <a:lnTo>
                    <a:pt x="1146" y="1293"/>
                  </a:lnTo>
                  <a:lnTo>
                    <a:pt x="712" y="1540"/>
                  </a:lnTo>
                  <a:lnTo>
                    <a:pt x="803" y="2117"/>
                  </a:lnTo>
                  <a:cubicBezTo>
                    <a:pt x="803" y="2117"/>
                    <a:pt x="-306" y="4633"/>
                    <a:pt x="83" y="5660"/>
                  </a:cubicBezTo>
                  <a:cubicBezTo>
                    <a:pt x="472" y="6687"/>
                    <a:pt x="1978" y="12605"/>
                    <a:pt x="2627" y="14096"/>
                  </a:cubicBezTo>
                  <a:cubicBezTo>
                    <a:pt x="3275" y="15587"/>
                    <a:pt x="5079" y="21600"/>
                    <a:pt x="5079" y="21600"/>
                  </a:cubicBezTo>
                  <a:lnTo>
                    <a:pt x="10159" y="21272"/>
                  </a:lnTo>
                  <a:lnTo>
                    <a:pt x="8513" y="13309"/>
                  </a:lnTo>
                  <a:lnTo>
                    <a:pt x="6771" y="6126"/>
                  </a:lnTo>
                  <a:lnTo>
                    <a:pt x="8606" y="6415"/>
                  </a:lnTo>
                  <a:cubicBezTo>
                    <a:pt x="8606" y="6415"/>
                    <a:pt x="11438" y="12626"/>
                    <a:pt x="11999" y="13184"/>
                  </a:cubicBezTo>
                  <a:cubicBezTo>
                    <a:pt x="12559" y="13742"/>
                    <a:pt x="16249" y="21215"/>
                    <a:pt x="16249" y="21215"/>
                  </a:cubicBezTo>
                  <a:cubicBezTo>
                    <a:pt x="16249" y="21215"/>
                    <a:pt x="19481" y="21445"/>
                    <a:pt x="20005" y="21322"/>
                  </a:cubicBezTo>
                  <a:cubicBezTo>
                    <a:pt x="20528" y="21199"/>
                    <a:pt x="21294" y="20373"/>
                    <a:pt x="21294" y="20373"/>
                  </a:cubicBezTo>
                  <a:lnTo>
                    <a:pt x="17352" y="12040"/>
                  </a:lnTo>
                  <a:cubicBezTo>
                    <a:pt x="17352" y="12040"/>
                    <a:pt x="14826" y="6064"/>
                    <a:pt x="14600" y="4873"/>
                  </a:cubicBezTo>
                  <a:cubicBezTo>
                    <a:pt x="14414" y="4032"/>
                    <a:pt x="14111" y="3199"/>
                    <a:pt x="13693" y="2378"/>
                  </a:cubicBezTo>
                  <a:cubicBezTo>
                    <a:pt x="13693" y="2378"/>
                    <a:pt x="14090" y="2115"/>
                    <a:pt x="14073" y="2045"/>
                  </a:cubicBezTo>
                  <a:cubicBezTo>
                    <a:pt x="14005" y="1953"/>
                    <a:pt x="13913" y="1866"/>
                    <a:pt x="13800" y="1785"/>
                  </a:cubicBezTo>
                  <a:lnTo>
                    <a:pt x="13775" y="397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49" name="자유형: 도형 68"/>
            <p:cNvSpPr/>
            <p:nvPr/>
          </p:nvSpPr>
          <p:spPr>
            <a:xfrm>
              <a:off x="1299288" y="2724656"/>
              <a:ext cx="1675724" cy="3489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5" h="21599" extrusionOk="0">
                  <a:moveTo>
                    <a:pt x="5129" y="21599"/>
                  </a:moveTo>
                  <a:cubicBezTo>
                    <a:pt x="5086" y="21599"/>
                    <a:pt x="5050" y="21583"/>
                    <a:pt x="5044" y="21563"/>
                  </a:cubicBezTo>
                  <a:cubicBezTo>
                    <a:pt x="5026" y="21503"/>
                    <a:pt x="3247" y="15557"/>
                    <a:pt x="2611" y="14090"/>
                  </a:cubicBezTo>
                  <a:cubicBezTo>
                    <a:pt x="2224" y="13195"/>
                    <a:pt x="1518" y="10669"/>
                    <a:pt x="952" y="8638"/>
                  </a:cubicBezTo>
                  <a:cubicBezTo>
                    <a:pt x="570" y="7272"/>
                    <a:pt x="239" y="6093"/>
                    <a:pt x="83" y="5686"/>
                  </a:cubicBezTo>
                  <a:cubicBezTo>
                    <a:pt x="-294" y="4682"/>
                    <a:pt x="724" y="2314"/>
                    <a:pt x="797" y="2147"/>
                  </a:cubicBezTo>
                  <a:lnTo>
                    <a:pt x="712" y="1577"/>
                  </a:lnTo>
                  <a:cubicBezTo>
                    <a:pt x="710" y="1566"/>
                    <a:pt x="718" y="1554"/>
                    <a:pt x="733" y="1546"/>
                  </a:cubicBezTo>
                  <a:lnTo>
                    <a:pt x="1141" y="1313"/>
                  </a:lnTo>
                  <a:lnTo>
                    <a:pt x="987" y="45"/>
                  </a:lnTo>
                  <a:cubicBezTo>
                    <a:pt x="985" y="32"/>
                    <a:pt x="994" y="21"/>
                    <a:pt x="1013" y="12"/>
                  </a:cubicBezTo>
                  <a:cubicBezTo>
                    <a:pt x="1030" y="4"/>
                    <a:pt x="1054" y="-1"/>
                    <a:pt x="1079" y="0"/>
                  </a:cubicBezTo>
                  <a:lnTo>
                    <a:pt x="13763" y="391"/>
                  </a:lnTo>
                  <a:cubicBezTo>
                    <a:pt x="13809" y="392"/>
                    <a:pt x="13845" y="411"/>
                    <a:pt x="13845" y="433"/>
                  </a:cubicBezTo>
                  <a:lnTo>
                    <a:pt x="13869" y="1803"/>
                  </a:lnTo>
                  <a:cubicBezTo>
                    <a:pt x="13986" y="1885"/>
                    <a:pt x="14077" y="1974"/>
                    <a:pt x="14138" y="2069"/>
                  </a:cubicBezTo>
                  <a:cubicBezTo>
                    <a:pt x="14158" y="2143"/>
                    <a:pt x="13906" y="2323"/>
                    <a:pt x="13770" y="2416"/>
                  </a:cubicBezTo>
                  <a:cubicBezTo>
                    <a:pt x="14180" y="3229"/>
                    <a:pt x="14479" y="4055"/>
                    <a:pt x="14663" y="4888"/>
                  </a:cubicBezTo>
                  <a:cubicBezTo>
                    <a:pt x="14884" y="6059"/>
                    <a:pt x="17365" y="11964"/>
                    <a:pt x="17391" y="12023"/>
                  </a:cubicBezTo>
                  <a:lnTo>
                    <a:pt x="21301" y="20322"/>
                  </a:lnTo>
                  <a:cubicBezTo>
                    <a:pt x="21306" y="20331"/>
                    <a:pt x="21306" y="20340"/>
                    <a:pt x="21301" y="20349"/>
                  </a:cubicBezTo>
                  <a:cubicBezTo>
                    <a:pt x="21270" y="20383"/>
                    <a:pt x="20522" y="21187"/>
                    <a:pt x="19980" y="21316"/>
                  </a:cubicBezTo>
                  <a:cubicBezTo>
                    <a:pt x="19438" y="21444"/>
                    <a:pt x="16535" y="21237"/>
                    <a:pt x="16203" y="21213"/>
                  </a:cubicBezTo>
                  <a:cubicBezTo>
                    <a:pt x="16168" y="21211"/>
                    <a:pt x="16139" y="21198"/>
                    <a:pt x="16131" y="21181"/>
                  </a:cubicBezTo>
                  <a:cubicBezTo>
                    <a:pt x="16095" y="21107"/>
                    <a:pt x="12467" y="13737"/>
                    <a:pt x="11923" y="13190"/>
                  </a:cubicBezTo>
                  <a:cubicBezTo>
                    <a:pt x="11379" y="12642"/>
                    <a:pt x="8778" y="6940"/>
                    <a:pt x="8561" y="6461"/>
                  </a:cubicBezTo>
                  <a:lnTo>
                    <a:pt x="6917" y="6201"/>
                  </a:lnTo>
                  <a:lnTo>
                    <a:pt x="8625" y="13293"/>
                  </a:lnTo>
                  <a:lnTo>
                    <a:pt x="10258" y="21226"/>
                  </a:lnTo>
                  <a:cubicBezTo>
                    <a:pt x="10264" y="21249"/>
                    <a:pt x="10230" y="21269"/>
                    <a:pt x="10184" y="21272"/>
                  </a:cubicBezTo>
                  <a:lnTo>
                    <a:pt x="5145" y="21598"/>
                  </a:lnTo>
                  <a:close/>
                  <a:moveTo>
                    <a:pt x="888" y="1589"/>
                  </a:moveTo>
                  <a:lnTo>
                    <a:pt x="976" y="2146"/>
                  </a:lnTo>
                  <a:cubicBezTo>
                    <a:pt x="978" y="2150"/>
                    <a:pt x="978" y="2154"/>
                    <a:pt x="976" y="2158"/>
                  </a:cubicBezTo>
                  <a:cubicBezTo>
                    <a:pt x="966" y="2183"/>
                    <a:pt x="-117" y="4668"/>
                    <a:pt x="262" y="5671"/>
                  </a:cubicBezTo>
                  <a:cubicBezTo>
                    <a:pt x="415" y="6079"/>
                    <a:pt x="745" y="7260"/>
                    <a:pt x="1131" y="8627"/>
                  </a:cubicBezTo>
                  <a:cubicBezTo>
                    <a:pt x="1697" y="10657"/>
                    <a:pt x="2403" y="13181"/>
                    <a:pt x="2788" y="14074"/>
                  </a:cubicBezTo>
                  <a:cubicBezTo>
                    <a:pt x="3395" y="15478"/>
                    <a:pt x="5047" y="20975"/>
                    <a:pt x="5209" y="21508"/>
                  </a:cubicBezTo>
                  <a:lnTo>
                    <a:pt x="10074" y="21194"/>
                  </a:lnTo>
                  <a:lnTo>
                    <a:pt x="8448" y="13302"/>
                  </a:lnTo>
                  <a:lnTo>
                    <a:pt x="6722" y="6145"/>
                  </a:lnTo>
                  <a:cubicBezTo>
                    <a:pt x="6719" y="6130"/>
                    <a:pt x="6731" y="6116"/>
                    <a:pt x="6754" y="6107"/>
                  </a:cubicBezTo>
                  <a:cubicBezTo>
                    <a:pt x="6776" y="6098"/>
                    <a:pt x="6807" y="6095"/>
                    <a:pt x="6835" y="6100"/>
                  </a:cubicBezTo>
                  <a:lnTo>
                    <a:pt x="8655" y="6387"/>
                  </a:lnTo>
                  <a:cubicBezTo>
                    <a:pt x="8684" y="6391"/>
                    <a:pt x="8706" y="6403"/>
                    <a:pt x="8714" y="6418"/>
                  </a:cubicBezTo>
                  <a:cubicBezTo>
                    <a:pt x="8741" y="6480"/>
                    <a:pt x="11527" y="12607"/>
                    <a:pt x="12072" y="13152"/>
                  </a:cubicBezTo>
                  <a:cubicBezTo>
                    <a:pt x="12618" y="13696"/>
                    <a:pt x="15998" y="20560"/>
                    <a:pt x="16279" y="21133"/>
                  </a:cubicBezTo>
                  <a:cubicBezTo>
                    <a:pt x="17205" y="21198"/>
                    <a:pt x="19499" y="21333"/>
                    <a:pt x="19897" y="21239"/>
                  </a:cubicBezTo>
                  <a:cubicBezTo>
                    <a:pt x="20295" y="21145"/>
                    <a:pt x="20905" y="20562"/>
                    <a:pt x="21124" y="20327"/>
                  </a:cubicBezTo>
                  <a:lnTo>
                    <a:pt x="17219" y="12037"/>
                  </a:lnTo>
                  <a:cubicBezTo>
                    <a:pt x="17193" y="11977"/>
                    <a:pt x="14710" y="6067"/>
                    <a:pt x="14489" y="4891"/>
                  </a:cubicBezTo>
                  <a:cubicBezTo>
                    <a:pt x="14303" y="4056"/>
                    <a:pt x="14003" y="3228"/>
                    <a:pt x="13591" y="2412"/>
                  </a:cubicBezTo>
                  <a:cubicBezTo>
                    <a:pt x="13584" y="2400"/>
                    <a:pt x="13590" y="2388"/>
                    <a:pt x="13605" y="2378"/>
                  </a:cubicBezTo>
                  <a:cubicBezTo>
                    <a:pt x="13758" y="2287"/>
                    <a:pt x="13879" y="2185"/>
                    <a:pt x="13965" y="2075"/>
                  </a:cubicBezTo>
                  <a:cubicBezTo>
                    <a:pt x="13901" y="1990"/>
                    <a:pt x="13815" y="1909"/>
                    <a:pt x="13708" y="1835"/>
                  </a:cubicBezTo>
                  <a:cubicBezTo>
                    <a:pt x="13698" y="1829"/>
                    <a:pt x="13694" y="1821"/>
                    <a:pt x="13694" y="1813"/>
                  </a:cubicBezTo>
                  <a:lnTo>
                    <a:pt x="13669" y="477"/>
                  </a:lnTo>
                  <a:lnTo>
                    <a:pt x="1159" y="92"/>
                  </a:lnTo>
                  <a:lnTo>
                    <a:pt x="1310" y="1331"/>
                  </a:lnTo>
                  <a:cubicBezTo>
                    <a:pt x="1312" y="1342"/>
                    <a:pt x="1304" y="1353"/>
                    <a:pt x="1289" y="1362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0" name="자유형: 도형 69"/>
            <p:cNvSpPr/>
            <p:nvPr/>
          </p:nvSpPr>
          <p:spPr>
            <a:xfrm>
              <a:off x="1844853" y="2863659"/>
              <a:ext cx="41160" cy="472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3" h="21590" extrusionOk="0">
                  <a:moveTo>
                    <a:pt x="3362" y="21589"/>
                  </a:moveTo>
                  <a:cubicBezTo>
                    <a:pt x="1436" y="21582"/>
                    <a:pt x="-69" y="21440"/>
                    <a:pt x="2" y="21272"/>
                  </a:cubicBezTo>
                  <a:cubicBezTo>
                    <a:pt x="2" y="21267"/>
                    <a:pt x="2" y="21262"/>
                    <a:pt x="9" y="21258"/>
                  </a:cubicBezTo>
                  <a:lnTo>
                    <a:pt x="14347" y="294"/>
                  </a:lnTo>
                  <a:cubicBezTo>
                    <a:pt x="14533" y="125"/>
                    <a:pt x="16180" y="-4"/>
                    <a:pt x="18128" y="0"/>
                  </a:cubicBezTo>
                  <a:cubicBezTo>
                    <a:pt x="20061" y="17"/>
                    <a:pt x="21531" y="161"/>
                    <a:pt x="21481" y="331"/>
                  </a:cubicBezTo>
                  <a:lnTo>
                    <a:pt x="7214" y="21295"/>
                  </a:lnTo>
                  <a:cubicBezTo>
                    <a:pt x="7143" y="21464"/>
                    <a:pt x="5523" y="21596"/>
                    <a:pt x="3597" y="21590"/>
                  </a:cubicBezTo>
                  <a:cubicBezTo>
                    <a:pt x="3519" y="21590"/>
                    <a:pt x="3441" y="21589"/>
                    <a:pt x="3362" y="21589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1" name="자유형: 도형 70"/>
            <p:cNvSpPr/>
            <p:nvPr/>
          </p:nvSpPr>
          <p:spPr>
            <a:xfrm>
              <a:off x="1774467" y="2858057"/>
              <a:ext cx="90407" cy="750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2" h="21599" extrusionOk="0">
                  <a:moveTo>
                    <a:pt x="19718" y="21600"/>
                  </a:moveTo>
                  <a:cubicBezTo>
                    <a:pt x="18977" y="21600"/>
                    <a:pt x="18330" y="21538"/>
                    <a:pt x="18165" y="21450"/>
                  </a:cubicBezTo>
                  <a:cubicBezTo>
                    <a:pt x="14928" y="19876"/>
                    <a:pt x="16352" y="14366"/>
                    <a:pt x="16546" y="13646"/>
                  </a:cubicBezTo>
                  <a:lnTo>
                    <a:pt x="361" y="11166"/>
                  </a:lnTo>
                  <a:cubicBezTo>
                    <a:pt x="102" y="11131"/>
                    <a:pt x="-27" y="11083"/>
                    <a:pt x="5" y="11036"/>
                  </a:cubicBezTo>
                  <a:lnTo>
                    <a:pt x="3890" y="189"/>
                  </a:lnTo>
                  <a:cubicBezTo>
                    <a:pt x="3958" y="83"/>
                    <a:pt x="4692" y="0"/>
                    <a:pt x="5573" y="0"/>
                  </a:cubicBezTo>
                  <a:cubicBezTo>
                    <a:pt x="6466" y="5"/>
                    <a:pt x="7162" y="96"/>
                    <a:pt x="7127" y="205"/>
                  </a:cubicBezTo>
                  <a:cubicBezTo>
                    <a:pt x="7127" y="205"/>
                    <a:pt x="7127" y="205"/>
                    <a:pt x="7127" y="205"/>
                  </a:cubicBezTo>
                  <a:lnTo>
                    <a:pt x="3340" y="10973"/>
                  </a:lnTo>
                  <a:lnTo>
                    <a:pt x="19524" y="13449"/>
                  </a:lnTo>
                  <a:cubicBezTo>
                    <a:pt x="19751" y="13487"/>
                    <a:pt x="19877" y="13532"/>
                    <a:pt x="19880" y="13579"/>
                  </a:cubicBezTo>
                  <a:cubicBezTo>
                    <a:pt x="19880" y="13642"/>
                    <a:pt x="18100" y="19762"/>
                    <a:pt x="21369" y="21348"/>
                  </a:cubicBezTo>
                  <a:cubicBezTo>
                    <a:pt x="21573" y="21454"/>
                    <a:pt x="21042" y="21561"/>
                    <a:pt x="20171" y="2158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2" name="자유형: 도형 71"/>
            <p:cNvSpPr/>
            <p:nvPr/>
          </p:nvSpPr>
          <p:spPr>
            <a:xfrm>
              <a:off x="1437875" y="2905345"/>
              <a:ext cx="853217" cy="1426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772"/>
                  </a:lnTo>
                  <a:lnTo>
                    <a:pt x="0" y="0"/>
                  </a:lnTo>
                  <a:lnTo>
                    <a:pt x="21600" y="689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3" name="자유형: 도형 72"/>
            <p:cNvSpPr/>
            <p:nvPr/>
          </p:nvSpPr>
          <p:spPr>
            <a:xfrm rot="159000">
              <a:off x="1732253" y="2926065"/>
              <a:ext cx="165779" cy="97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85" y="0"/>
                  </a:moveTo>
                  <a:cubicBezTo>
                    <a:pt x="21146" y="0"/>
                    <a:pt x="21600" y="0"/>
                    <a:pt x="21600" y="0"/>
                  </a:cubicBezTo>
                  <a:lnTo>
                    <a:pt x="21600" y="21600"/>
                  </a:lnTo>
                  <a:cubicBezTo>
                    <a:pt x="21600" y="21600"/>
                    <a:pt x="21146" y="21600"/>
                    <a:pt x="20585" y="21600"/>
                  </a:cubicBezTo>
                  <a:lnTo>
                    <a:pt x="1015" y="21600"/>
                  </a:lnTo>
                  <a:cubicBezTo>
                    <a:pt x="454" y="21600"/>
                    <a:pt x="0" y="21600"/>
                    <a:pt x="0" y="21600"/>
                  </a:cubicBezTo>
                  <a:lnTo>
                    <a:pt x="0" y="0"/>
                  </a:lnTo>
                  <a:cubicBezTo>
                    <a:pt x="0" y="0"/>
                    <a:pt x="454" y="0"/>
                    <a:pt x="1015" y="0"/>
                  </a:cubicBezTo>
                  <a:close/>
                </a:path>
              </a:pathLst>
            </a:custGeom>
            <a:solidFill>
              <a:srgbClr val="D4CECE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4" name="자유형: 도형 73"/>
            <p:cNvSpPr/>
            <p:nvPr/>
          </p:nvSpPr>
          <p:spPr>
            <a:xfrm>
              <a:off x="1723640" y="2916249"/>
              <a:ext cx="183292" cy="117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538" extrusionOk="0">
                  <a:moveTo>
                    <a:pt x="19333" y="21513"/>
                  </a:moveTo>
                  <a:lnTo>
                    <a:pt x="1641" y="20265"/>
                  </a:lnTo>
                  <a:cubicBezTo>
                    <a:pt x="1186" y="20228"/>
                    <a:pt x="758" y="19914"/>
                    <a:pt x="451" y="19392"/>
                  </a:cubicBezTo>
                  <a:cubicBezTo>
                    <a:pt x="147" y="18866"/>
                    <a:pt x="-14" y="18177"/>
                    <a:pt x="1" y="17471"/>
                  </a:cubicBezTo>
                  <a:lnTo>
                    <a:pt x="451" y="2501"/>
                  </a:lnTo>
                  <a:cubicBezTo>
                    <a:pt x="494" y="1056"/>
                    <a:pt x="1284" y="-62"/>
                    <a:pt x="2215" y="3"/>
                  </a:cubicBezTo>
                  <a:cubicBezTo>
                    <a:pt x="2222" y="5"/>
                    <a:pt x="2230" y="5"/>
                    <a:pt x="2236" y="5"/>
                  </a:cubicBezTo>
                  <a:lnTo>
                    <a:pt x="19928" y="1278"/>
                  </a:lnTo>
                  <a:cubicBezTo>
                    <a:pt x="20384" y="1310"/>
                    <a:pt x="20812" y="1625"/>
                    <a:pt x="21118" y="2151"/>
                  </a:cubicBezTo>
                  <a:cubicBezTo>
                    <a:pt x="21425" y="2675"/>
                    <a:pt x="21586" y="3366"/>
                    <a:pt x="21568" y="4072"/>
                  </a:cubicBezTo>
                  <a:lnTo>
                    <a:pt x="21118" y="19043"/>
                  </a:lnTo>
                  <a:cubicBezTo>
                    <a:pt x="21050" y="20443"/>
                    <a:pt x="20303" y="21528"/>
                    <a:pt x="19397" y="21538"/>
                  </a:cubicBezTo>
                  <a:close/>
                  <a:moveTo>
                    <a:pt x="2140" y="2525"/>
                  </a:moveTo>
                  <a:lnTo>
                    <a:pt x="1577" y="17496"/>
                  </a:lnTo>
                  <a:lnTo>
                    <a:pt x="19268" y="18968"/>
                  </a:lnTo>
                  <a:lnTo>
                    <a:pt x="19349" y="18968"/>
                  </a:lnTo>
                  <a:lnTo>
                    <a:pt x="19831" y="3998"/>
                  </a:lnTo>
                  <a:close/>
                </a:path>
              </a:pathLst>
            </a:custGeom>
            <a:solidFill>
              <a:srgbClr val="999999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5" name="자유형: 도형 74"/>
            <p:cNvSpPr/>
            <p:nvPr/>
          </p:nvSpPr>
          <p:spPr>
            <a:xfrm rot="10959000">
              <a:off x="2074699" y="2933415"/>
              <a:ext cx="42231" cy="10892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6" name="자유형: 도형 75"/>
            <p:cNvSpPr/>
            <p:nvPr/>
          </p:nvSpPr>
          <p:spPr>
            <a:xfrm>
              <a:off x="2065849" y="2924884"/>
              <a:ext cx="60843" cy="125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1" h="21550" extrusionOk="0">
                  <a:moveTo>
                    <a:pt x="17223" y="21549"/>
                  </a:moveTo>
                  <a:lnTo>
                    <a:pt x="2279" y="21219"/>
                  </a:lnTo>
                  <a:cubicBezTo>
                    <a:pt x="1655" y="21193"/>
                    <a:pt x="1075" y="21059"/>
                    <a:pt x="634" y="20843"/>
                  </a:cubicBezTo>
                  <a:cubicBezTo>
                    <a:pt x="189" y="20605"/>
                    <a:pt x="-38" y="20292"/>
                    <a:pt x="5" y="19971"/>
                  </a:cubicBezTo>
                  <a:lnTo>
                    <a:pt x="1795" y="1132"/>
                  </a:lnTo>
                  <a:cubicBezTo>
                    <a:pt x="1848" y="482"/>
                    <a:pt x="2970" y="-25"/>
                    <a:pt x="4305" y="1"/>
                  </a:cubicBezTo>
                  <a:cubicBezTo>
                    <a:pt x="4305" y="1"/>
                    <a:pt x="4310" y="1"/>
                    <a:pt x="4310" y="1"/>
                  </a:cubicBezTo>
                  <a:lnTo>
                    <a:pt x="19255" y="354"/>
                  </a:lnTo>
                  <a:cubicBezTo>
                    <a:pt x="19888" y="361"/>
                    <a:pt x="20488" y="498"/>
                    <a:pt x="20900" y="731"/>
                  </a:cubicBezTo>
                  <a:cubicBezTo>
                    <a:pt x="21335" y="960"/>
                    <a:pt x="21562" y="1266"/>
                    <a:pt x="21528" y="1579"/>
                  </a:cubicBezTo>
                  <a:lnTo>
                    <a:pt x="19739" y="20419"/>
                  </a:lnTo>
                  <a:cubicBezTo>
                    <a:pt x="19686" y="21069"/>
                    <a:pt x="18563" y="21575"/>
                    <a:pt x="17228" y="21549"/>
                  </a:cubicBezTo>
                  <a:cubicBezTo>
                    <a:pt x="17228" y="21549"/>
                    <a:pt x="17223" y="21549"/>
                    <a:pt x="17223" y="21549"/>
                  </a:cubicBezTo>
                  <a:close/>
                  <a:moveTo>
                    <a:pt x="4842" y="18817"/>
                  </a:moveTo>
                  <a:lnTo>
                    <a:pt x="14951" y="19053"/>
                  </a:lnTo>
                  <a:lnTo>
                    <a:pt x="16498" y="2568"/>
                  </a:lnTo>
                  <a:lnTo>
                    <a:pt x="6389" y="2356"/>
                  </a:ln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7" name="자유형: 도형 76"/>
            <p:cNvSpPr/>
            <p:nvPr/>
          </p:nvSpPr>
          <p:spPr>
            <a:xfrm rot="10959000">
              <a:off x="1529854" y="2905545"/>
              <a:ext cx="42230" cy="10892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8" name="자유형: 도형 77"/>
            <p:cNvSpPr/>
            <p:nvPr/>
          </p:nvSpPr>
          <p:spPr>
            <a:xfrm>
              <a:off x="1520964" y="2897113"/>
              <a:ext cx="60966" cy="125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570" extrusionOk="0">
                  <a:moveTo>
                    <a:pt x="17207" y="21571"/>
                  </a:moveTo>
                  <a:lnTo>
                    <a:pt x="2315" y="21217"/>
                  </a:lnTo>
                  <a:cubicBezTo>
                    <a:pt x="985" y="21191"/>
                    <a:pt x="-51" y="20644"/>
                    <a:pt x="2" y="19994"/>
                  </a:cubicBezTo>
                  <a:cubicBezTo>
                    <a:pt x="2" y="19994"/>
                    <a:pt x="2" y="19991"/>
                    <a:pt x="2" y="19991"/>
                  </a:cubicBezTo>
                  <a:lnTo>
                    <a:pt x="1785" y="1137"/>
                  </a:lnTo>
                  <a:cubicBezTo>
                    <a:pt x="1833" y="821"/>
                    <a:pt x="2127" y="527"/>
                    <a:pt x="2604" y="312"/>
                  </a:cubicBezTo>
                  <a:cubicBezTo>
                    <a:pt x="3057" y="86"/>
                    <a:pt x="3693" y="-27"/>
                    <a:pt x="4339" y="6"/>
                  </a:cubicBezTo>
                  <a:lnTo>
                    <a:pt x="19183" y="336"/>
                  </a:lnTo>
                  <a:cubicBezTo>
                    <a:pt x="20522" y="373"/>
                    <a:pt x="21549" y="930"/>
                    <a:pt x="21496" y="1585"/>
                  </a:cubicBezTo>
                  <a:lnTo>
                    <a:pt x="19713" y="20439"/>
                  </a:lnTo>
                  <a:cubicBezTo>
                    <a:pt x="19660" y="20750"/>
                    <a:pt x="19385" y="21040"/>
                    <a:pt x="18942" y="21264"/>
                  </a:cubicBezTo>
                  <a:cubicBezTo>
                    <a:pt x="18455" y="21464"/>
                    <a:pt x="17843" y="21573"/>
                    <a:pt x="17207" y="21571"/>
                  </a:cubicBezTo>
                  <a:close/>
                  <a:moveTo>
                    <a:pt x="4869" y="18907"/>
                  </a:moveTo>
                  <a:lnTo>
                    <a:pt x="14893" y="19143"/>
                  </a:lnTo>
                  <a:lnTo>
                    <a:pt x="16484" y="2646"/>
                  </a:lnTo>
                  <a:lnTo>
                    <a:pt x="6411" y="2410"/>
                  </a:ln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59" name="자유형: 도형 78"/>
            <p:cNvSpPr/>
            <p:nvPr/>
          </p:nvSpPr>
          <p:spPr>
            <a:xfrm>
              <a:off x="1810567" y="720166"/>
              <a:ext cx="299441" cy="230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351" extrusionOk="0">
                  <a:moveTo>
                    <a:pt x="0" y="13120"/>
                  </a:moveTo>
                  <a:cubicBezTo>
                    <a:pt x="563" y="8772"/>
                    <a:pt x="563" y="4349"/>
                    <a:pt x="0" y="0"/>
                  </a:cubicBezTo>
                  <a:lnTo>
                    <a:pt x="21068" y="2441"/>
                  </a:lnTo>
                  <a:cubicBezTo>
                    <a:pt x="20854" y="7331"/>
                    <a:pt x="21032" y="12233"/>
                    <a:pt x="21600" y="17085"/>
                  </a:cubicBezTo>
                  <a:cubicBezTo>
                    <a:pt x="14936" y="21600"/>
                    <a:pt x="6270" y="18896"/>
                    <a:pt x="0" y="13120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0" name="자유형: 도형 79"/>
            <p:cNvSpPr/>
            <p:nvPr/>
          </p:nvSpPr>
          <p:spPr>
            <a:xfrm>
              <a:off x="1800224" y="709874"/>
              <a:ext cx="319833" cy="251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0934" extrusionOk="0">
                  <a:moveTo>
                    <a:pt x="13818" y="20932"/>
                  </a:moveTo>
                  <a:cubicBezTo>
                    <a:pt x="8852" y="20738"/>
                    <a:pt x="4080" y="18495"/>
                    <a:pt x="264" y="14559"/>
                  </a:cubicBezTo>
                  <a:cubicBezTo>
                    <a:pt x="74" y="14371"/>
                    <a:pt x="-24" y="14073"/>
                    <a:pt x="6" y="13774"/>
                  </a:cubicBezTo>
                  <a:cubicBezTo>
                    <a:pt x="528" y="9527"/>
                    <a:pt x="528" y="5207"/>
                    <a:pt x="6" y="960"/>
                  </a:cubicBezTo>
                  <a:cubicBezTo>
                    <a:pt x="-22" y="702"/>
                    <a:pt x="45" y="442"/>
                    <a:pt x="191" y="254"/>
                  </a:cubicBezTo>
                  <a:cubicBezTo>
                    <a:pt x="339" y="72"/>
                    <a:pt x="544" y="-19"/>
                    <a:pt x="752" y="4"/>
                  </a:cubicBezTo>
                  <a:lnTo>
                    <a:pt x="20439" y="2428"/>
                  </a:lnTo>
                  <a:cubicBezTo>
                    <a:pt x="20628" y="2450"/>
                    <a:pt x="20803" y="2570"/>
                    <a:pt x="20918" y="2758"/>
                  </a:cubicBezTo>
                  <a:cubicBezTo>
                    <a:pt x="21037" y="2948"/>
                    <a:pt x="21084" y="3193"/>
                    <a:pt x="21047" y="3429"/>
                  </a:cubicBezTo>
                  <a:cubicBezTo>
                    <a:pt x="20865" y="8207"/>
                    <a:pt x="21032" y="12994"/>
                    <a:pt x="21544" y="17734"/>
                  </a:cubicBezTo>
                  <a:cubicBezTo>
                    <a:pt x="21576" y="18071"/>
                    <a:pt x="21442" y="18398"/>
                    <a:pt x="21203" y="18565"/>
                  </a:cubicBezTo>
                  <a:cubicBezTo>
                    <a:pt x="18957" y="20157"/>
                    <a:pt x="16407" y="20975"/>
                    <a:pt x="13818" y="20932"/>
                  </a:cubicBezTo>
                  <a:close/>
                  <a:moveTo>
                    <a:pt x="1434" y="13524"/>
                  </a:moveTo>
                  <a:cubicBezTo>
                    <a:pt x="6203" y="18076"/>
                    <a:pt x="13772" y="21581"/>
                    <a:pt x="20107" y="17359"/>
                  </a:cubicBezTo>
                  <a:cubicBezTo>
                    <a:pt x="19675" y="12942"/>
                    <a:pt x="19507" y="8491"/>
                    <a:pt x="19601" y="4044"/>
                  </a:cubicBezTo>
                  <a:lnTo>
                    <a:pt x="1471" y="1768"/>
                  </a:lnTo>
                  <a:cubicBezTo>
                    <a:pt x="1889" y="5670"/>
                    <a:pt x="1877" y="9625"/>
                    <a:pt x="1434" y="13524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1" name="자유형: 도형 80"/>
            <p:cNvSpPr/>
            <p:nvPr/>
          </p:nvSpPr>
          <p:spPr>
            <a:xfrm>
              <a:off x="1499376" y="876650"/>
              <a:ext cx="1066692" cy="8435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71" y="5001"/>
                  </a:moveTo>
                  <a:cubicBezTo>
                    <a:pt x="5853" y="4179"/>
                    <a:pt x="6105" y="1760"/>
                    <a:pt x="6301" y="0"/>
                  </a:cubicBezTo>
                  <a:cubicBezTo>
                    <a:pt x="8062" y="1750"/>
                    <a:pt x="10494" y="2590"/>
                    <a:pt x="12359" y="1211"/>
                  </a:cubicBezTo>
                  <a:cubicBezTo>
                    <a:pt x="12481" y="2541"/>
                    <a:pt x="12716" y="4438"/>
                    <a:pt x="12966" y="4966"/>
                  </a:cubicBezTo>
                  <a:lnTo>
                    <a:pt x="21600" y="8385"/>
                  </a:lnTo>
                  <a:lnTo>
                    <a:pt x="6783" y="21600"/>
                  </a:lnTo>
                  <a:lnTo>
                    <a:pt x="0" y="6709"/>
                  </a:ln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2" name="자유형: 도형 81"/>
            <p:cNvSpPr/>
            <p:nvPr/>
          </p:nvSpPr>
          <p:spPr>
            <a:xfrm>
              <a:off x="1489365" y="866741"/>
              <a:ext cx="1087100" cy="863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2" h="21583" extrusionOk="0">
                  <a:moveTo>
                    <a:pt x="6849" y="21581"/>
                  </a:moveTo>
                  <a:cubicBezTo>
                    <a:pt x="6835" y="21584"/>
                    <a:pt x="6820" y="21584"/>
                    <a:pt x="6806" y="21581"/>
                  </a:cubicBezTo>
                  <a:cubicBezTo>
                    <a:pt x="6750" y="21566"/>
                    <a:pt x="6702" y="21522"/>
                    <a:pt x="6673" y="21461"/>
                  </a:cubicBezTo>
                  <a:lnTo>
                    <a:pt x="23" y="6927"/>
                  </a:lnTo>
                  <a:cubicBezTo>
                    <a:pt x="-7" y="6856"/>
                    <a:pt x="-7" y="6770"/>
                    <a:pt x="23" y="6698"/>
                  </a:cubicBezTo>
                  <a:cubicBezTo>
                    <a:pt x="49" y="6625"/>
                    <a:pt x="100" y="6571"/>
                    <a:pt x="161" y="6552"/>
                  </a:cubicBezTo>
                  <a:lnTo>
                    <a:pt x="5601" y="4919"/>
                  </a:lnTo>
                  <a:cubicBezTo>
                    <a:pt x="5753" y="4147"/>
                    <a:pt x="5946" y="2385"/>
                    <a:pt x="6103" y="955"/>
                  </a:cubicBezTo>
                  <a:lnTo>
                    <a:pt x="6185" y="220"/>
                  </a:lnTo>
                  <a:cubicBezTo>
                    <a:pt x="6195" y="129"/>
                    <a:pt x="6244" y="52"/>
                    <a:pt x="6312" y="19"/>
                  </a:cubicBezTo>
                  <a:cubicBezTo>
                    <a:pt x="6379" y="-16"/>
                    <a:pt x="6457" y="-2"/>
                    <a:pt x="6513" y="56"/>
                  </a:cubicBezTo>
                  <a:cubicBezTo>
                    <a:pt x="7940" y="1477"/>
                    <a:pt x="10293" y="2638"/>
                    <a:pt x="12224" y="1218"/>
                  </a:cubicBezTo>
                  <a:cubicBezTo>
                    <a:pt x="12285" y="1177"/>
                    <a:pt x="12357" y="1177"/>
                    <a:pt x="12417" y="1218"/>
                  </a:cubicBezTo>
                  <a:cubicBezTo>
                    <a:pt x="12479" y="1255"/>
                    <a:pt x="12521" y="1330"/>
                    <a:pt x="12528" y="1416"/>
                  </a:cubicBezTo>
                  <a:cubicBezTo>
                    <a:pt x="12686" y="3099"/>
                    <a:pt x="12892" y="4431"/>
                    <a:pt x="13071" y="4899"/>
                  </a:cubicBezTo>
                  <a:lnTo>
                    <a:pt x="21441" y="8184"/>
                  </a:lnTo>
                  <a:cubicBezTo>
                    <a:pt x="21515" y="8214"/>
                    <a:pt x="21568" y="8293"/>
                    <a:pt x="21580" y="8389"/>
                  </a:cubicBezTo>
                  <a:cubicBezTo>
                    <a:pt x="21593" y="8485"/>
                    <a:pt x="21560" y="8583"/>
                    <a:pt x="21496" y="8638"/>
                  </a:cubicBezTo>
                  <a:lnTo>
                    <a:pt x="6969" y="21533"/>
                  </a:lnTo>
                  <a:cubicBezTo>
                    <a:pt x="6934" y="21565"/>
                    <a:pt x="6892" y="21582"/>
                    <a:pt x="6849" y="21581"/>
                  </a:cubicBezTo>
                  <a:close/>
                  <a:moveTo>
                    <a:pt x="511" y="6965"/>
                  </a:moveTo>
                  <a:lnTo>
                    <a:pt x="6915" y="20966"/>
                  </a:lnTo>
                  <a:lnTo>
                    <a:pt x="20923" y="8529"/>
                  </a:lnTo>
                  <a:lnTo>
                    <a:pt x="12851" y="5322"/>
                  </a:lnTo>
                  <a:cubicBezTo>
                    <a:pt x="12804" y="5305"/>
                    <a:pt x="12763" y="5266"/>
                    <a:pt x="12737" y="5213"/>
                  </a:cubicBezTo>
                  <a:cubicBezTo>
                    <a:pt x="12466" y="4649"/>
                    <a:pt x="12254" y="2863"/>
                    <a:pt x="12148" y="1818"/>
                  </a:cubicBezTo>
                  <a:cubicBezTo>
                    <a:pt x="10520" y="2812"/>
                    <a:pt x="8380" y="2389"/>
                    <a:pt x="6529" y="702"/>
                  </a:cubicBezTo>
                  <a:lnTo>
                    <a:pt x="6497" y="1002"/>
                  </a:lnTo>
                  <a:cubicBezTo>
                    <a:pt x="6318" y="2631"/>
                    <a:pt x="6114" y="4472"/>
                    <a:pt x="5954" y="5182"/>
                  </a:cubicBezTo>
                  <a:cubicBezTo>
                    <a:pt x="5932" y="5271"/>
                    <a:pt x="5876" y="5339"/>
                    <a:pt x="5805" y="5363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3" name="자유형: 도형 82"/>
            <p:cNvSpPr/>
            <p:nvPr/>
          </p:nvSpPr>
          <p:spPr>
            <a:xfrm>
              <a:off x="2112308" y="470932"/>
              <a:ext cx="209698" cy="202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9" h="15725" extrusionOk="0">
                  <a:moveTo>
                    <a:pt x="21066" y="8006"/>
                  </a:moveTo>
                  <a:cubicBezTo>
                    <a:pt x="20902" y="-3080"/>
                    <a:pt x="208" y="-2390"/>
                    <a:pt x="2" y="8452"/>
                  </a:cubicBezTo>
                  <a:cubicBezTo>
                    <a:pt x="-259" y="18520"/>
                    <a:pt x="21341" y="17915"/>
                    <a:pt x="21066" y="8006"/>
                  </a:cubicBez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4" name="자유형: 도형 83"/>
            <p:cNvSpPr/>
            <p:nvPr/>
          </p:nvSpPr>
          <p:spPr>
            <a:xfrm>
              <a:off x="2101945" y="460324"/>
              <a:ext cx="230266" cy="223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2" h="21444" extrusionOk="0">
                  <a:moveTo>
                    <a:pt x="10274" y="21443"/>
                  </a:moveTo>
                  <a:cubicBezTo>
                    <a:pt x="8216" y="21467"/>
                    <a:pt x="6189" y="20923"/>
                    <a:pt x="4398" y="19867"/>
                  </a:cubicBezTo>
                  <a:cubicBezTo>
                    <a:pt x="1530" y="18133"/>
                    <a:pt x="-163" y="14876"/>
                    <a:pt x="13" y="11433"/>
                  </a:cubicBezTo>
                  <a:cubicBezTo>
                    <a:pt x="-115" y="5253"/>
                    <a:pt x="4601" y="136"/>
                    <a:pt x="10546" y="3"/>
                  </a:cubicBezTo>
                  <a:cubicBezTo>
                    <a:pt x="10713" y="-1"/>
                    <a:pt x="10878" y="0"/>
                    <a:pt x="11045" y="4"/>
                  </a:cubicBezTo>
                  <a:cubicBezTo>
                    <a:pt x="16571" y="-133"/>
                    <a:pt x="21158" y="4413"/>
                    <a:pt x="21289" y="10157"/>
                  </a:cubicBezTo>
                  <a:cubicBezTo>
                    <a:pt x="21295" y="10403"/>
                    <a:pt x="21293" y="10649"/>
                    <a:pt x="21281" y="10894"/>
                  </a:cubicBezTo>
                  <a:cubicBezTo>
                    <a:pt x="21437" y="14532"/>
                    <a:pt x="19603" y="17950"/>
                    <a:pt x="16542" y="19722"/>
                  </a:cubicBezTo>
                  <a:cubicBezTo>
                    <a:pt x="14635" y="20861"/>
                    <a:pt x="12473" y="21455"/>
                    <a:pt x="10274" y="21443"/>
                  </a:cubicBezTo>
                  <a:close/>
                  <a:moveTo>
                    <a:pt x="11045" y="1974"/>
                  </a:moveTo>
                  <a:cubicBezTo>
                    <a:pt x="6111" y="1857"/>
                    <a:pt x="2021" y="5919"/>
                    <a:pt x="1908" y="11047"/>
                  </a:cubicBezTo>
                  <a:cubicBezTo>
                    <a:pt x="1906" y="11189"/>
                    <a:pt x="1906" y="11331"/>
                    <a:pt x="1908" y="11473"/>
                  </a:cubicBezTo>
                  <a:cubicBezTo>
                    <a:pt x="1720" y="14210"/>
                    <a:pt x="3062" y="16817"/>
                    <a:pt x="5358" y="18172"/>
                  </a:cubicBezTo>
                  <a:cubicBezTo>
                    <a:pt x="8569" y="19965"/>
                    <a:pt x="12444" y="19910"/>
                    <a:pt x="15607" y="18028"/>
                  </a:cubicBezTo>
                  <a:cubicBezTo>
                    <a:pt x="18058" y="16590"/>
                    <a:pt x="19524" y="13842"/>
                    <a:pt x="19398" y="10921"/>
                  </a:cubicBezTo>
                  <a:cubicBezTo>
                    <a:pt x="19335" y="4746"/>
                    <a:pt x="15152" y="1974"/>
                    <a:pt x="11058" y="1974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5" name="자유형: 도형 84"/>
            <p:cNvSpPr/>
            <p:nvPr/>
          </p:nvSpPr>
          <p:spPr>
            <a:xfrm>
              <a:off x="1612960" y="456550"/>
              <a:ext cx="209555" cy="203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4" h="15140" extrusionOk="0">
                  <a:moveTo>
                    <a:pt x="20102" y="7874"/>
                  </a:moveTo>
                  <a:cubicBezTo>
                    <a:pt x="19156" y="18501"/>
                    <a:pt x="-553" y="16963"/>
                    <a:pt x="12" y="6560"/>
                  </a:cubicBezTo>
                  <a:cubicBezTo>
                    <a:pt x="471" y="-3099"/>
                    <a:pt x="21047" y="-1612"/>
                    <a:pt x="20102" y="7874"/>
                  </a:cubicBez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6" name="자유형: 도형 85"/>
            <p:cNvSpPr/>
            <p:nvPr/>
          </p:nvSpPr>
          <p:spPr>
            <a:xfrm>
              <a:off x="1602608" y="446444"/>
              <a:ext cx="230347" cy="2232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1" h="20938" extrusionOk="0">
                  <a:moveTo>
                    <a:pt x="10942" y="20938"/>
                  </a:moveTo>
                  <a:lnTo>
                    <a:pt x="10341" y="20938"/>
                  </a:lnTo>
                  <a:cubicBezTo>
                    <a:pt x="4443" y="20744"/>
                    <a:pt x="-184" y="15695"/>
                    <a:pt x="5" y="9661"/>
                  </a:cubicBezTo>
                  <a:cubicBezTo>
                    <a:pt x="11" y="9494"/>
                    <a:pt x="20" y="9327"/>
                    <a:pt x="33" y="9161"/>
                  </a:cubicBezTo>
                  <a:cubicBezTo>
                    <a:pt x="48" y="5797"/>
                    <a:pt x="1899" y="2725"/>
                    <a:pt x="4830" y="1202"/>
                  </a:cubicBezTo>
                  <a:cubicBezTo>
                    <a:pt x="8711" y="-662"/>
                    <a:pt x="13258" y="-342"/>
                    <a:pt x="16854" y="2048"/>
                  </a:cubicBezTo>
                  <a:cubicBezTo>
                    <a:pt x="19786" y="3949"/>
                    <a:pt x="21416" y="7383"/>
                    <a:pt x="21063" y="10916"/>
                  </a:cubicBezTo>
                  <a:cubicBezTo>
                    <a:pt x="20587" y="17888"/>
                    <a:pt x="15589" y="20938"/>
                    <a:pt x="10942" y="20938"/>
                  </a:cubicBezTo>
                  <a:close/>
                  <a:moveTo>
                    <a:pt x="10003" y="1894"/>
                  </a:moveTo>
                  <a:cubicBezTo>
                    <a:pt x="8506" y="1874"/>
                    <a:pt x="7024" y="2216"/>
                    <a:pt x="5682" y="2894"/>
                  </a:cubicBezTo>
                  <a:cubicBezTo>
                    <a:pt x="3351" y="4097"/>
                    <a:pt x="1893" y="6554"/>
                    <a:pt x="1924" y="9225"/>
                  </a:cubicBezTo>
                  <a:cubicBezTo>
                    <a:pt x="1534" y="14213"/>
                    <a:pt x="5170" y="18580"/>
                    <a:pt x="10045" y="18979"/>
                  </a:cubicBezTo>
                  <a:cubicBezTo>
                    <a:pt x="10186" y="18990"/>
                    <a:pt x="10326" y="18998"/>
                    <a:pt x="10466" y="19003"/>
                  </a:cubicBezTo>
                  <a:cubicBezTo>
                    <a:pt x="14537" y="19246"/>
                    <a:pt x="18808" y="16773"/>
                    <a:pt x="19234" y="10775"/>
                  </a:cubicBezTo>
                  <a:cubicBezTo>
                    <a:pt x="19515" y="7933"/>
                    <a:pt x="18207" y="5172"/>
                    <a:pt x="15852" y="3637"/>
                  </a:cubicBezTo>
                  <a:cubicBezTo>
                    <a:pt x="14105" y="2488"/>
                    <a:pt x="12067" y="1886"/>
                    <a:pt x="9990" y="1907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7" name="자유형: 도형 86"/>
            <p:cNvSpPr/>
            <p:nvPr/>
          </p:nvSpPr>
          <p:spPr>
            <a:xfrm>
              <a:off x="1713071" y="215576"/>
              <a:ext cx="500121" cy="668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770" h="20946" extrusionOk="0">
                  <a:moveTo>
                    <a:pt x="9311" y="35"/>
                  </a:moveTo>
                  <a:cubicBezTo>
                    <a:pt x="20184" y="1318"/>
                    <a:pt x="17955" y="9078"/>
                    <a:pt x="16658" y="15904"/>
                  </a:cubicBezTo>
                  <a:cubicBezTo>
                    <a:pt x="15775" y="19383"/>
                    <a:pt x="8738" y="20984"/>
                    <a:pt x="7607" y="20945"/>
                  </a:cubicBezTo>
                  <a:cubicBezTo>
                    <a:pt x="6475" y="20907"/>
                    <a:pt x="1294" y="18930"/>
                    <a:pt x="682" y="15407"/>
                  </a:cubicBezTo>
                  <a:cubicBezTo>
                    <a:pt x="-493" y="8029"/>
                    <a:pt x="-1416" y="-616"/>
                    <a:pt x="9311" y="35"/>
                  </a:cubicBez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8" name="자유형: 도형 87"/>
            <p:cNvSpPr/>
            <p:nvPr/>
          </p:nvSpPr>
          <p:spPr>
            <a:xfrm>
              <a:off x="1702635" y="205582"/>
              <a:ext cx="520733" cy="689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51" h="21435" extrusionOk="0">
                  <a:moveTo>
                    <a:pt x="8606" y="21435"/>
                  </a:moveTo>
                  <a:lnTo>
                    <a:pt x="8554" y="21435"/>
                  </a:lnTo>
                  <a:cubicBezTo>
                    <a:pt x="7256" y="21401"/>
                    <a:pt x="1427" y="19382"/>
                    <a:pt x="739" y="15663"/>
                  </a:cubicBezTo>
                  <a:cubicBezTo>
                    <a:pt x="-178" y="10329"/>
                    <a:pt x="-824" y="4880"/>
                    <a:pt x="2500" y="1994"/>
                  </a:cubicBezTo>
                  <a:cubicBezTo>
                    <a:pt x="4214" y="494"/>
                    <a:pt x="6871" y="-165"/>
                    <a:pt x="10408" y="35"/>
                  </a:cubicBezTo>
                  <a:lnTo>
                    <a:pt x="10434" y="35"/>
                  </a:lnTo>
                  <a:cubicBezTo>
                    <a:pt x="14081" y="430"/>
                    <a:pt x="16566" y="1442"/>
                    <a:pt x="18088" y="3138"/>
                  </a:cubicBezTo>
                  <a:cubicBezTo>
                    <a:pt x="20776" y="6113"/>
                    <a:pt x="19828" y="10605"/>
                    <a:pt x="18906" y="14945"/>
                  </a:cubicBezTo>
                  <a:cubicBezTo>
                    <a:pt x="18822" y="15370"/>
                    <a:pt x="18734" y="15761"/>
                    <a:pt x="18650" y="16165"/>
                  </a:cubicBezTo>
                  <a:cubicBezTo>
                    <a:pt x="17660" y="19786"/>
                    <a:pt x="10190" y="21435"/>
                    <a:pt x="8606" y="21435"/>
                  </a:cubicBezTo>
                  <a:close/>
                  <a:moveTo>
                    <a:pt x="9179" y="630"/>
                  </a:moveTo>
                  <a:cubicBezTo>
                    <a:pt x="6454" y="630"/>
                    <a:pt x="4448" y="1221"/>
                    <a:pt x="3073" y="2428"/>
                  </a:cubicBezTo>
                  <a:cubicBezTo>
                    <a:pt x="15" y="5105"/>
                    <a:pt x="624" y="10388"/>
                    <a:pt x="1510" y="15565"/>
                  </a:cubicBezTo>
                  <a:cubicBezTo>
                    <a:pt x="2125" y="18919"/>
                    <a:pt x="7533" y="20763"/>
                    <a:pt x="8569" y="20797"/>
                  </a:cubicBezTo>
                  <a:cubicBezTo>
                    <a:pt x="9799" y="20831"/>
                    <a:pt x="17009" y="19229"/>
                    <a:pt x="17885" y="16037"/>
                  </a:cubicBezTo>
                  <a:cubicBezTo>
                    <a:pt x="17963" y="15650"/>
                    <a:pt x="18051" y="15242"/>
                    <a:pt x="18135" y="14830"/>
                  </a:cubicBezTo>
                  <a:cubicBezTo>
                    <a:pt x="19031" y="10627"/>
                    <a:pt x="19953" y="6278"/>
                    <a:pt x="17457" y="3507"/>
                  </a:cubicBezTo>
                  <a:cubicBezTo>
                    <a:pt x="16066" y="1964"/>
                    <a:pt x="13743" y="1034"/>
                    <a:pt x="10341" y="664"/>
                  </a:cubicBezTo>
                  <a:cubicBezTo>
                    <a:pt x="9945" y="643"/>
                    <a:pt x="9554" y="630"/>
                    <a:pt x="9179" y="630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69" name="자유형: 도형 88"/>
            <p:cNvSpPr/>
            <p:nvPr/>
          </p:nvSpPr>
          <p:spPr>
            <a:xfrm>
              <a:off x="2011801" y="530985"/>
              <a:ext cx="27653" cy="40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228" h="14334" extrusionOk="0">
                  <a:moveTo>
                    <a:pt x="3731" y="1166"/>
                  </a:moveTo>
                  <a:cubicBezTo>
                    <a:pt x="15245" y="-4126"/>
                    <a:pt x="18783" y="10114"/>
                    <a:pt x="11257" y="13577"/>
                  </a:cubicBezTo>
                  <a:cubicBezTo>
                    <a:pt x="-1011" y="17474"/>
                    <a:pt x="-2817" y="5255"/>
                    <a:pt x="3731" y="116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0" name="자유형: 도형 89"/>
            <p:cNvSpPr/>
            <p:nvPr/>
          </p:nvSpPr>
          <p:spPr>
            <a:xfrm>
              <a:off x="1853161" y="528303"/>
              <a:ext cx="28827" cy="412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681" h="12799" extrusionOk="0">
                  <a:moveTo>
                    <a:pt x="9882" y="12342"/>
                  </a:moveTo>
                  <a:cubicBezTo>
                    <a:pt x="20066" y="8098"/>
                    <a:pt x="7288" y="-7009"/>
                    <a:pt x="606" y="3855"/>
                  </a:cubicBezTo>
                  <a:cubicBezTo>
                    <a:pt x="-1534" y="8014"/>
                    <a:pt x="2099" y="14591"/>
                    <a:pt x="9882" y="12342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1" name="자유형: 도형 90"/>
            <p:cNvSpPr/>
            <p:nvPr/>
          </p:nvSpPr>
          <p:spPr>
            <a:xfrm>
              <a:off x="2209335" y="530448"/>
              <a:ext cx="90378" cy="11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650" h="17897" extrusionOk="0">
                  <a:moveTo>
                    <a:pt x="7736" y="756"/>
                  </a:moveTo>
                  <a:cubicBezTo>
                    <a:pt x="16022" y="-3543"/>
                    <a:pt x="16354" y="12019"/>
                    <a:pt x="11414" y="9354"/>
                  </a:cubicBezTo>
                  <a:cubicBezTo>
                    <a:pt x="11199" y="8522"/>
                    <a:pt x="11276" y="7644"/>
                    <a:pt x="11635" y="6860"/>
                  </a:cubicBezTo>
                  <a:cubicBezTo>
                    <a:pt x="12964" y="-1028"/>
                    <a:pt x="6185" y="3916"/>
                    <a:pt x="4679" y="7956"/>
                  </a:cubicBezTo>
                  <a:cubicBezTo>
                    <a:pt x="9376" y="7484"/>
                    <a:pt x="10816" y="13653"/>
                    <a:pt x="7404" y="16039"/>
                  </a:cubicBezTo>
                  <a:cubicBezTo>
                    <a:pt x="6073" y="17382"/>
                    <a:pt x="4176" y="18057"/>
                    <a:pt x="2264" y="17865"/>
                  </a:cubicBezTo>
                  <a:cubicBezTo>
                    <a:pt x="1431" y="17623"/>
                    <a:pt x="959" y="16771"/>
                    <a:pt x="1210" y="15966"/>
                  </a:cubicBezTo>
                  <a:cubicBezTo>
                    <a:pt x="1363" y="15473"/>
                    <a:pt x="1759" y="15090"/>
                    <a:pt x="2264" y="14942"/>
                  </a:cubicBezTo>
                  <a:cubicBezTo>
                    <a:pt x="8202" y="14040"/>
                    <a:pt x="7072" y="9268"/>
                    <a:pt x="4214" y="11417"/>
                  </a:cubicBezTo>
                  <a:cubicBezTo>
                    <a:pt x="-5246" y="16576"/>
                    <a:pt x="3593" y="1293"/>
                    <a:pt x="7736" y="756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2" name="자유형: 도형 91"/>
            <p:cNvSpPr/>
            <p:nvPr/>
          </p:nvSpPr>
          <p:spPr>
            <a:xfrm>
              <a:off x="1636949" y="493615"/>
              <a:ext cx="79119" cy="118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807" h="16872" extrusionOk="0">
                  <a:moveTo>
                    <a:pt x="882" y="7557"/>
                  </a:moveTo>
                  <a:cubicBezTo>
                    <a:pt x="-4257" y="-1912"/>
                    <a:pt x="14672" y="-3156"/>
                    <a:pt x="16356" y="7693"/>
                  </a:cubicBezTo>
                  <a:cubicBezTo>
                    <a:pt x="17314" y="10473"/>
                    <a:pt x="17343" y="18444"/>
                    <a:pt x="10259" y="16597"/>
                  </a:cubicBezTo>
                  <a:cubicBezTo>
                    <a:pt x="9995" y="16457"/>
                    <a:pt x="9948" y="16200"/>
                    <a:pt x="10157" y="16023"/>
                  </a:cubicBezTo>
                  <a:cubicBezTo>
                    <a:pt x="10186" y="15998"/>
                    <a:pt x="10221" y="15975"/>
                    <a:pt x="10259" y="15955"/>
                  </a:cubicBezTo>
                  <a:cubicBezTo>
                    <a:pt x="10491" y="15800"/>
                    <a:pt x="10259" y="16169"/>
                    <a:pt x="10259" y="15839"/>
                  </a:cubicBezTo>
                  <a:cubicBezTo>
                    <a:pt x="10259" y="15508"/>
                    <a:pt x="10491" y="15469"/>
                    <a:pt x="10259" y="15683"/>
                  </a:cubicBezTo>
                  <a:cubicBezTo>
                    <a:pt x="10419" y="15444"/>
                    <a:pt x="10613" y="15217"/>
                    <a:pt x="10840" y="15003"/>
                  </a:cubicBezTo>
                  <a:cubicBezTo>
                    <a:pt x="11435" y="14546"/>
                    <a:pt x="11914" y="14027"/>
                    <a:pt x="12262" y="13467"/>
                  </a:cubicBezTo>
                  <a:cubicBezTo>
                    <a:pt x="13127" y="10809"/>
                    <a:pt x="12773" y="8036"/>
                    <a:pt x="11246" y="5515"/>
                  </a:cubicBezTo>
                  <a:cubicBezTo>
                    <a:pt x="10259" y="4426"/>
                    <a:pt x="9330" y="2754"/>
                    <a:pt x="7182" y="2502"/>
                  </a:cubicBezTo>
                  <a:cubicBezTo>
                    <a:pt x="4955" y="2575"/>
                    <a:pt x="3239" y="3843"/>
                    <a:pt x="3350" y="5333"/>
                  </a:cubicBezTo>
                  <a:cubicBezTo>
                    <a:pt x="3376" y="5700"/>
                    <a:pt x="3515" y="6060"/>
                    <a:pt x="3756" y="6390"/>
                  </a:cubicBezTo>
                  <a:cubicBezTo>
                    <a:pt x="4685" y="7673"/>
                    <a:pt x="2043" y="8859"/>
                    <a:pt x="853" y="7576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3" name="자유형: 도형 92"/>
            <p:cNvSpPr/>
            <p:nvPr/>
          </p:nvSpPr>
          <p:spPr>
            <a:xfrm>
              <a:off x="1906825" y="458850"/>
              <a:ext cx="47879" cy="195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609" h="21447" extrusionOk="0">
                  <a:moveTo>
                    <a:pt x="9610" y="21447"/>
                  </a:moveTo>
                  <a:cubicBezTo>
                    <a:pt x="5167" y="20339"/>
                    <a:pt x="1868" y="18838"/>
                    <a:pt x="128" y="17134"/>
                  </a:cubicBezTo>
                  <a:cubicBezTo>
                    <a:pt x="-138" y="16823"/>
                    <a:pt x="14" y="16490"/>
                    <a:pt x="554" y="16217"/>
                  </a:cubicBezTo>
                  <a:cubicBezTo>
                    <a:pt x="8756" y="12174"/>
                    <a:pt x="13971" y="6268"/>
                    <a:pt x="4110" y="1774"/>
                  </a:cubicBezTo>
                  <a:cubicBezTo>
                    <a:pt x="2986" y="1264"/>
                    <a:pt x="3375" y="561"/>
                    <a:pt x="4987" y="204"/>
                  </a:cubicBezTo>
                  <a:cubicBezTo>
                    <a:pt x="6599" y="-153"/>
                    <a:pt x="8818" y="-29"/>
                    <a:pt x="9941" y="482"/>
                  </a:cubicBezTo>
                  <a:cubicBezTo>
                    <a:pt x="21462" y="5712"/>
                    <a:pt x="16342" y="12340"/>
                    <a:pt x="7476" y="17013"/>
                  </a:cubicBezTo>
                  <a:cubicBezTo>
                    <a:pt x="8851" y="18090"/>
                    <a:pt x="11070" y="19036"/>
                    <a:pt x="13924" y="19764"/>
                  </a:cubicBezTo>
                  <a:lnTo>
                    <a:pt x="11790" y="20665"/>
                  </a:ln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4" name="자유형: 도형 93"/>
            <p:cNvSpPr/>
            <p:nvPr/>
          </p:nvSpPr>
          <p:spPr>
            <a:xfrm>
              <a:off x="2005877" y="447249"/>
              <a:ext cx="65880" cy="31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583" h="9284" extrusionOk="0">
                  <a:moveTo>
                    <a:pt x="209" y="3345"/>
                  </a:moveTo>
                  <a:cubicBezTo>
                    <a:pt x="5564" y="-8006"/>
                    <a:pt x="21386" y="13594"/>
                    <a:pt x="11282" y="8490"/>
                  </a:cubicBezTo>
                  <a:cubicBezTo>
                    <a:pt x="8045" y="6094"/>
                    <a:pt x="4378" y="4962"/>
                    <a:pt x="694" y="5223"/>
                  </a:cubicBezTo>
                  <a:cubicBezTo>
                    <a:pt x="-214" y="5223"/>
                    <a:pt x="-63" y="4080"/>
                    <a:pt x="209" y="3345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5" name="자유형: 도형 94"/>
            <p:cNvSpPr/>
            <p:nvPr/>
          </p:nvSpPr>
          <p:spPr>
            <a:xfrm>
              <a:off x="1826336" y="448137"/>
              <a:ext cx="66809" cy="28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504" h="9139" extrusionOk="0">
                  <a:moveTo>
                    <a:pt x="14320" y="3855"/>
                  </a:moveTo>
                  <a:cubicBezTo>
                    <a:pt x="9602" y="-8475"/>
                    <a:pt x="-6924" y="13125"/>
                    <a:pt x="3253" y="8469"/>
                  </a:cubicBezTo>
                  <a:cubicBezTo>
                    <a:pt x="6514" y="6114"/>
                    <a:pt x="10160" y="5129"/>
                    <a:pt x="13786" y="5623"/>
                  </a:cubicBezTo>
                  <a:cubicBezTo>
                    <a:pt x="14676" y="5710"/>
                    <a:pt x="14587" y="4675"/>
                    <a:pt x="14320" y="3855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6" name="자유형: 도형 95"/>
            <p:cNvSpPr/>
            <p:nvPr/>
          </p:nvSpPr>
          <p:spPr>
            <a:xfrm>
              <a:off x="321906" y="1071812"/>
              <a:ext cx="2951521" cy="2024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4" h="21600" extrusionOk="0">
                  <a:moveTo>
                    <a:pt x="19421" y="7271"/>
                  </a:moveTo>
                  <a:cubicBezTo>
                    <a:pt x="18730" y="4707"/>
                    <a:pt x="17898" y="1877"/>
                    <a:pt x="16060" y="1280"/>
                  </a:cubicBezTo>
                  <a:cubicBezTo>
                    <a:pt x="16060" y="1280"/>
                    <a:pt x="15531" y="1063"/>
                    <a:pt x="14987" y="758"/>
                  </a:cubicBezTo>
                  <a:cubicBezTo>
                    <a:pt x="14560" y="519"/>
                    <a:pt x="13628" y="63"/>
                    <a:pt x="13370" y="29"/>
                  </a:cubicBezTo>
                  <a:cubicBezTo>
                    <a:pt x="13370" y="29"/>
                    <a:pt x="12923" y="2177"/>
                    <a:pt x="11449" y="1779"/>
                  </a:cubicBezTo>
                  <a:cubicBezTo>
                    <a:pt x="10598" y="1547"/>
                    <a:pt x="10293" y="0"/>
                    <a:pt x="10293" y="0"/>
                  </a:cubicBezTo>
                  <a:cubicBezTo>
                    <a:pt x="9861" y="146"/>
                    <a:pt x="9392" y="207"/>
                    <a:pt x="8460" y="583"/>
                  </a:cubicBezTo>
                  <a:cubicBezTo>
                    <a:pt x="7850" y="830"/>
                    <a:pt x="6719" y="865"/>
                    <a:pt x="6171" y="2216"/>
                  </a:cubicBezTo>
                  <a:cubicBezTo>
                    <a:pt x="5624" y="3568"/>
                    <a:pt x="3815" y="10059"/>
                    <a:pt x="2962" y="11840"/>
                  </a:cubicBezTo>
                  <a:cubicBezTo>
                    <a:pt x="2711" y="12363"/>
                    <a:pt x="-96" y="19325"/>
                    <a:pt x="3" y="19732"/>
                  </a:cubicBezTo>
                  <a:cubicBezTo>
                    <a:pt x="101" y="20139"/>
                    <a:pt x="1524" y="21600"/>
                    <a:pt x="1524" y="21600"/>
                  </a:cubicBezTo>
                  <a:cubicBezTo>
                    <a:pt x="1524" y="21600"/>
                    <a:pt x="4593" y="16011"/>
                    <a:pt x="5437" y="13967"/>
                  </a:cubicBezTo>
                  <a:cubicBezTo>
                    <a:pt x="5975" y="12663"/>
                    <a:pt x="7226" y="8460"/>
                    <a:pt x="7226" y="8460"/>
                  </a:cubicBezTo>
                  <a:cubicBezTo>
                    <a:pt x="7329" y="11921"/>
                    <a:pt x="7640" y="18853"/>
                    <a:pt x="7640" y="18853"/>
                  </a:cubicBezTo>
                  <a:lnTo>
                    <a:pt x="14815" y="19515"/>
                  </a:lnTo>
                  <a:cubicBezTo>
                    <a:pt x="14815" y="19515"/>
                    <a:pt x="16321" y="10561"/>
                    <a:pt x="16716" y="8215"/>
                  </a:cubicBezTo>
                  <a:cubicBezTo>
                    <a:pt x="16751" y="8298"/>
                    <a:pt x="16788" y="8382"/>
                    <a:pt x="16826" y="8467"/>
                  </a:cubicBezTo>
                  <a:cubicBezTo>
                    <a:pt x="17169" y="9217"/>
                    <a:pt x="18887" y="13080"/>
                    <a:pt x="18887" y="13080"/>
                  </a:cubicBezTo>
                  <a:lnTo>
                    <a:pt x="16272" y="17226"/>
                  </a:lnTo>
                  <a:cubicBezTo>
                    <a:pt x="16585" y="19094"/>
                    <a:pt x="17076" y="19290"/>
                    <a:pt x="17922" y="19379"/>
                  </a:cubicBezTo>
                  <a:cubicBezTo>
                    <a:pt x="17922" y="19379"/>
                    <a:pt x="21028" y="15356"/>
                    <a:pt x="21276" y="13668"/>
                  </a:cubicBezTo>
                  <a:cubicBezTo>
                    <a:pt x="21504" y="12147"/>
                    <a:pt x="20310" y="10568"/>
                    <a:pt x="19421" y="7271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7" name="자유형: 도형 96"/>
            <p:cNvSpPr/>
            <p:nvPr/>
          </p:nvSpPr>
          <p:spPr>
            <a:xfrm>
              <a:off x="315700" y="1065342"/>
              <a:ext cx="2964173" cy="20379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592" extrusionOk="0">
                  <a:moveTo>
                    <a:pt x="1567" y="21592"/>
                  </a:moveTo>
                  <a:cubicBezTo>
                    <a:pt x="1557" y="21592"/>
                    <a:pt x="1547" y="21587"/>
                    <a:pt x="1539" y="21579"/>
                  </a:cubicBezTo>
                  <a:cubicBezTo>
                    <a:pt x="1393" y="21434"/>
                    <a:pt x="111" y="20099"/>
                    <a:pt x="4" y="19686"/>
                  </a:cubicBezTo>
                  <a:cubicBezTo>
                    <a:pt x="-124" y="19195"/>
                    <a:pt x="2928" y="11848"/>
                    <a:pt x="2960" y="11780"/>
                  </a:cubicBezTo>
                  <a:cubicBezTo>
                    <a:pt x="3473" y="10719"/>
                    <a:pt x="4354" y="7888"/>
                    <a:pt x="5061" y="5613"/>
                  </a:cubicBezTo>
                  <a:cubicBezTo>
                    <a:pt x="5535" y="4087"/>
                    <a:pt x="5948" y="2769"/>
                    <a:pt x="6162" y="2236"/>
                  </a:cubicBezTo>
                  <a:cubicBezTo>
                    <a:pt x="6614" y="1128"/>
                    <a:pt x="7456" y="886"/>
                    <a:pt x="8071" y="711"/>
                  </a:cubicBezTo>
                  <a:cubicBezTo>
                    <a:pt x="8219" y="668"/>
                    <a:pt x="8359" y="629"/>
                    <a:pt x="8478" y="581"/>
                  </a:cubicBezTo>
                  <a:cubicBezTo>
                    <a:pt x="8923" y="403"/>
                    <a:pt x="9374" y="258"/>
                    <a:pt x="9829" y="146"/>
                  </a:cubicBezTo>
                  <a:cubicBezTo>
                    <a:pt x="10007" y="100"/>
                    <a:pt x="10160" y="60"/>
                    <a:pt x="10309" y="2"/>
                  </a:cubicBezTo>
                  <a:cubicBezTo>
                    <a:pt x="10334" y="-7"/>
                    <a:pt x="10360" y="14"/>
                    <a:pt x="10368" y="51"/>
                  </a:cubicBezTo>
                  <a:cubicBezTo>
                    <a:pt x="10368" y="67"/>
                    <a:pt x="10675" y="1548"/>
                    <a:pt x="11484" y="1767"/>
                  </a:cubicBezTo>
                  <a:cubicBezTo>
                    <a:pt x="12895" y="2146"/>
                    <a:pt x="13330" y="165"/>
                    <a:pt x="13347" y="81"/>
                  </a:cubicBezTo>
                  <a:cubicBezTo>
                    <a:pt x="13354" y="48"/>
                    <a:pt x="13375" y="27"/>
                    <a:pt x="13399" y="31"/>
                  </a:cubicBezTo>
                  <a:cubicBezTo>
                    <a:pt x="13665" y="60"/>
                    <a:pt x="14613" y="524"/>
                    <a:pt x="15026" y="755"/>
                  </a:cubicBezTo>
                  <a:cubicBezTo>
                    <a:pt x="15562" y="1054"/>
                    <a:pt x="16088" y="1270"/>
                    <a:pt x="16093" y="1272"/>
                  </a:cubicBezTo>
                  <a:cubicBezTo>
                    <a:pt x="18023" y="1890"/>
                    <a:pt x="18866" y="4996"/>
                    <a:pt x="19482" y="7264"/>
                  </a:cubicBezTo>
                  <a:cubicBezTo>
                    <a:pt x="19801" y="8397"/>
                    <a:pt x="20178" y="9494"/>
                    <a:pt x="20610" y="10543"/>
                  </a:cubicBezTo>
                  <a:cubicBezTo>
                    <a:pt x="21112" y="11821"/>
                    <a:pt x="21476" y="12743"/>
                    <a:pt x="21338" y="13660"/>
                  </a:cubicBezTo>
                  <a:cubicBezTo>
                    <a:pt x="21086" y="15339"/>
                    <a:pt x="18097" y="19206"/>
                    <a:pt x="17970" y="19371"/>
                  </a:cubicBezTo>
                  <a:cubicBezTo>
                    <a:pt x="17960" y="19383"/>
                    <a:pt x="17947" y="19389"/>
                    <a:pt x="17933" y="19388"/>
                  </a:cubicBezTo>
                  <a:cubicBezTo>
                    <a:pt x="17097" y="19300"/>
                    <a:pt x="16565" y="19109"/>
                    <a:pt x="16242" y="17194"/>
                  </a:cubicBezTo>
                  <a:cubicBezTo>
                    <a:pt x="16237" y="17171"/>
                    <a:pt x="16242" y="17145"/>
                    <a:pt x="16254" y="17128"/>
                  </a:cubicBezTo>
                  <a:lnTo>
                    <a:pt x="18839" y="13053"/>
                  </a:lnTo>
                  <a:cubicBezTo>
                    <a:pt x="18642" y="12608"/>
                    <a:pt x="17120" y="9210"/>
                    <a:pt x="16801" y="8519"/>
                  </a:cubicBezTo>
                  <a:lnTo>
                    <a:pt x="16752" y="8409"/>
                  </a:lnTo>
                  <a:cubicBezTo>
                    <a:pt x="16329" y="10940"/>
                    <a:pt x="14901" y="19381"/>
                    <a:pt x="14886" y="19468"/>
                  </a:cubicBezTo>
                  <a:cubicBezTo>
                    <a:pt x="14881" y="19502"/>
                    <a:pt x="14860" y="19525"/>
                    <a:pt x="14836" y="19523"/>
                  </a:cubicBezTo>
                  <a:lnTo>
                    <a:pt x="7675" y="18864"/>
                  </a:lnTo>
                  <a:cubicBezTo>
                    <a:pt x="7650" y="18861"/>
                    <a:pt x="7630" y="18832"/>
                    <a:pt x="7628" y="18796"/>
                  </a:cubicBezTo>
                  <a:cubicBezTo>
                    <a:pt x="7628" y="18729"/>
                    <a:pt x="7333" y="12268"/>
                    <a:pt x="7224" y="8780"/>
                  </a:cubicBezTo>
                  <a:cubicBezTo>
                    <a:pt x="6929" y="9741"/>
                    <a:pt x="5971" y="12889"/>
                    <a:pt x="5519" y="13978"/>
                  </a:cubicBezTo>
                  <a:cubicBezTo>
                    <a:pt x="4685" y="15988"/>
                    <a:pt x="1638" y="21508"/>
                    <a:pt x="1608" y="21564"/>
                  </a:cubicBezTo>
                  <a:cubicBezTo>
                    <a:pt x="1598" y="21583"/>
                    <a:pt x="1583" y="21593"/>
                    <a:pt x="1567" y="21592"/>
                  </a:cubicBezTo>
                  <a:close/>
                  <a:moveTo>
                    <a:pt x="10288" y="161"/>
                  </a:moveTo>
                  <a:cubicBezTo>
                    <a:pt x="10150" y="206"/>
                    <a:pt x="10009" y="244"/>
                    <a:pt x="9847" y="285"/>
                  </a:cubicBezTo>
                  <a:cubicBezTo>
                    <a:pt x="9518" y="372"/>
                    <a:pt x="9108" y="481"/>
                    <a:pt x="8504" y="720"/>
                  </a:cubicBezTo>
                  <a:cubicBezTo>
                    <a:pt x="8383" y="769"/>
                    <a:pt x="8241" y="810"/>
                    <a:pt x="8090" y="853"/>
                  </a:cubicBezTo>
                  <a:cubicBezTo>
                    <a:pt x="7461" y="1033"/>
                    <a:pt x="6676" y="1257"/>
                    <a:pt x="6248" y="2310"/>
                  </a:cubicBezTo>
                  <a:cubicBezTo>
                    <a:pt x="6033" y="2835"/>
                    <a:pt x="5625" y="4150"/>
                    <a:pt x="5152" y="5674"/>
                  </a:cubicBezTo>
                  <a:cubicBezTo>
                    <a:pt x="4442" y="7954"/>
                    <a:pt x="3560" y="10792"/>
                    <a:pt x="3041" y="11864"/>
                  </a:cubicBezTo>
                  <a:cubicBezTo>
                    <a:pt x="2721" y="12524"/>
                    <a:pt x="42" y="19208"/>
                    <a:pt x="96" y="19637"/>
                  </a:cubicBezTo>
                  <a:cubicBezTo>
                    <a:pt x="168" y="19909"/>
                    <a:pt x="995" y="20838"/>
                    <a:pt x="1558" y="21421"/>
                  </a:cubicBezTo>
                  <a:cubicBezTo>
                    <a:pt x="1872" y="20849"/>
                    <a:pt x="4644" y="15798"/>
                    <a:pt x="5432" y="13901"/>
                  </a:cubicBezTo>
                  <a:cubicBezTo>
                    <a:pt x="5962" y="12626"/>
                    <a:pt x="7206" y="8481"/>
                    <a:pt x="7217" y="8441"/>
                  </a:cubicBezTo>
                  <a:cubicBezTo>
                    <a:pt x="7228" y="8405"/>
                    <a:pt x="7258" y="8389"/>
                    <a:pt x="7282" y="8407"/>
                  </a:cubicBezTo>
                  <a:cubicBezTo>
                    <a:pt x="7298" y="8418"/>
                    <a:pt x="7309" y="8441"/>
                    <a:pt x="7310" y="8467"/>
                  </a:cubicBezTo>
                  <a:cubicBezTo>
                    <a:pt x="7409" y="11689"/>
                    <a:pt x="7689" y="18024"/>
                    <a:pt x="7721" y="18723"/>
                  </a:cubicBezTo>
                  <a:lnTo>
                    <a:pt x="14801" y="19374"/>
                  </a:lnTo>
                  <a:cubicBezTo>
                    <a:pt x="14932" y="18597"/>
                    <a:pt x="16318" y="10413"/>
                    <a:pt x="16685" y="8209"/>
                  </a:cubicBezTo>
                  <a:cubicBezTo>
                    <a:pt x="16691" y="8170"/>
                    <a:pt x="16718" y="8146"/>
                    <a:pt x="16744" y="8155"/>
                  </a:cubicBezTo>
                  <a:cubicBezTo>
                    <a:pt x="16757" y="8160"/>
                    <a:pt x="16768" y="8171"/>
                    <a:pt x="16775" y="8187"/>
                  </a:cubicBezTo>
                  <a:cubicBezTo>
                    <a:pt x="16810" y="8270"/>
                    <a:pt x="16846" y="8353"/>
                    <a:pt x="16884" y="8437"/>
                  </a:cubicBezTo>
                  <a:cubicBezTo>
                    <a:pt x="17223" y="9172"/>
                    <a:pt x="18926" y="12980"/>
                    <a:pt x="18943" y="13020"/>
                  </a:cubicBezTo>
                  <a:cubicBezTo>
                    <a:pt x="18956" y="13047"/>
                    <a:pt x="18954" y="13084"/>
                    <a:pt x="18938" y="13108"/>
                  </a:cubicBezTo>
                  <a:lnTo>
                    <a:pt x="16344" y="17196"/>
                  </a:lnTo>
                  <a:cubicBezTo>
                    <a:pt x="16656" y="19000"/>
                    <a:pt x="17148" y="19158"/>
                    <a:pt x="17920" y="19240"/>
                  </a:cubicBezTo>
                  <a:cubicBezTo>
                    <a:pt x="18158" y="18932"/>
                    <a:pt x="21007" y="15200"/>
                    <a:pt x="21243" y="13626"/>
                  </a:cubicBezTo>
                  <a:cubicBezTo>
                    <a:pt x="21373" y="12757"/>
                    <a:pt x="21017" y="11863"/>
                    <a:pt x="20525" y="10614"/>
                  </a:cubicBezTo>
                  <a:cubicBezTo>
                    <a:pt x="20094" y="9558"/>
                    <a:pt x="19717" y="8455"/>
                    <a:pt x="19398" y="7316"/>
                  </a:cubicBezTo>
                  <a:cubicBezTo>
                    <a:pt x="18791" y="5079"/>
                    <a:pt x="17959" y="2013"/>
                    <a:pt x="16077" y="1411"/>
                  </a:cubicBezTo>
                  <a:cubicBezTo>
                    <a:pt x="16069" y="1411"/>
                    <a:pt x="15539" y="1191"/>
                    <a:pt x="14999" y="889"/>
                  </a:cubicBezTo>
                  <a:cubicBezTo>
                    <a:pt x="14595" y="663"/>
                    <a:pt x="13728" y="242"/>
                    <a:pt x="13436" y="181"/>
                  </a:cubicBezTo>
                  <a:cubicBezTo>
                    <a:pt x="13349" y="523"/>
                    <a:pt x="12833" y="2275"/>
                    <a:pt x="11474" y="1909"/>
                  </a:cubicBezTo>
                  <a:cubicBezTo>
                    <a:pt x="10692" y="1699"/>
                    <a:pt x="10360" y="461"/>
                    <a:pt x="10290" y="152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8" name="자유형: 도형 97"/>
            <p:cNvSpPr/>
            <p:nvPr/>
          </p:nvSpPr>
          <p:spPr>
            <a:xfrm>
              <a:off x="2573963" y="1838744"/>
              <a:ext cx="451171" cy="916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4" h="21092" extrusionOk="0">
                  <a:moveTo>
                    <a:pt x="3034" y="71"/>
                  </a:moveTo>
                  <a:cubicBezTo>
                    <a:pt x="3034" y="71"/>
                    <a:pt x="7362" y="-348"/>
                    <a:pt x="9620" y="857"/>
                  </a:cubicBezTo>
                  <a:cubicBezTo>
                    <a:pt x="11878" y="2062"/>
                    <a:pt x="19733" y="8353"/>
                    <a:pt x="19733" y="8353"/>
                  </a:cubicBezTo>
                  <a:cubicBezTo>
                    <a:pt x="19733" y="8353"/>
                    <a:pt x="18432" y="9052"/>
                    <a:pt x="21484" y="9168"/>
                  </a:cubicBezTo>
                  <a:lnTo>
                    <a:pt x="92" y="21088"/>
                  </a:lnTo>
                  <a:cubicBezTo>
                    <a:pt x="92" y="21088"/>
                    <a:pt x="-116" y="21252"/>
                    <a:pt x="92" y="19515"/>
                  </a:cubicBezTo>
                  <a:lnTo>
                    <a:pt x="17124" y="1038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79" name="자유형: 도형 98"/>
            <p:cNvSpPr/>
            <p:nvPr/>
          </p:nvSpPr>
          <p:spPr>
            <a:xfrm>
              <a:off x="2566818" y="1831427"/>
              <a:ext cx="465247" cy="930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4" h="21258" extrusionOk="0">
                  <a:moveTo>
                    <a:pt x="382" y="21256"/>
                  </a:moveTo>
                  <a:cubicBezTo>
                    <a:pt x="353" y="21259"/>
                    <a:pt x="322" y="21259"/>
                    <a:pt x="293" y="21256"/>
                  </a:cubicBezTo>
                  <a:cubicBezTo>
                    <a:pt x="28" y="21215"/>
                    <a:pt x="-104" y="21193"/>
                    <a:pt x="98" y="19535"/>
                  </a:cubicBezTo>
                  <a:cubicBezTo>
                    <a:pt x="105" y="19499"/>
                    <a:pt x="134" y="19466"/>
                    <a:pt x="180" y="19438"/>
                  </a:cubicBezTo>
                  <a:lnTo>
                    <a:pt x="16518" y="10481"/>
                  </a:lnTo>
                  <a:lnTo>
                    <a:pt x="2987" y="312"/>
                  </a:lnTo>
                  <a:cubicBezTo>
                    <a:pt x="2936" y="266"/>
                    <a:pt x="2936" y="211"/>
                    <a:pt x="2987" y="165"/>
                  </a:cubicBezTo>
                  <a:cubicBezTo>
                    <a:pt x="3027" y="118"/>
                    <a:pt x="3112" y="84"/>
                    <a:pt x="3214" y="74"/>
                  </a:cubicBezTo>
                  <a:cubicBezTo>
                    <a:pt x="3391" y="56"/>
                    <a:pt x="7630" y="-341"/>
                    <a:pt x="9894" y="905"/>
                  </a:cubicBezTo>
                  <a:cubicBezTo>
                    <a:pt x="12077" y="2098"/>
                    <a:pt x="19426" y="8113"/>
                    <a:pt x="19735" y="8366"/>
                  </a:cubicBezTo>
                  <a:cubicBezTo>
                    <a:pt x="19806" y="8426"/>
                    <a:pt x="19791" y="8502"/>
                    <a:pt x="19697" y="8554"/>
                  </a:cubicBezTo>
                  <a:cubicBezTo>
                    <a:pt x="19697" y="8554"/>
                    <a:pt x="19438" y="8704"/>
                    <a:pt x="19533" y="8819"/>
                  </a:cubicBezTo>
                  <a:cubicBezTo>
                    <a:pt x="19583" y="8888"/>
                    <a:pt x="19855" y="9047"/>
                    <a:pt x="21179" y="9100"/>
                  </a:cubicBezTo>
                  <a:cubicBezTo>
                    <a:pt x="21300" y="9104"/>
                    <a:pt x="21406" y="9141"/>
                    <a:pt x="21451" y="9197"/>
                  </a:cubicBezTo>
                  <a:cubicBezTo>
                    <a:pt x="21496" y="9251"/>
                    <a:pt x="21474" y="9313"/>
                    <a:pt x="21394" y="9357"/>
                  </a:cubicBezTo>
                  <a:lnTo>
                    <a:pt x="666" y="21190"/>
                  </a:lnTo>
                  <a:cubicBezTo>
                    <a:pt x="596" y="21232"/>
                    <a:pt x="492" y="21256"/>
                    <a:pt x="382" y="21256"/>
                  </a:cubicBezTo>
                  <a:close/>
                  <a:moveTo>
                    <a:pt x="722" y="19601"/>
                  </a:moveTo>
                  <a:cubicBezTo>
                    <a:pt x="653" y="20178"/>
                    <a:pt x="634" y="20538"/>
                    <a:pt x="634" y="20731"/>
                  </a:cubicBezTo>
                  <a:lnTo>
                    <a:pt x="20504" y="9385"/>
                  </a:lnTo>
                  <a:cubicBezTo>
                    <a:pt x="19621" y="9316"/>
                    <a:pt x="19098" y="9169"/>
                    <a:pt x="18921" y="8944"/>
                  </a:cubicBezTo>
                  <a:cubicBezTo>
                    <a:pt x="18804" y="8778"/>
                    <a:pt x="18856" y="8595"/>
                    <a:pt x="19060" y="8451"/>
                  </a:cubicBezTo>
                  <a:cubicBezTo>
                    <a:pt x="18120" y="7682"/>
                    <a:pt x="11402" y="2204"/>
                    <a:pt x="9402" y="1124"/>
                  </a:cubicBezTo>
                  <a:cubicBezTo>
                    <a:pt x="7775" y="237"/>
                    <a:pt x="4917" y="293"/>
                    <a:pt x="3788" y="355"/>
                  </a:cubicBezTo>
                  <a:lnTo>
                    <a:pt x="17186" y="10409"/>
                  </a:lnTo>
                  <a:cubicBezTo>
                    <a:pt x="17263" y="10469"/>
                    <a:pt x="17249" y="10546"/>
                    <a:pt x="17155" y="106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0" name="자유형: 도형 99"/>
            <p:cNvSpPr/>
            <p:nvPr/>
          </p:nvSpPr>
          <p:spPr>
            <a:xfrm>
              <a:off x="499106" y="1852288"/>
              <a:ext cx="824106" cy="1234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98" extrusionOk="0">
                  <a:moveTo>
                    <a:pt x="21600" y="212"/>
                  </a:moveTo>
                  <a:cubicBezTo>
                    <a:pt x="21600" y="212"/>
                    <a:pt x="17946" y="-602"/>
                    <a:pt x="17044" y="958"/>
                  </a:cubicBezTo>
                  <a:cubicBezTo>
                    <a:pt x="16141" y="2519"/>
                    <a:pt x="13505" y="6500"/>
                    <a:pt x="12677" y="7126"/>
                  </a:cubicBezTo>
                  <a:cubicBezTo>
                    <a:pt x="11850" y="7751"/>
                    <a:pt x="0" y="18917"/>
                    <a:pt x="0" y="18917"/>
                  </a:cubicBezTo>
                  <a:lnTo>
                    <a:pt x="1494" y="20998"/>
                  </a:lnTo>
                  <a:cubicBezTo>
                    <a:pt x="1494" y="20998"/>
                    <a:pt x="10753" y="13091"/>
                    <a:pt x="15106" y="8996"/>
                  </a:cubicBezTo>
                  <a:cubicBezTo>
                    <a:pt x="19458" y="4900"/>
                    <a:pt x="21600" y="212"/>
                    <a:pt x="21600" y="21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1" name="자유형: 도형 100"/>
            <p:cNvSpPr/>
            <p:nvPr/>
          </p:nvSpPr>
          <p:spPr>
            <a:xfrm>
              <a:off x="492645" y="1845741"/>
              <a:ext cx="837577" cy="12474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0985" extrusionOk="0">
                  <a:moveTo>
                    <a:pt x="1635" y="20985"/>
                  </a:moveTo>
                  <a:cubicBezTo>
                    <a:pt x="1574" y="20980"/>
                    <a:pt x="1521" y="20956"/>
                    <a:pt x="1494" y="20920"/>
                  </a:cubicBezTo>
                  <a:lnTo>
                    <a:pt x="22" y="18851"/>
                  </a:lnTo>
                  <a:cubicBezTo>
                    <a:pt x="-7" y="18816"/>
                    <a:pt x="-7" y="18774"/>
                    <a:pt x="22" y="18738"/>
                  </a:cubicBezTo>
                  <a:cubicBezTo>
                    <a:pt x="498" y="18279"/>
                    <a:pt x="11677" y="7687"/>
                    <a:pt x="12490" y="7070"/>
                  </a:cubicBezTo>
                  <a:cubicBezTo>
                    <a:pt x="13303" y="6454"/>
                    <a:pt x="15887" y="2507"/>
                    <a:pt x="16749" y="1008"/>
                  </a:cubicBezTo>
                  <a:cubicBezTo>
                    <a:pt x="17689" y="-611"/>
                    <a:pt x="21413" y="203"/>
                    <a:pt x="21456" y="219"/>
                  </a:cubicBezTo>
                  <a:cubicBezTo>
                    <a:pt x="21545" y="240"/>
                    <a:pt x="21593" y="303"/>
                    <a:pt x="21565" y="362"/>
                  </a:cubicBezTo>
                  <a:cubicBezTo>
                    <a:pt x="21544" y="408"/>
                    <a:pt x="19400" y="5075"/>
                    <a:pt x="15158" y="9080"/>
                  </a:cubicBezTo>
                  <a:cubicBezTo>
                    <a:pt x="10917" y="13085"/>
                    <a:pt x="1870" y="20872"/>
                    <a:pt x="1782" y="20950"/>
                  </a:cubicBezTo>
                  <a:cubicBezTo>
                    <a:pt x="1744" y="20976"/>
                    <a:pt x="1689" y="20989"/>
                    <a:pt x="1635" y="20985"/>
                  </a:cubicBezTo>
                  <a:close/>
                  <a:moveTo>
                    <a:pt x="367" y="18823"/>
                  </a:moveTo>
                  <a:lnTo>
                    <a:pt x="1673" y="20649"/>
                  </a:lnTo>
                  <a:cubicBezTo>
                    <a:pt x="2962" y="19538"/>
                    <a:pt x="10970" y="12618"/>
                    <a:pt x="14866" y="8940"/>
                  </a:cubicBezTo>
                  <a:cubicBezTo>
                    <a:pt x="18714" y="5305"/>
                    <a:pt x="20826" y="1123"/>
                    <a:pt x="21174" y="396"/>
                  </a:cubicBezTo>
                  <a:cubicBezTo>
                    <a:pt x="20470" y="267"/>
                    <a:pt x="17795" y="-142"/>
                    <a:pt x="17080" y="1086"/>
                  </a:cubicBezTo>
                  <a:cubicBezTo>
                    <a:pt x="16239" y="2548"/>
                    <a:pt x="13603" y="6576"/>
                    <a:pt x="12754" y="7220"/>
                  </a:cubicBezTo>
                  <a:cubicBezTo>
                    <a:pt x="11987" y="7806"/>
                    <a:pt x="1254" y="17984"/>
                    <a:pt x="367" y="18823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2" name="자유형: 도형 101"/>
            <p:cNvSpPr/>
            <p:nvPr/>
          </p:nvSpPr>
          <p:spPr>
            <a:xfrm>
              <a:off x="2482837" y="2669729"/>
              <a:ext cx="323903" cy="367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084"/>
                  </a:moveTo>
                  <a:cubicBezTo>
                    <a:pt x="118" y="12979"/>
                    <a:pt x="10025" y="0"/>
                    <a:pt x="10025" y="0"/>
                  </a:cubicBezTo>
                  <a:cubicBezTo>
                    <a:pt x="10025" y="0"/>
                    <a:pt x="18966" y="716"/>
                    <a:pt x="21600" y="10149"/>
                  </a:cubicBezTo>
                  <a:lnTo>
                    <a:pt x="9807" y="21600"/>
                  </a:ln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3" name="자유형: 도형 102"/>
            <p:cNvSpPr/>
            <p:nvPr/>
          </p:nvSpPr>
          <p:spPr>
            <a:xfrm>
              <a:off x="2472638" y="2660244"/>
              <a:ext cx="343995" cy="3875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1" h="21581" extrusionOk="0">
                  <a:moveTo>
                    <a:pt x="9829" y="21581"/>
                  </a:moveTo>
                  <a:cubicBezTo>
                    <a:pt x="9661" y="21579"/>
                    <a:pt x="9501" y="21519"/>
                    <a:pt x="9384" y="21414"/>
                  </a:cubicBezTo>
                  <a:lnTo>
                    <a:pt x="193" y="13353"/>
                  </a:lnTo>
                  <a:cubicBezTo>
                    <a:pt x="-44" y="13150"/>
                    <a:pt x="-66" y="12819"/>
                    <a:pt x="142" y="12592"/>
                  </a:cubicBezTo>
                  <a:cubicBezTo>
                    <a:pt x="466" y="12189"/>
                    <a:pt x="6975" y="3558"/>
                    <a:pt x="9487" y="247"/>
                  </a:cubicBezTo>
                  <a:cubicBezTo>
                    <a:pt x="9617" y="75"/>
                    <a:pt x="9845" y="-19"/>
                    <a:pt x="10076" y="3"/>
                  </a:cubicBezTo>
                  <a:cubicBezTo>
                    <a:pt x="10162" y="3"/>
                    <a:pt x="18935" y="817"/>
                    <a:pt x="21480" y="10035"/>
                  </a:cubicBezTo>
                  <a:cubicBezTo>
                    <a:pt x="21534" y="10220"/>
                    <a:pt x="21479" y="10418"/>
                    <a:pt x="21335" y="10560"/>
                  </a:cubicBezTo>
                  <a:lnTo>
                    <a:pt x="10315" y="21353"/>
                  </a:lnTo>
                  <a:cubicBezTo>
                    <a:pt x="10196" y="21468"/>
                    <a:pt x="10030" y="21536"/>
                    <a:pt x="9854" y="21543"/>
                  </a:cubicBezTo>
                  <a:close/>
                  <a:moveTo>
                    <a:pt x="1474" y="12874"/>
                  </a:moveTo>
                  <a:lnTo>
                    <a:pt x="9803" y="20188"/>
                  </a:lnTo>
                  <a:lnTo>
                    <a:pt x="20156" y="10019"/>
                  </a:lnTo>
                  <a:cubicBezTo>
                    <a:pt x="18012" y="2812"/>
                    <a:pt x="11904" y="1426"/>
                    <a:pt x="10324" y="1183"/>
                  </a:cubicBezTo>
                  <a:cubicBezTo>
                    <a:pt x="4191" y="9266"/>
                    <a:pt x="2158" y="11945"/>
                    <a:pt x="1474" y="12836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4" name="자유형: 도형 105"/>
            <p:cNvSpPr/>
            <p:nvPr/>
          </p:nvSpPr>
          <p:spPr>
            <a:xfrm>
              <a:off x="2447987" y="2727437"/>
              <a:ext cx="294041" cy="314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52" h="19626" extrusionOk="0">
                  <a:moveTo>
                    <a:pt x="5113" y="13705"/>
                  </a:moveTo>
                  <a:cubicBezTo>
                    <a:pt x="5113" y="13705"/>
                    <a:pt x="4251" y="21274"/>
                    <a:pt x="12926" y="19296"/>
                  </a:cubicBezTo>
                  <a:cubicBezTo>
                    <a:pt x="21600" y="17319"/>
                    <a:pt x="18384" y="9451"/>
                    <a:pt x="15512" y="5504"/>
                  </a:cubicBezTo>
                  <a:cubicBezTo>
                    <a:pt x="12141" y="893"/>
                    <a:pt x="9580" y="185"/>
                    <a:pt x="7519" y="23"/>
                  </a:cubicBezTo>
                  <a:cubicBezTo>
                    <a:pt x="2992" y="-326"/>
                    <a:pt x="0" y="3339"/>
                    <a:pt x="0" y="333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5" name="자유형: 도형 106"/>
            <p:cNvSpPr/>
            <p:nvPr/>
          </p:nvSpPr>
          <p:spPr>
            <a:xfrm>
              <a:off x="2440724" y="2721099"/>
              <a:ext cx="308078" cy="32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88" h="21174" extrusionOk="0">
                  <a:moveTo>
                    <a:pt x="11390" y="21167"/>
                  </a:moveTo>
                  <a:cubicBezTo>
                    <a:pt x="9900" y="21240"/>
                    <a:pt x="8435" y="20771"/>
                    <a:pt x="7288" y="19852"/>
                  </a:cubicBezTo>
                  <a:cubicBezTo>
                    <a:pt x="5287" y="18088"/>
                    <a:pt x="5379" y="15335"/>
                    <a:pt x="5452" y="14682"/>
                  </a:cubicBezTo>
                  <a:lnTo>
                    <a:pt x="47" y="4095"/>
                  </a:lnTo>
                  <a:cubicBezTo>
                    <a:pt x="-32" y="3943"/>
                    <a:pt x="-11" y="3759"/>
                    <a:pt x="102" y="3628"/>
                  </a:cubicBezTo>
                  <a:cubicBezTo>
                    <a:pt x="240" y="3460"/>
                    <a:pt x="3488" y="-360"/>
                    <a:pt x="8499" y="28"/>
                  </a:cubicBezTo>
                  <a:cubicBezTo>
                    <a:pt x="10830" y="205"/>
                    <a:pt x="13694" y="1034"/>
                    <a:pt x="17346" y="5886"/>
                  </a:cubicBezTo>
                  <a:cubicBezTo>
                    <a:pt x="19613" y="8903"/>
                    <a:pt x="21568" y="13306"/>
                    <a:pt x="20274" y="16632"/>
                  </a:cubicBezTo>
                  <a:cubicBezTo>
                    <a:pt x="19448" y="18740"/>
                    <a:pt x="17456" y="20161"/>
                    <a:pt x="14345" y="20849"/>
                  </a:cubicBezTo>
                  <a:cubicBezTo>
                    <a:pt x="13375" y="21059"/>
                    <a:pt x="12384" y="21165"/>
                    <a:pt x="11390" y="21167"/>
                  </a:cubicBezTo>
                  <a:close/>
                  <a:moveTo>
                    <a:pt x="974" y="3936"/>
                  </a:moveTo>
                  <a:lnTo>
                    <a:pt x="6306" y="14400"/>
                  </a:lnTo>
                  <a:cubicBezTo>
                    <a:pt x="6343" y="14477"/>
                    <a:pt x="6359" y="14562"/>
                    <a:pt x="6352" y="14647"/>
                  </a:cubicBezTo>
                  <a:cubicBezTo>
                    <a:pt x="6352" y="14647"/>
                    <a:pt x="6031" y="17594"/>
                    <a:pt x="7903" y="19199"/>
                  </a:cubicBezTo>
                  <a:cubicBezTo>
                    <a:pt x="9215" y="20320"/>
                    <a:pt x="11298" y="20576"/>
                    <a:pt x="14107" y="19949"/>
                  </a:cubicBezTo>
                  <a:cubicBezTo>
                    <a:pt x="16915" y="19323"/>
                    <a:pt x="18695" y="18096"/>
                    <a:pt x="19384" y="16288"/>
                  </a:cubicBezTo>
                  <a:cubicBezTo>
                    <a:pt x="20558" y="13288"/>
                    <a:pt x="18695" y="9230"/>
                    <a:pt x="16575" y="6371"/>
                  </a:cubicBezTo>
                  <a:cubicBezTo>
                    <a:pt x="13152" y="1819"/>
                    <a:pt x="10629" y="1078"/>
                    <a:pt x="8398" y="875"/>
                  </a:cubicBezTo>
                  <a:cubicBezTo>
                    <a:pt x="4571" y="593"/>
                    <a:pt x="1754" y="3178"/>
                    <a:pt x="1011" y="393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6" name="자유형: 도형 107"/>
            <p:cNvSpPr/>
            <p:nvPr/>
          </p:nvSpPr>
          <p:spPr>
            <a:xfrm>
              <a:off x="2291109" y="2773663"/>
              <a:ext cx="342803" cy="293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45" h="19976" extrusionOk="0">
                  <a:moveTo>
                    <a:pt x="19372" y="15171"/>
                  </a:moveTo>
                  <a:cubicBezTo>
                    <a:pt x="20946" y="11605"/>
                    <a:pt x="17120" y="6699"/>
                    <a:pt x="15680" y="4818"/>
                  </a:cubicBezTo>
                  <a:cubicBezTo>
                    <a:pt x="15638" y="4470"/>
                    <a:pt x="15570" y="4127"/>
                    <a:pt x="15475" y="3794"/>
                  </a:cubicBezTo>
                  <a:cubicBezTo>
                    <a:pt x="14688" y="1327"/>
                    <a:pt x="12327" y="294"/>
                    <a:pt x="10689" y="117"/>
                  </a:cubicBezTo>
                  <a:cubicBezTo>
                    <a:pt x="8556" y="-238"/>
                    <a:pt x="6383" y="222"/>
                    <a:pt x="4486" y="1429"/>
                  </a:cubicBezTo>
                  <a:cubicBezTo>
                    <a:pt x="3298" y="2156"/>
                    <a:pt x="-654" y="4865"/>
                    <a:pt x="94" y="7602"/>
                  </a:cubicBezTo>
                  <a:cubicBezTo>
                    <a:pt x="487" y="9045"/>
                    <a:pt x="1369" y="9464"/>
                    <a:pt x="2495" y="8468"/>
                  </a:cubicBezTo>
                  <a:cubicBezTo>
                    <a:pt x="1707" y="9259"/>
                    <a:pt x="1212" y="10060"/>
                    <a:pt x="1275" y="10898"/>
                  </a:cubicBezTo>
                  <a:cubicBezTo>
                    <a:pt x="1542" y="14287"/>
                    <a:pt x="2786" y="13914"/>
                    <a:pt x="4738" y="11698"/>
                  </a:cubicBezTo>
                  <a:cubicBezTo>
                    <a:pt x="3518" y="12750"/>
                    <a:pt x="2440" y="14352"/>
                    <a:pt x="2904" y="15906"/>
                  </a:cubicBezTo>
                  <a:cubicBezTo>
                    <a:pt x="3620" y="18327"/>
                    <a:pt x="7485" y="15385"/>
                    <a:pt x="9745" y="14854"/>
                  </a:cubicBezTo>
                  <a:cubicBezTo>
                    <a:pt x="8280" y="15236"/>
                    <a:pt x="6423" y="17173"/>
                    <a:pt x="6407" y="17899"/>
                  </a:cubicBezTo>
                  <a:cubicBezTo>
                    <a:pt x="6344" y="21362"/>
                    <a:pt x="12193" y="19416"/>
                    <a:pt x="13248" y="19556"/>
                  </a:cubicBezTo>
                  <a:cubicBezTo>
                    <a:pt x="13665" y="19602"/>
                    <a:pt x="17939" y="18467"/>
                    <a:pt x="19372" y="1517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7" name="자유형: 도형 108"/>
            <p:cNvSpPr/>
            <p:nvPr/>
          </p:nvSpPr>
          <p:spPr>
            <a:xfrm>
              <a:off x="2283680" y="2766700"/>
              <a:ext cx="356356" cy="3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20" h="21271" extrusionOk="0">
                  <a:moveTo>
                    <a:pt x="9281" y="21252"/>
                  </a:moveTo>
                  <a:cubicBezTo>
                    <a:pt x="8378" y="21354"/>
                    <a:pt x="7475" y="21052"/>
                    <a:pt x="6732" y="20400"/>
                  </a:cubicBezTo>
                  <a:cubicBezTo>
                    <a:pt x="6340" y="19956"/>
                    <a:pt x="6131" y="19311"/>
                    <a:pt x="6165" y="18650"/>
                  </a:cubicBezTo>
                  <a:cubicBezTo>
                    <a:pt x="6237" y="18158"/>
                    <a:pt x="6437" y="17710"/>
                    <a:pt x="6732" y="17373"/>
                  </a:cubicBezTo>
                  <a:cubicBezTo>
                    <a:pt x="5522" y="17922"/>
                    <a:pt x="4358" y="18319"/>
                    <a:pt x="3571" y="17865"/>
                  </a:cubicBezTo>
                  <a:cubicBezTo>
                    <a:pt x="3210" y="17659"/>
                    <a:pt x="2935" y="17270"/>
                    <a:pt x="2815" y="16796"/>
                  </a:cubicBezTo>
                  <a:cubicBezTo>
                    <a:pt x="2617" y="16060"/>
                    <a:pt x="2655" y="15256"/>
                    <a:pt x="2921" y="14554"/>
                  </a:cubicBezTo>
                  <a:cubicBezTo>
                    <a:pt x="2719" y="14592"/>
                    <a:pt x="2515" y="14565"/>
                    <a:pt x="2323" y="14478"/>
                  </a:cubicBezTo>
                  <a:cubicBezTo>
                    <a:pt x="1703" y="14185"/>
                    <a:pt x="1355" y="13268"/>
                    <a:pt x="1227" y="11593"/>
                  </a:cubicBezTo>
                  <a:cubicBezTo>
                    <a:pt x="1200" y="11068"/>
                    <a:pt x="1306" y="10545"/>
                    <a:pt x="1529" y="10098"/>
                  </a:cubicBezTo>
                  <a:cubicBezTo>
                    <a:pt x="1437" y="10087"/>
                    <a:pt x="1345" y="10065"/>
                    <a:pt x="1257" y="10032"/>
                  </a:cubicBezTo>
                  <a:cubicBezTo>
                    <a:pt x="670" y="9747"/>
                    <a:pt x="237" y="9110"/>
                    <a:pt x="107" y="8339"/>
                  </a:cubicBezTo>
                  <a:cubicBezTo>
                    <a:pt x="-702" y="5189"/>
                    <a:pt x="3276" y="2313"/>
                    <a:pt x="4516" y="1499"/>
                  </a:cubicBezTo>
                  <a:cubicBezTo>
                    <a:pt x="6404" y="237"/>
                    <a:pt x="8561" y="-246"/>
                    <a:pt x="10680" y="118"/>
                  </a:cubicBezTo>
                  <a:cubicBezTo>
                    <a:pt x="12465" y="317"/>
                    <a:pt x="14817" y="1499"/>
                    <a:pt x="15604" y="4167"/>
                  </a:cubicBezTo>
                  <a:cubicBezTo>
                    <a:pt x="15686" y="4476"/>
                    <a:pt x="15752" y="4792"/>
                    <a:pt x="15801" y="5113"/>
                  </a:cubicBezTo>
                  <a:cubicBezTo>
                    <a:pt x="17313" y="7156"/>
                    <a:pt x="20898" y="12227"/>
                    <a:pt x="19332" y="16058"/>
                  </a:cubicBezTo>
                  <a:cubicBezTo>
                    <a:pt x="17858" y="19663"/>
                    <a:pt x="13539" y="20845"/>
                    <a:pt x="13070" y="20788"/>
                  </a:cubicBezTo>
                  <a:cubicBezTo>
                    <a:pt x="12662" y="20797"/>
                    <a:pt x="12255" y="20845"/>
                    <a:pt x="11853" y="20930"/>
                  </a:cubicBezTo>
                  <a:cubicBezTo>
                    <a:pt x="11002" y="21104"/>
                    <a:pt x="10143" y="21212"/>
                    <a:pt x="9281" y="21252"/>
                  </a:cubicBezTo>
                  <a:close/>
                  <a:moveTo>
                    <a:pt x="9773" y="15103"/>
                  </a:moveTo>
                  <a:cubicBezTo>
                    <a:pt x="9953" y="15103"/>
                    <a:pt x="10107" y="15261"/>
                    <a:pt x="10143" y="15481"/>
                  </a:cubicBezTo>
                  <a:cubicBezTo>
                    <a:pt x="10181" y="15736"/>
                    <a:pt x="10050" y="15983"/>
                    <a:pt x="9848" y="16039"/>
                  </a:cubicBezTo>
                  <a:cubicBezTo>
                    <a:pt x="8555" y="16399"/>
                    <a:pt x="6997" y="18206"/>
                    <a:pt x="6944" y="18688"/>
                  </a:cubicBezTo>
                  <a:cubicBezTo>
                    <a:pt x="6920" y="19071"/>
                    <a:pt x="7036" y="19448"/>
                    <a:pt x="7262" y="19710"/>
                  </a:cubicBezTo>
                  <a:cubicBezTo>
                    <a:pt x="8094" y="20656"/>
                    <a:pt x="10408" y="20259"/>
                    <a:pt x="11800" y="20032"/>
                  </a:cubicBezTo>
                  <a:cubicBezTo>
                    <a:pt x="12261" y="19924"/>
                    <a:pt x="12730" y="19873"/>
                    <a:pt x="13199" y="19880"/>
                  </a:cubicBezTo>
                  <a:cubicBezTo>
                    <a:pt x="13675" y="19880"/>
                    <a:pt x="17457" y="18726"/>
                    <a:pt x="18705" y="15680"/>
                  </a:cubicBezTo>
                  <a:cubicBezTo>
                    <a:pt x="20059" y="12359"/>
                    <a:pt x="16549" y="7535"/>
                    <a:pt x="15226" y="5719"/>
                  </a:cubicBezTo>
                  <a:cubicBezTo>
                    <a:pt x="15174" y="5647"/>
                    <a:pt x="15137" y="5559"/>
                    <a:pt x="15120" y="5463"/>
                  </a:cubicBezTo>
                  <a:cubicBezTo>
                    <a:pt x="15079" y="5142"/>
                    <a:pt x="15019" y="4826"/>
                    <a:pt x="14938" y="4517"/>
                  </a:cubicBezTo>
                  <a:cubicBezTo>
                    <a:pt x="14280" y="2256"/>
                    <a:pt x="12223" y="1253"/>
                    <a:pt x="10665" y="1083"/>
                  </a:cubicBezTo>
                  <a:cubicBezTo>
                    <a:pt x="8687" y="736"/>
                    <a:pt x="6672" y="1183"/>
                    <a:pt x="4910" y="2360"/>
                  </a:cubicBezTo>
                  <a:cubicBezTo>
                    <a:pt x="2739" y="3779"/>
                    <a:pt x="372" y="6144"/>
                    <a:pt x="879" y="8036"/>
                  </a:cubicBezTo>
                  <a:cubicBezTo>
                    <a:pt x="985" y="8452"/>
                    <a:pt x="1181" y="8982"/>
                    <a:pt x="1529" y="9105"/>
                  </a:cubicBezTo>
                  <a:cubicBezTo>
                    <a:pt x="1918" y="9171"/>
                    <a:pt x="2310" y="9015"/>
                    <a:pt x="2596" y="8679"/>
                  </a:cubicBezTo>
                  <a:cubicBezTo>
                    <a:pt x="2757" y="8522"/>
                    <a:pt x="2990" y="8559"/>
                    <a:pt x="3116" y="8762"/>
                  </a:cubicBezTo>
                  <a:cubicBezTo>
                    <a:pt x="3116" y="8763"/>
                    <a:pt x="3117" y="8764"/>
                    <a:pt x="3117" y="8765"/>
                  </a:cubicBezTo>
                  <a:cubicBezTo>
                    <a:pt x="3247" y="8963"/>
                    <a:pt x="3223" y="9255"/>
                    <a:pt x="3065" y="9416"/>
                  </a:cubicBezTo>
                  <a:cubicBezTo>
                    <a:pt x="3064" y="9417"/>
                    <a:pt x="3064" y="9417"/>
                    <a:pt x="3064" y="9417"/>
                  </a:cubicBezTo>
                  <a:cubicBezTo>
                    <a:pt x="2308" y="10193"/>
                    <a:pt x="1983" y="10874"/>
                    <a:pt x="2028" y="11480"/>
                  </a:cubicBezTo>
                  <a:cubicBezTo>
                    <a:pt x="2149" y="13107"/>
                    <a:pt x="2459" y="13495"/>
                    <a:pt x="2633" y="13570"/>
                  </a:cubicBezTo>
                  <a:cubicBezTo>
                    <a:pt x="2807" y="13646"/>
                    <a:pt x="3170" y="13570"/>
                    <a:pt x="3836" y="12955"/>
                  </a:cubicBezTo>
                  <a:cubicBezTo>
                    <a:pt x="4122" y="12594"/>
                    <a:pt x="4430" y="12261"/>
                    <a:pt x="4759" y="11962"/>
                  </a:cubicBezTo>
                  <a:cubicBezTo>
                    <a:pt x="4919" y="11814"/>
                    <a:pt x="5144" y="11847"/>
                    <a:pt x="5273" y="12038"/>
                  </a:cubicBezTo>
                  <a:cubicBezTo>
                    <a:pt x="5408" y="12222"/>
                    <a:pt x="5408" y="12506"/>
                    <a:pt x="5273" y="12691"/>
                  </a:cubicBezTo>
                  <a:cubicBezTo>
                    <a:pt x="4948" y="13069"/>
                    <a:pt x="4660" y="13391"/>
                    <a:pt x="4388" y="13637"/>
                  </a:cubicBezTo>
                  <a:cubicBezTo>
                    <a:pt x="3725" y="14326"/>
                    <a:pt x="3432" y="15425"/>
                    <a:pt x="3632" y="16474"/>
                  </a:cubicBezTo>
                  <a:cubicBezTo>
                    <a:pt x="3684" y="16706"/>
                    <a:pt x="3813" y="16899"/>
                    <a:pt x="3987" y="17004"/>
                  </a:cubicBezTo>
                  <a:cubicBezTo>
                    <a:pt x="4675" y="17402"/>
                    <a:pt x="6158" y="16692"/>
                    <a:pt x="7458" y="16058"/>
                  </a:cubicBezTo>
                  <a:cubicBezTo>
                    <a:pt x="8209" y="15666"/>
                    <a:pt x="8983" y="15350"/>
                    <a:pt x="9773" y="15112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8" name="자유형: 도형 109"/>
            <p:cNvSpPr/>
            <p:nvPr/>
          </p:nvSpPr>
          <p:spPr>
            <a:xfrm>
              <a:off x="2334415" y="2841657"/>
              <a:ext cx="134755" cy="55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710" y="6459"/>
                    <a:pt x="15335" y="424"/>
                    <a:pt x="21600" y="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89" name="자유형: 도형 110"/>
            <p:cNvSpPr/>
            <p:nvPr/>
          </p:nvSpPr>
          <p:spPr>
            <a:xfrm>
              <a:off x="2327579" y="2835371"/>
              <a:ext cx="148427" cy="69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8" h="21600" extrusionOk="0">
                  <a:moveTo>
                    <a:pt x="988" y="21600"/>
                  </a:moveTo>
                  <a:cubicBezTo>
                    <a:pt x="775" y="21587"/>
                    <a:pt x="569" y="21443"/>
                    <a:pt x="396" y="21174"/>
                  </a:cubicBezTo>
                  <a:cubicBezTo>
                    <a:pt x="-41" y="20469"/>
                    <a:pt x="-130" y="19138"/>
                    <a:pt x="198" y="18198"/>
                  </a:cubicBezTo>
                  <a:cubicBezTo>
                    <a:pt x="4901" y="4720"/>
                    <a:pt x="15135" y="425"/>
                    <a:pt x="20431" y="0"/>
                  </a:cubicBezTo>
                  <a:cubicBezTo>
                    <a:pt x="20972" y="17"/>
                    <a:pt x="21417" y="923"/>
                    <a:pt x="21458" y="2084"/>
                  </a:cubicBezTo>
                  <a:cubicBezTo>
                    <a:pt x="21470" y="3240"/>
                    <a:pt x="21047" y="4205"/>
                    <a:pt x="20510" y="4252"/>
                  </a:cubicBezTo>
                  <a:cubicBezTo>
                    <a:pt x="15886" y="4634"/>
                    <a:pt x="6046" y="8504"/>
                    <a:pt x="1779" y="20749"/>
                  </a:cubicBezTo>
                  <a:cubicBezTo>
                    <a:pt x="1591" y="21281"/>
                    <a:pt x="1299" y="21591"/>
                    <a:pt x="988" y="216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0" name="자유형: 도형 111"/>
            <p:cNvSpPr/>
            <p:nvPr/>
          </p:nvSpPr>
          <p:spPr>
            <a:xfrm>
              <a:off x="2370905" y="2906439"/>
              <a:ext cx="138035" cy="418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405" y="7588"/>
                    <a:pt x="13916" y="77"/>
                    <a:pt x="21600" y="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1" name="자유형: 도형 112"/>
            <p:cNvSpPr/>
            <p:nvPr/>
          </p:nvSpPr>
          <p:spPr>
            <a:xfrm>
              <a:off x="2364120" y="2899605"/>
              <a:ext cx="151660" cy="55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3" h="21576" extrusionOk="0">
                  <a:moveTo>
                    <a:pt x="960" y="21574"/>
                  </a:moveTo>
                  <a:cubicBezTo>
                    <a:pt x="631" y="21584"/>
                    <a:pt x="322" y="21122"/>
                    <a:pt x="148" y="20352"/>
                  </a:cubicBezTo>
                  <a:cubicBezTo>
                    <a:pt x="-136" y="19108"/>
                    <a:pt x="1" y="17466"/>
                    <a:pt x="455" y="16691"/>
                  </a:cubicBezTo>
                  <a:cubicBezTo>
                    <a:pt x="455" y="16691"/>
                    <a:pt x="457" y="16685"/>
                    <a:pt x="457" y="16685"/>
                  </a:cubicBezTo>
                  <a:cubicBezTo>
                    <a:pt x="6382" y="5877"/>
                    <a:pt x="13329" y="75"/>
                    <a:pt x="20438" y="0"/>
                  </a:cubicBezTo>
                  <a:cubicBezTo>
                    <a:pt x="20963" y="-5"/>
                    <a:pt x="21402" y="1111"/>
                    <a:pt x="21443" y="2551"/>
                  </a:cubicBezTo>
                  <a:cubicBezTo>
                    <a:pt x="21464" y="4017"/>
                    <a:pt x="21051" y="5255"/>
                    <a:pt x="20517" y="5314"/>
                  </a:cubicBezTo>
                  <a:cubicBezTo>
                    <a:pt x="20517" y="5314"/>
                    <a:pt x="20515" y="5314"/>
                    <a:pt x="20515" y="5314"/>
                  </a:cubicBezTo>
                  <a:cubicBezTo>
                    <a:pt x="13738" y="5362"/>
                    <a:pt x="7118" y="10909"/>
                    <a:pt x="1481" y="21255"/>
                  </a:cubicBezTo>
                  <a:cubicBezTo>
                    <a:pt x="1321" y="21483"/>
                    <a:pt x="1141" y="21595"/>
                    <a:pt x="960" y="21574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2" name="자유형: 도형 113"/>
            <p:cNvSpPr/>
            <p:nvPr/>
          </p:nvSpPr>
          <p:spPr>
            <a:xfrm>
              <a:off x="2460013" y="2964278"/>
              <a:ext cx="106601" cy="274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53" extrusionOk="0">
                  <a:moveTo>
                    <a:pt x="0" y="20653"/>
                  </a:moveTo>
                  <a:cubicBezTo>
                    <a:pt x="7532" y="7797"/>
                    <a:pt x="13708" y="-947"/>
                    <a:pt x="21600" y="83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3" name="자유형: 도형 114"/>
            <p:cNvSpPr/>
            <p:nvPr/>
          </p:nvSpPr>
          <p:spPr>
            <a:xfrm>
              <a:off x="2453126" y="2957279"/>
              <a:ext cx="120186" cy="41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2" h="21568" extrusionOk="0">
                  <a:moveTo>
                    <a:pt x="1228" y="21544"/>
                  </a:moveTo>
                  <a:cubicBezTo>
                    <a:pt x="751" y="21529"/>
                    <a:pt x="319" y="20730"/>
                    <a:pt x="107" y="19475"/>
                  </a:cubicBezTo>
                  <a:cubicBezTo>
                    <a:pt x="-168" y="17684"/>
                    <a:pt x="105" y="15580"/>
                    <a:pt x="716" y="14766"/>
                  </a:cubicBezTo>
                  <a:cubicBezTo>
                    <a:pt x="6724" y="5393"/>
                    <a:pt x="13407" y="328"/>
                    <a:pt x="20213" y="0"/>
                  </a:cubicBezTo>
                  <a:cubicBezTo>
                    <a:pt x="20886" y="0"/>
                    <a:pt x="21432" y="1598"/>
                    <a:pt x="21432" y="3567"/>
                  </a:cubicBezTo>
                  <a:cubicBezTo>
                    <a:pt x="21432" y="5536"/>
                    <a:pt x="20886" y="7133"/>
                    <a:pt x="20213" y="7133"/>
                  </a:cubicBezTo>
                  <a:cubicBezTo>
                    <a:pt x="13746" y="7455"/>
                    <a:pt x="7399" y="12349"/>
                    <a:pt x="1716" y="21401"/>
                  </a:cubicBezTo>
                  <a:cubicBezTo>
                    <a:pt x="1560" y="21558"/>
                    <a:pt x="1392" y="21600"/>
                    <a:pt x="1228" y="21544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4" name="자유형: 도형 115"/>
            <p:cNvSpPr/>
            <p:nvPr/>
          </p:nvSpPr>
          <p:spPr>
            <a:xfrm>
              <a:off x="258980" y="2894948"/>
              <a:ext cx="321887" cy="245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47" h="15680" extrusionOk="0">
                  <a:moveTo>
                    <a:pt x="9552" y="12371"/>
                  </a:moveTo>
                  <a:cubicBezTo>
                    <a:pt x="9552" y="12371"/>
                    <a:pt x="13763" y="19943"/>
                    <a:pt x="17682" y="12179"/>
                  </a:cubicBezTo>
                  <a:cubicBezTo>
                    <a:pt x="21600" y="4415"/>
                    <a:pt x="16820" y="3158"/>
                    <a:pt x="13162" y="751"/>
                  </a:cubicBezTo>
                  <a:cubicBezTo>
                    <a:pt x="9503" y="-1657"/>
                    <a:pt x="0" y="2496"/>
                    <a:pt x="0" y="249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5" name="자유형: 도형 116"/>
            <p:cNvSpPr/>
            <p:nvPr/>
          </p:nvSpPr>
          <p:spPr>
            <a:xfrm>
              <a:off x="252026" y="2888808"/>
              <a:ext cx="335660" cy="2592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68" h="19596" extrusionOk="0">
                  <a:moveTo>
                    <a:pt x="13902" y="19586"/>
                  </a:moveTo>
                  <a:cubicBezTo>
                    <a:pt x="11512" y="19586"/>
                    <a:pt x="9719" y="16011"/>
                    <a:pt x="9456" y="15454"/>
                  </a:cubicBezTo>
                  <a:lnTo>
                    <a:pt x="119" y="3884"/>
                  </a:lnTo>
                  <a:cubicBezTo>
                    <a:pt x="24" y="3759"/>
                    <a:pt x="-18" y="3581"/>
                    <a:pt x="7" y="3409"/>
                  </a:cubicBezTo>
                  <a:cubicBezTo>
                    <a:pt x="33" y="3238"/>
                    <a:pt x="122" y="3095"/>
                    <a:pt x="246" y="3027"/>
                  </a:cubicBezTo>
                  <a:cubicBezTo>
                    <a:pt x="636" y="2820"/>
                    <a:pt x="9806" y="-2004"/>
                    <a:pt x="13511" y="961"/>
                  </a:cubicBezTo>
                  <a:cubicBezTo>
                    <a:pt x="13989" y="1343"/>
                    <a:pt x="14483" y="1704"/>
                    <a:pt x="14977" y="2056"/>
                  </a:cubicBezTo>
                  <a:cubicBezTo>
                    <a:pt x="18228" y="4380"/>
                    <a:pt x="21582" y="6787"/>
                    <a:pt x="18076" y="15185"/>
                  </a:cubicBezTo>
                  <a:cubicBezTo>
                    <a:pt x="16873" y="18078"/>
                    <a:pt x="15495" y="19555"/>
                    <a:pt x="13973" y="19596"/>
                  </a:cubicBezTo>
                  <a:close/>
                  <a:moveTo>
                    <a:pt x="1122" y="3750"/>
                  </a:moveTo>
                  <a:lnTo>
                    <a:pt x="10046" y="14823"/>
                  </a:lnTo>
                  <a:cubicBezTo>
                    <a:pt x="10069" y="14859"/>
                    <a:pt x="10091" y="14897"/>
                    <a:pt x="10109" y="14937"/>
                  </a:cubicBezTo>
                  <a:cubicBezTo>
                    <a:pt x="10109" y="14937"/>
                    <a:pt x="11854" y="18718"/>
                    <a:pt x="13957" y="18604"/>
                  </a:cubicBezTo>
                  <a:cubicBezTo>
                    <a:pt x="15168" y="18604"/>
                    <a:pt x="16348" y="17272"/>
                    <a:pt x="17375" y="14741"/>
                  </a:cubicBezTo>
                  <a:cubicBezTo>
                    <a:pt x="20506" y="7241"/>
                    <a:pt x="17766" y="5268"/>
                    <a:pt x="14595" y="2996"/>
                  </a:cubicBezTo>
                  <a:cubicBezTo>
                    <a:pt x="14085" y="2634"/>
                    <a:pt x="13583" y="2273"/>
                    <a:pt x="13089" y="1880"/>
                  </a:cubicBezTo>
                  <a:cubicBezTo>
                    <a:pt x="10221" y="-455"/>
                    <a:pt x="3186" y="2717"/>
                    <a:pt x="1122" y="375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6" name="자유형: 도형 117"/>
            <p:cNvSpPr/>
            <p:nvPr/>
          </p:nvSpPr>
          <p:spPr>
            <a:xfrm>
              <a:off x="20639" y="2905580"/>
              <a:ext cx="478468" cy="291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2" h="20108" extrusionOk="0">
                  <a:moveTo>
                    <a:pt x="20752" y="9639"/>
                  </a:moveTo>
                  <a:cubicBezTo>
                    <a:pt x="20562" y="7133"/>
                    <a:pt x="18855" y="4477"/>
                    <a:pt x="16715" y="3309"/>
                  </a:cubicBezTo>
                  <a:cubicBezTo>
                    <a:pt x="15103" y="2423"/>
                    <a:pt x="11114" y="709"/>
                    <a:pt x="9442" y="784"/>
                  </a:cubicBezTo>
                  <a:cubicBezTo>
                    <a:pt x="9273" y="589"/>
                    <a:pt x="9093" y="423"/>
                    <a:pt x="8903" y="285"/>
                  </a:cubicBezTo>
                  <a:cubicBezTo>
                    <a:pt x="7427" y="-657"/>
                    <a:pt x="6532" y="916"/>
                    <a:pt x="5412" y="2348"/>
                  </a:cubicBezTo>
                  <a:cubicBezTo>
                    <a:pt x="3900" y="4232"/>
                    <a:pt x="1855" y="5899"/>
                    <a:pt x="1013" y="8838"/>
                  </a:cubicBezTo>
                  <a:cubicBezTo>
                    <a:pt x="557" y="10421"/>
                    <a:pt x="-848" y="15875"/>
                    <a:pt x="729" y="17024"/>
                  </a:cubicBezTo>
                  <a:cubicBezTo>
                    <a:pt x="1565" y="17637"/>
                    <a:pt x="2294" y="17109"/>
                    <a:pt x="2596" y="15395"/>
                  </a:cubicBezTo>
                  <a:cubicBezTo>
                    <a:pt x="2412" y="16657"/>
                    <a:pt x="2430" y="17646"/>
                    <a:pt x="2809" y="18145"/>
                  </a:cubicBezTo>
                  <a:cubicBezTo>
                    <a:pt x="4096" y="19831"/>
                    <a:pt x="4748" y="19134"/>
                    <a:pt x="5127" y="16940"/>
                  </a:cubicBezTo>
                  <a:cubicBezTo>
                    <a:pt x="5020" y="18296"/>
                    <a:pt x="5174" y="19539"/>
                    <a:pt x="5856" y="20001"/>
                  </a:cubicBezTo>
                  <a:cubicBezTo>
                    <a:pt x="7285" y="20943"/>
                    <a:pt x="8535" y="15423"/>
                    <a:pt x="9750" y="12983"/>
                  </a:cubicBezTo>
                  <a:cubicBezTo>
                    <a:pt x="8986" y="14584"/>
                    <a:pt x="8565" y="17599"/>
                    <a:pt x="8873" y="18098"/>
                  </a:cubicBezTo>
                  <a:cubicBezTo>
                    <a:pt x="10231" y="20481"/>
                    <a:pt x="12880" y="12851"/>
                    <a:pt x="13615" y="11975"/>
                  </a:cubicBezTo>
                  <a:cubicBezTo>
                    <a:pt x="13787" y="11768"/>
                    <a:pt x="15109" y="13501"/>
                    <a:pt x="14801" y="14198"/>
                  </a:cubicBezTo>
                  <a:cubicBezTo>
                    <a:pt x="14451" y="15046"/>
                    <a:pt x="13022" y="15828"/>
                    <a:pt x="13022" y="17024"/>
                  </a:cubicBezTo>
                  <a:cubicBezTo>
                    <a:pt x="13076" y="18494"/>
                    <a:pt x="14546" y="19012"/>
                    <a:pt x="15073" y="18541"/>
                  </a:cubicBezTo>
                  <a:cubicBezTo>
                    <a:pt x="15601" y="18070"/>
                    <a:pt x="17516" y="17147"/>
                    <a:pt x="18855" y="15395"/>
                  </a:cubicBezTo>
                  <a:cubicBezTo>
                    <a:pt x="19894" y="13891"/>
                    <a:pt x="20566" y="11853"/>
                    <a:pt x="20752" y="963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7" name="자유형: 도형 118"/>
            <p:cNvSpPr/>
            <p:nvPr/>
          </p:nvSpPr>
          <p:spPr>
            <a:xfrm>
              <a:off x="14195" y="2899336"/>
              <a:ext cx="492069" cy="304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3" h="20988" extrusionOk="0">
                  <a:moveTo>
                    <a:pt x="6317" y="20988"/>
                  </a:moveTo>
                  <a:cubicBezTo>
                    <a:pt x="6165" y="20986"/>
                    <a:pt x="6014" y="20935"/>
                    <a:pt x="5874" y="20838"/>
                  </a:cubicBezTo>
                  <a:cubicBezTo>
                    <a:pt x="5464" y="20547"/>
                    <a:pt x="5160" y="19964"/>
                    <a:pt x="5049" y="19257"/>
                  </a:cubicBezTo>
                  <a:cubicBezTo>
                    <a:pt x="4911" y="19550"/>
                    <a:pt x="4722" y="19769"/>
                    <a:pt x="4508" y="19887"/>
                  </a:cubicBezTo>
                  <a:cubicBezTo>
                    <a:pt x="4041" y="20122"/>
                    <a:pt x="3499" y="19803"/>
                    <a:pt x="2836" y="18947"/>
                  </a:cubicBezTo>
                  <a:cubicBezTo>
                    <a:pt x="2613" y="18636"/>
                    <a:pt x="2471" y="18199"/>
                    <a:pt x="2438" y="17724"/>
                  </a:cubicBezTo>
                  <a:cubicBezTo>
                    <a:pt x="2357" y="17829"/>
                    <a:pt x="2268" y="17917"/>
                    <a:pt x="2173" y="17987"/>
                  </a:cubicBezTo>
                  <a:cubicBezTo>
                    <a:pt x="1757" y="18278"/>
                    <a:pt x="1283" y="18246"/>
                    <a:pt x="882" y="17902"/>
                  </a:cubicBezTo>
                  <a:cubicBezTo>
                    <a:pt x="-847" y="16604"/>
                    <a:pt x="392" y="11317"/>
                    <a:pt x="1009" y="9097"/>
                  </a:cubicBezTo>
                  <a:cubicBezTo>
                    <a:pt x="1626" y="6876"/>
                    <a:pt x="2957" y="5277"/>
                    <a:pt x="4219" y="3819"/>
                  </a:cubicBezTo>
                  <a:cubicBezTo>
                    <a:pt x="4629" y="3349"/>
                    <a:pt x="5015" y="2878"/>
                    <a:pt x="5372" y="2445"/>
                  </a:cubicBezTo>
                  <a:lnTo>
                    <a:pt x="5764" y="1909"/>
                  </a:lnTo>
                  <a:cubicBezTo>
                    <a:pt x="6686" y="667"/>
                    <a:pt x="7637" y="-612"/>
                    <a:pt x="9055" y="319"/>
                  </a:cubicBezTo>
                  <a:cubicBezTo>
                    <a:pt x="9232" y="442"/>
                    <a:pt x="9401" y="597"/>
                    <a:pt x="9557" y="780"/>
                  </a:cubicBezTo>
                  <a:cubicBezTo>
                    <a:pt x="11338" y="780"/>
                    <a:pt x="15274" y="2558"/>
                    <a:pt x="16641" y="3320"/>
                  </a:cubicBezTo>
                  <a:cubicBezTo>
                    <a:pt x="18831" y="4562"/>
                    <a:pt x="20560" y="7384"/>
                    <a:pt x="20750" y="10047"/>
                  </a:cubicBezTo>
                  <a:cubicBezTo>
                    <a:pt x="20753" y="10069"/>
                    <a:pt x="20753" y="10091"/>
                    <a:pt x="20750" y="10113"/>
                  </a:cubicBezTo>
                  <a:cubicBezTo>
                    <a:pt x="20569" y="12447"/>
                    <a:pt x="19889" y="14602"/>
                    <a:pt x="18831" y="16199"/>
                  </a:cubicBezTo>
                  <a:cubicBezTo>
                    <a:pt x="17919" y="17320"/>
                    <a:pt x="16911" y="18217"/>
                    <a:pt x="15839" y="18862"/>
                  </a:cubicBezTo>
                  <a:cubicBezTo>
                    <a:pt x="15534" y="19069"/>
                    <a:pt x="15263" y="19257"/>
                    <a:pt x="15113" y="19389"/>
                  </a:cubicBezTo>
                  <a:cubicBezTo>
                    <a:pt x="14557" y="19748"/>
                    <a:pt x="13930" y="19672"/>
                    <a:pt x="13413" y="19182"/>
                  </a:cubicBezTo>
                  <a:cubicBezTo>
                    <a:pt x="12988" y="18876"/>
                    <a:pt x="12698" y="18216"/>
                    <a:pt x="12658" y="17460"/>
                  </a:cubicBezTo>
                  <a:cubicBezTo>
                    <a:pt x="12623" y="16453"/>
                    <a:pt x="13234" y="15776"/>
                    <a:pt x="13782" y="15183"/>
                  </a:cubicBezTo>
                  <a:cubicBezTo>
                    <a:pt x="14018" y="14960"/>
                    <a:pt x="14232" y="14677"/>
                    <a:pt x="14416" y="14346"/>
                  </a:cubicBezTo>
                  <a:cubicBezTo>
                    <a:pt x="14416" y="14064"/>
                    <a:pt x="13839" y="13142"/>
                    <a:pt x="13574" y="12888"/>
                  </a:cubicBezTo>
                  <a:cubicBezTo>
                    <a:pt x="13401" y="13189"/>
                    <a:pt x="13119" y="13829"/>
                    <a:pt x="12825" y="14459"/>
                  </a:cubicBezTo>
                  <a:cubicBezTo>
                    <a:pt x="11620" y="17131"/>
                    <a:pt x="10519" y="19342"/>
                    <a:pt x="9528" y="19426"/>
                  </a:cubicBezTo>
                  <a:cubicBezTo>
                    <a:pt x="9200" y="19456"/>
                    <a:pt x="8882" y="19234"/>
                    <a:pt x="8669" y="18824"/>
                  </a:cubicBezTo>
                  <a:cubicBezTo>
                    <a:pt x="8519" y="18425"/>
                    <a:pt x="8466" y="17948"/>
                    <a:pt x="8519" y="17488"/>
                  </a:cubicBezTo>
                  <a:cubicBezTo>
                    <a:pt x="7856" y="19351"/>
                    <a:pt x="7142" y="20988"/>
                    <a:pt x="6317" y="20988"/>
                  </a:cubicBezTo>
                  <a:close/>
                  <a:moveTo>
                    <a:pt x="5274" y="16867"/>
                  </a:moveTo>
                  <a:lnTo>
                    <a:pt x="5326" y="16867"/>
                  </a:lnTo>
                  <a:cubicBezTo>
                    <a:pt x="5475" y="16919"/>
                    <a:pt x="5575" y="17148"/>
                    <a:pt x="5557" y="17394"/>
                  </a:cubicBezTo>
                  <a:cubicBezTo>
                    <a:pt x="5487" y="18335"/>
                    <a:pt x="5522" y="19567"/>
                    <a:pt x="6093" y="19963"/>
                  </a:cubicBezTo>
                  <a:cubicBezTo>
                    <a:pt x="6830" y="20471"/>
                    <a:pt x="7689" y="18081"/>
                    <a:pt x="8444" y="15917"/>
                  </a:cubicBezTo>
                  <a:cubicBezTo>
                    <a:pt x="8771" y="14936"/>
                    <a:pt x="9139" y="13993"/>
                    <a:pt x="9545" y="13095"/>
                  </a:cubicBezTo>
                  <a:cubicBezTo>
                    <a:pt x="9650" y="12899"/>
                    <a:pt x="9832" y="12879"/>
                    <a:pt x="9952" y="13051"/>
                  </a:cubicBezTo>
                  <a:cubicBezTo>
                    <a:pt x="10061" y="13208"/>
                    <a:pt x="10082" y="13472"/>
                    <a:pt x="10001" y="13669"/>
                  </a:cubicBezTo>
                  <a:cubicBezTo>
                    <a:pt x="9315" y="15137"/>
                    <a:pt x="9009" y="17780"/>
                    <a:pt x="9142" y="18203"/>
                  </a:cubicBezTo>
                  <a:cubicBezTo>
                    <a:pt x="9238" y="18391"/>
                    <a:pt x="9383" y="18496"/>
                    <a:pt x="9534" y="18486"/>
                  </a:cubicBezTo>
                  <a:cubicBezTo>
                    <a:pt x="10358" y="18410"/>
                    <a:pt x="11632" y="15588"/>
                    <a:pt x="12416" y="13895"/>
                  </a:cubicBezTo>
                  <a:cubicBezTo>
                    <a:pt x="12691" y="13214"/>
                    <a:pt x="13010" y="12583"/>
                    <a:pt x="13367" y="12013"/>
                  </a:cubicBezTo>
                  <a:cubicBezTo>
                    <a:pt x="13447" y="11910"/>
                    <a:pt x="13695" y="11609"/>
                    <a:pt x="14421" y="12709"/>
                  </a:cubicBezTo>
                  <a:cubicBezTo>
                    <a:pt x="14744" y="13198"/>
                    <a:pt x="15246" y="14130"/>
                    <a:pt x="14958" y="14864"/>
                  </a:cubicBezTo>
                  <a:cubicBezTo>
                    <a:pt x="14736" y="15307"/>
                    <a:pt x="14466" y="15679"/>
                    <a:pt x="14162" y="15964"/>
                  </a:cubicBezTo>
                  <a:cubicBezTo>
                    <a:pt x="13764" y="16397"/>
                    <a:pt x="13280" y="16905"/>
                    <a:pt x="13292" y="17413"/>
                  </a:cubicBezTo>
                  <a:cubicBezTo>
                    <a:pt x="13321" y="17828"/>
                    <a:pt x="13484" y="18186"/>
                    <a:pt x="13718" y="18354"/>
                  </a:cubicBezTo>
                  <a:cubicBezTo>
                    <a:pt x="14066" y="18690"/>
                    <a:pt x="14485" y="18769"/>
                    <a:pt x="14871" y="18570"/>
                  </a:cubicBezTo>
                  <a:cubicBezTo>
                    <a:pt x="15127" y="18353"/>
                    <a:pt x="15391" y="18162"/>
                    <a:pt x="15661" y="17996"/>
                  </a:cubicBezTo>
                  <a:cubicBezTo>
                    <a:pt x="16679" y="17381"/>
                    <a:pt x="17637" y="16533"/>
                    <a:pt x="18508" y="15475"/>
                  </a:cubicBezTo>
                  <a:cubicBezTo>
                    <a:pt x="19440" y="14058"/>
                    <a:pt x="20049" y="12168"/>
                    <a:pt x="20237" y="10113"/>
                  </a:cubicBezTo>
                  <a:cubicBezTo>
                    <a:pt x="20053" y="7808"/>
                    <a:pt x="18508" y="5334"/>
                    <a:pt x="16508" y="4214"/>
                  </a:cubicBezTo>
                  <a:cubicBezTo>
                    <a:pt x="14894" y="3273"/>
                    <a:pt x="11084" y="1627"/>
                    <a:pt x="9539" y="1721"/>
                  </a:cubicBezTo>
                  <a:cubicBezTo>
                    <a:pt x="9478" y="1722"/>
                    <a:pt x="9418" y="1693"/>
                    <a:pt x="9367" y="1636"/>
                  </a:cubicBezTo>
                  <a:cubicBezTo>
                    <a:pt x="9221" y="1463"/>
                    <a:pt x="9064" y="1315"/>
                    <a:pt x="8900" y="1194"/>
                  </a:cubicBezTo>
                  <a:cubicBezTo>
                    <a:pt x="7799" y="460"/>
                    <a:pt x="7090" y="1420"/>
                    <a:pt x="6191" y="2643"/>
                  </a:cubicBezTo>
                  <a:lnTo>
                    <a:pt x="5787" y="3179"/>
                  </a:lnTo>
                  <a:cubicBezTo>
                    <a:pt x="5418" y="3659"/>
                    <a:pt x="5009" y="4120"/>
                    <a:pt x="4634" y="4590"/>
                  </a:cubicBezTo>
                  <a:cubicBezTo>
                    <a:pt x="3436" y="5973"/>
                    <a:pt x="2196" y="7413"/>
                    <a:pt x="1614" y="9482"/>
                  </a:cubicBezTo>
                  <a:cubicBezTo>
                    <a:pt x="778" y="12493"/>
                    <a:pt x="167" y="16275"/>
                    <a:pt x="1199" y="17009"/>
                  </a:cubicBezTo>
                  <a:cubicBezTo>
                    <a:pt x="1450" y="17225"/>
                    <a:pt x="1745" y="17259"/>
                    <a:pt x="2012" y="17103"/>
                  </a:cubicBezTo>
                  <a:cubicBezTo>
                    <a:pt x="2319" y="16781"/>
                    <a:pt x="2529" y="16261"/>
                    <a:pt x="2588" y="15673"/>
                  </a:cubicBezTo>
                  <a:cubicBezTo>
                    <a:pt x="2628" y="15426"/>
                    <a:pt x="2782" y="15278"/>
                    <a:pt x="2933" y="15342"/>
                  </a:cubicBezTo>
                  <a:cubicBezTo>
                    <a:pt x="2933" y="15343"/>
                    <a:pt x="2934" y="15343"/>
                    <a:pt x="2934" y="15343"/>
                  </a:cubicBezTo>
                  <a:cubicBezTo>
                    <a:pt x="3088" y="15404"/>
                    <a:pt x="3183" y="15656"/>
                    <a:pt x="3147" y="15908"/>
                  </a:cubicBezTo>
                  <a:cubicBezTo>
                    <a:pt x="2974" y="17093"/>
                    <a:pt x="3015" y="17865"/>
                    <a:pt x="3257" y="18185"/>
                  </a:cubicBezTo>
                  <a:cubicBezTo>
                    <a:pt x="3741" y="18843"/>
                    <a:pt x="4133" y="19125"/>
                    <a:pt x="4410" y="18984"/>
                  </a:cubicBezTo>
                  <a:cubicBezTo>
                    <a:pt x="4686" y="18843"/>
                    <a:pt x="4894" y="18260"/>
                    <a:pt x="5067" y="17215"/>
                  </a:cubicBezTo>
                  <a:cubicBezTo>
                    <a:pt x="5088" y="17053"/>
                    <a:pt x="5160" y="16920"/>
                    <a:pt x="5257" y="16867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8" name="자유형: 도형 119"/>
            <p:cNvSpPr/>
            <p:nvPr/>
          </p:nvSpPr>
          <p:spPr>
            <a:xfrm>
              <a:off x="331766" y="3076880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294" extrusionOk="0">
                  <a:moveTo>
                    <a:pt x="0" y="1772"/>
                  </a:moveTo>
                  <a:lnTo>
                    <a:pt x="21600" y="18294"/>
                  </a:lnTo>
                  <a:cubicBezTo>
                    <a:pt x="15393" y="2631"/>
                    <a:pt x="7558" y="-3306"/>
                    <a:pt x="0" y="177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299" name="자유형: 도형 120"/>
            <p:cNvSpPr/>
            <p:nvPr/>
          </p:nvSpPr>
          <p:spPr>
            <a:xfrm>
              <a:off x="329344" y="3076928"/>
              <a:ext cx="30286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4" h="20286" extrusionOk="0">
                  <a:moveTo>
                    <a:pt x="16154" y="20286"/>
                  </a:moveTo>
                  <a:lnTo>
                    <a:pt x="15115" y="20286"/>
                  </a:lnTo>
                  <a:lnTo>
                    <a:pt x="3696" y="16047"/>
                  </a:lnTo>
                  <a:cubicBezTo>
                    <a:pt x="1650" y="15342"/>
                    <a:pt x="142" y="12452"/>
                    <a:pt x="15" y="8983"/>
                  </a:cubicBezTo>
                  <a:cubicBezTo>
                    <a:pt x="-152" y="5452"/>
                    <a:pt x="1124" y="2169"/>
                    <a:pt x="3130" y="976"/>
                  </a:cubicBezTo>
                  <a:cubicBezTo>
                    <a:pt x="8436" y="-1314"/>
                    <a:pt x="14082" y="473"/>
                    <a:pt x="18513" y="5842"/>
                  </a:cubicBezTo>
                  <a:cubicBezTo>
                    <a:pt x="20557" y="7712"/>
                    <a:pt x="21448" y="11809"/>
                    <a:pt x="20589" y="15420"/>
                  </a:cubicBezTo>
                  <a:cubicBezTo>
                    <a:pt x="19813" y="18356"/>
                    <a:pt x="18078" y="20256"/>
                    <a:pt x="16154" y="2028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0" name="자유형: 도형 121"/>
            <p:cNvSpPr/>
            <p:nvPr/>
          </p:nvSpPr>
          <p:spPr>
            <a:xfrm>
              <a:off x="80492" y="2988165"/>
              <a:ext cx="77629" cy="1407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4155"/>
                    <a:pt x="12739" y="4823"/>
                    <a:pt x="21600" y="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1" name="자유형: 도형 122"/>
            <p:cNvSpPr/>
            <p:nvPr/>
          </p:nvSpPr>
          <p:spPr>
            <a:xfrm>
              <a:off x="73658" y="2981227"/>
              <a:ext cx="91391" cy="154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2" h="21506" extrusionOk="0">
                  <a:moveTo>
                    <a:pt x="1603" y="21506"/>
                  </a:moveTo>
                  <a:cubicBezTo>
                    <a:pt x="718" y="21506"/>
                    <a:pt x="0" y="21080"/>
                    <a:pt x="0" y="20555"/>
                  </a:cubicBezTo>
                  <a:cubicBezTo>
                    <a:pt x="0" y="13119"/>
                    <a:pt x="11735" y="4313"/>
                    <a:pt x="18694" y="281"/>
                  </a:cubicBezTo>
                  <a:cubicBezTo>
                    <a:pt x="19317" y="-92"/>
                    <a:pt x="20332" y="-94"/>
                    <a:pt x="20961" y="275"/>
                  </a:cubicBezTo>
                  <a:cubicBezTo>
                    <a:pt x="20964" y="277"/>
                    <a:pt x="20967" y="279"/>
                    <a:pt x="20970" y="281"/>
                  </a:cubicBezTo>
                  <a:cubicBezTo>
                    <a:pt x="21590" y="640"/>
                    <a:pt x="21600" y="1232"/>
                    <a:pt x="20993" y="1599"/>
                  </a:cubicBezTo>
                  <a:cubicBezTo>
                    <a:pt x="20985" y="1603"/>
                    <a:pt x="20978" y="1608"/>
                    <a:pt x="20970" y="1612"/>
                  </a:cubicBezTo>
                  <a:cubicBezTo>
                    <a:pt x="12409" y="6576"/>
                    <a:pt x="3206" y="14602"/>
                    <a:pt x="3239" y="20517"/>
                  </a:cubicBezTo>
                  <a:cubicBezTo>
                    <a:pt x="3222" y="21051"/>
                    <a:pt x="2504" y="21485"/>
                    <a:pt x="1603" y="2150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2" name="자유형: 도형 123"/>
            <p:cNvSpPr/>
            <p:nvPr/>
          </p:nvSpPr>
          <p:spPr>
            <a:xfrm>
              <a:off x="142950" y="2999919"/>
              <a:ext cx="89381" cy="134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463" y="13336"/>
                    <a:pt x="11876" y="5923"/>
                    <a:pt x="21600" y="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3" name="자유형: 도형 124"/>
            <p:cNvSpPr/>
            <p:nvPr/>
          </p:nvSpPr>
          <p:spPr>
            <a:xfrm>
              <a:off x="136197" y="2993339"/>
              <a:ext cx="102801" cy="147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483" extrusionOk="0">
                  <a:moveTo>
                    <a:pt x="1398" y="21482"/>
                  </a:moveTo>
                  <a:lnTo>
                    <a:pt x="917" y="21482"/>
                  </a:lnTo>
                  <a:cubicBezTo>
                    <a:pt x="196" y="21299"/>
                    <a:pt x="-177" y="20740"/>
                    <a:pt x="83" y="20234"/>
                  </a:cubicBezTo>
                  <a:cubicBezTo>
                    <a:pt x="87" y="20226"/>
                    <a:pt x="92" y="20216"/>
                    <a:pt x="96" y="20208"/>
                  </a:cubicBezTo>
                  <a:cubicBezTo>
                    <a:pt x="3945" y="12590"/>
                    <a:pt x="10396" y="5752"/>
                    <a:pt x="18884" y="302"/>
                  </a:cubicBezTo>
                  <a:cubicBezTo>
                    <a:pt x="19397" y="-82"/>
                    <a:pt x="20257" y="-102"/>
                    <a:pt x="20804" y="258"/>
                  </a:cubicBezTo>
                  <a:cubicBezTo>
                    <a:pt x="20825" y="272"/>
                    <a:pt x="20845" y="288"/>
                    <a:pt x="20864" y="302"/>
                  </a:cubicBezTo>
                  <a:cubicBezTo>
                    <a:pt x="21419" y="688"/>
                    <a:pt x="21423" y="1319"/>
                    <a:pt x="20873" y="1710"/>
                  </a:cubicBezTo>
                  <a:cubicBezTo>
                    <a:pt x="20870" y="1711"/>
                    <a:pt x="20867" y="1713"/>
                    <a:pt x="20864" y="1715"/>
                  </a:cubicBezTo>
                  <a:cubicBezTo>
                    <a:pt x="12688" y="6969"/>
                    <a:pt x="6461" y="13550"/>
                    <a:pt x="2728" y="20885"/>
                  </a:cubicBezTo>
                  <a:cubicBezTo>
                    <a:pt x="2504" y="21259"/>
                    <a:pt x="1974" y="21498"/>
                    <a:pt x="1398" y="21482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4" name="자유형: 도형 125"/>
            <p:cNvSpPr/>
            <p:nvPr/>
          </p:nvSpPr>
          <p:spPr>
            <a:xfrm>
              <a:off x="245996" y="2993085"/>
              <a:ext cx="71341" cy="100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043" y="13434"/>
                    <a:pt x="12394" y="6082"/>
                    <a:pt x="21600" y="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5" name="자유형: 도형 126"/>
            <p:cNvSpPr/>
            <p:nvPr/>
          </p:nvSpPr>
          <p:spPr>
            <a:xfrm>
              <a:off x="239109" y="2986346"/>
              <a:ext cx="85853" cy="114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6" h="21461" extrusionOk="0">
                  <a:moveTo>
                    <a:pt x="1701" y="21460"/>
                  </a:moveTo>
                  <a:cubicBezTo>
                    <a:pt x="1433" y="21458"/>
                    <a:pt x="1169" y="21414"/>
                    <a:pt x="925" y="21332"/>
                  </a:cubicBezTo>
                  <a:cubicBezTo>
                    <a:pt x="93" y="21001"/>
                    <a:pt x="-237" y="20228"/>
                    <a:pt x="182" y="19589"/>
                  </a:cubicBezTo>
                  <a:cubicBezTo>
                    <a:pt x="4469" y="12321"/>
                    <a:pt x="10644" y="5783"/>
                    <a:pt x="18335" y="367"/>
                  </a:cubicBezTo>
                  <a:cubicBezTo>
                    <a:pt x="18991" y="-122"/>
                    <a:pt x="20041" y="-122"/>
                    <a:pt x="20697" y="367"/>
                  </a:cubicBezTo>
                  <a:cubicBezTo>
                    <a:pt x="21359" y="864"/>
                    <a:pt x="21363" y="1677"/>
                    <a:pt x="20707" y="2179"/>
                  </a:cubicBezTo>
                  <a:cubicBezTo>
                    <a:pt x="20703" y="2182"/>
                    <a:pt x="20700" y="2185"/>
                    <a:pt x="20697" y="2187"/>
                  </a:cubicBezTo>
                  <a:cubicBezTo>
                    <a:pt x="13328" y="7398"/>
                    <a:pt x="7417" y="13682"/>
                    <a:pt x="3320" y="20666"/>
                  </a:cubicBezTo>
                  <a:cubicBezTo>
                    <a:pt x="3053" y="21163"/>
                    <a:pt x="2406" y="21478"/>
                    <a:pt x="1701" y="2146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6" name="자유형: 도형 127"/>
            <p:cNvSpPr/>
            <p:nvPr/>
          </p:nvSpPr>
          <p:spPr>
            <a:xfrm>
              <a:off x="1889103" y="683907"/>
              <a:ext cx="122253" cy="44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60" h="20746" extrusionOk="0">
                  <a:moveTo>
                    <a:pt x="11185" y="20746"/>
                  </a:moveTo>
                  <a:lnTo>
                    <a:pt x="10412" y="20746"/>
                  </a:lnTo>
                  <a:cubicBezTo>
                    <a:pt x="7120" y="20239"/>
                    <a:pt x="3936" y="17358"/>
                    <a:pt x="1180" y="12403"/>
                  </a:cubicBezTo>
                  <a:cubicBezTo>
                    <a:pt x="58" y="10646"/>
                    <a:pt x="-334" y="6725"/>
                    <a:pt x="311" y="3645"/>
                  </a:cubicBezTo>
                  <a:cubicBezTo>
                    <a:pt x="327" y="3568"/>
                    <a:pt x="343" y="3497"/>
                    <a:pt x="360" y="3420"/>
                  </a:cubicBezTo>
                  <a:cubicBezTo>
                    <a:pt x="1025" y="507"/>
                    <a:pt x="2408" y="-449"/>
                    <a:pt x="3500" y="1238"/>
                  </a:cubicBezTo>
                  <a:lnTo>
                    <a:pt x="3687" y="1238"/>
                  </a:lnTo>
                  <a:cubicBezTo>
                    <a:pt x="5812" y="5114"/>
                    <a:pt x="8282" y="7335"/>
                    <a:pt x="10834" y="7656"/>
                  </a:cubicBezTo>
                  <a:cubicBezTo>
                    <a:pt x="13151" y="7296"/>
                    <a:pt x="15377" y="5063"/>
                    <a:pt x="17231" y="1238"/>
                  </a:cubicBezTo>
                  <a:cubicBezTo>
                    <a:pt x="18276" y="-854"/>
                    <a:pt x="19740" y="-231"/>
                    <a:pt x="20507" y="2631"/>
                  </a:cubicBezTo>
                  <a:cubicBezTo>
                    <a:pt x="20507" y="2637"/>
                    <a:pt x="20509" y="2644"/>
                    <a:pt x="20511" y="2650"/>
                  </a:cubicBezTo>
                  <a:cubicBezTo>
                    <a:pt x="21266" y="5493"/>
                    <a:pt x="21048" y="9465"/>
                    <a:pt x="20019" y="11570"/>
                  </a:cubicBezTo>
                  <a:cubicBezTo>
                    <a:pt x="17449" y="16838"/>
                    <a:pt x="14386" y="20020"/>
                    <a:pt x="11185" y="20746"/>
                  </a:cubicBezTo>
                  <a:close/>
                </a:path>
              </a:pathLst>
            </a:custGeom>
            <a:solidFill>
              <a:srgbClr val="FF7E86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7" name="자유형: 도형 128"/>
            <p:cNvSpPr/>
            <p:nvPr/>
          </p:nvSpPr>
          <p:spPr>
            <a:xfrm>
              <a:off x="1565392" y="81000"/>
              <a:ext cx="759077" cy="515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0" h="20495" extrusionOk="0">
                  <a:moveTo>
                    <a:pt x="15187" y="3078"/>
                  </a:moveTo>
                  <a:cubicBezTo>
                    <a:pt x="15187" y="3078"/>
                    <a:pt x="13880" y="-832"/>
                    <a:pt x="9465" y="162"/>
                  </a:cubicBezTo>
                  <a:cubicBezTo>
                    <a:pt x="5050" y="1155"/>
                    <a:pt x="2681" y="5016"/>
                    <a:pt x="2119" y="9680"/>
                  </a:cubicBezTo>
                  <a:cubicBezTo>
                    <a:pt x="1678" y="13351"/>
                    <a:pt x="1256" y="13340"/>
                    <a:pt x="342" y="14611"/>
                  </a:cubicBezTo>
                  <a:cubicBezTo>
                    <a:pt x="-573" y="15881"/>
                    <a:pt x="639" y="18705"/>
                    <a:pt x="639" y="18705"/>
                  </a:cubicBezTo>
                  <a:cubicBezTo>
                    <a:pt x="639" y="18705"/>
                    <a:pt x="220" y="16348"/>
                    <a:pt x="1432" y="15447"/>
                  </a:cubicBezTo>
                  <a:cubicBezTo>
                    <a:pt x="1432" y="15447"/>
                    <a:pt x="441" y="17879"/>
                    <a:pt x="1833" y="19324"/>
                  </a:cubicBezTo>
                  <a:cubicBezTo>
                    <a:pt x="3225" y="20768"/>
                    <a:pt x="4003" y="20469"/>
                    <a:pt x="4003" y="20469"/>
                  </a:cubicBezTo>
                  <a:cubicBezTo>
                    <a:pt x="4003" y="20469"/>
                    <a:pt x="4216" y="16017"/>
                    <a:pt x="4977" y="14692"/>
                  </a:cubicBezTo>
                  <a:cubicBezTo>
                    <a:pt x="5737" y="13367"/>
                    <a:pt x="6912" y="12482"/>
                    <a:pt x="7258" y="10891"/>
                  </a:cubicBezTo>
                  <a:cubicBezTo>
                    <a:pt x="7258" y="10891"/>
                    <a:pt x="6920" y="14594"/>
                    <a:pt x="5719" y="14915"/>
                  </a:cubicBezTo>
                  <a:cubicBezTo>
                    <a:pt x="5719" y="14915"/>
                    <a:pt x="9259" y="15745"/>
                    <a:pt x="9931" y="11657"/>
                  </a:cubicBezTo>
                  <a:cubicBezTo>
                    <a:pt x="10603" y="7568"/>
                    <a:pt x="11400" y="7546"/>
                    <a:pt x="12256" y="9485"/>
                  </a:cubicBezTo>
                  <a:cubicBezTo>
                    <a:pt x="12256" y="9485"/>
                    <a:pt x="13288" y="7036"/>
                    <a:pt x="13920" y="9669"/>
                  </a:cubicBezTo>
                  <a:cubicBezTo>
                    <a:pt x="14552" y="12303"/>
                    <a:pt x="13839" y="14860"/>
                    <a:pt x="15125" y="16652"/>
                  </a:cubicBezTo>
                  <a:lnTo>
                    <a:pt x="16329" y="17548"/>
                  </a:lnTo>
                  <a:cubicBezTo>
                    <a:pt x="15864" y="16329"/>
                    <a:pt x="15634" y="14945"/>
                    <a:pt x="15665" y="13546"/>
                  </a:cubicBezTo>
                  <a:cubicBezTo>
                    <a:pt x="16929" y="15274"/>
                    <a:pt x="17495" y="17848"/>
                    <a:pt x="17160" y="20344"/>
                  </a:cubicBezTo>
                  <a:cubicBezTo>
                    <a:pt x="17160" y="20344"/>
                    <a:pt x="19382" y="19514"/>
                    <a:pt x="20146" y="17201"/>
                  </a:cubicBezTo>
                  <a:cubicBezTo>
                    <a:pt x="21027" y="14540"/>
                    <a:pt x="19341" y="12145"/>
                    <a:pt x="19238" y="10973"/>
                  </a:cubicBezTo>
                  <a:cubicBezTo>
                    <a:pt x="19135" y="9800"/>
                    <a:pt x="18878" y="2214"/>
                    <a:pt x="15187" y="3078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8" name="자유형: 도형 129"/>
            <p:cNvSpPr/>
            <p:nvPr/>
          </p:nvSpPr>
          <p:spPr>
            <a:xfrm>
              <a:off x="1558840" y="74044"/>
              <a:ext cx="771326" cy="530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06" h="20871" extrusionOk="0">
                  <a:moveTo>
                    <a:pt x="3958" y="20871"/>
                  </a:moveTo>
                  <a:cubicBezTo>
                    <a:pt x="3592" y="20871"/>
                    <a:pt x="2899" y="20704"/>
                    <a:pt x="1895" y="19660"/>
                  </a:cubicBezTo>
                  <a:cubicBezTo>
                    <a:pt x="1207" y="18970"/>
                    <a:pt x="910" y="17696"/>
                    <a:pt x="1164" y="16529"/>
                  </a:cubicBezTo>
                  <a:cubicBezTo>
                    <a:pt x="931" y="17212"/>
                    <a:pt x="870" y="17996"/>
                    <a:pt x="993" y="18740"/>
                  </a:cubicBezTo>
                  <a:cubicBezTo>
                    <a:pt x="1015" y="18868"/>
                    <a:pt x="972" y="19002"/>
                    <a:pt x="891" y="19058"/>
                  </a:cubicBezTo>
                  <a:cubicBezTo>
                    <a:pt x="807" y="19111"/>
                    <a:pt x="710" y="19067"/>
                    <a:pt x="661" y="18955"/>
                  </a:cubicBezTo>
                  <a:cubicBezTo>
                    <a:pt x="609" y="18832"/>
                    <a:pt x="-610" y="15953"/>
                    <a:pt x="398" y="14554"/>
                  </a:cubicBezTo>
                  <a:cubicBezTo>
                    <a:pt x="536" y="14360"/>
                    <a:pt x="664" y="14199"/>
                    <a:pt x="785" y="14048"/>
                  </a:cubicBezTo>
                  <a:cubicBezTo>
                    <a:pt x="1427" y="13225"/>
                    <a:pt x="1749" y="12816"/>
                    <a:pt x="2110" y="9819"/>
                  </a:cubicBezTo>
                  <a:cubicBezTo>
                    <a:pt x="2731" y="4621"/>
                    <a:pt x="5455" y="1091"/>
                    <a:pt x="9555" y="165"/>
                  </a:cubicBezTo>
                  <a:cubicBezTo>
                    <a:pt x="13545" y="-728"/>
                    <a:pt x="15050" y="2258"/>
                    <a:pt x="15371" y="3028"/>
                  </a:cubicBezTo>
                  <a:cubicBezTo>
                    <a:pt x="16146" y="2855"/>
                    <a:pt x="16935" y="3148"/>
                    <a:pt x="17562" y="3840"/>
                  </a:cubicBezTo>
                  <a:cubicBezTo>
                    <a:pt x="19077" y="5573"/>
                    <a:pt x="19340" y="9367"/>
                    <a:pt x="19442" y="10798"/>
                  </a:cubicBezTo>
                  <a:cubicBezTo>
                    <a:pt x="19442" y="10927"/>
                    <a:pt x="19442" y="11035"/>
                    <a:pt x="19464" y="11110"/>
                  </a:cubicBezTo>
                  <a:cubicBezTo>
                    <a:pt x="19542" y="11549"/>
                    <a:pt x="19665" y="11968"/>
                    <a:pt x="19829" y="12353"/>
                  </a:cubicBezTo>
                  <a:cubicBezTo>
                    <a:pt x="20318" y="13666"/>
                    <a:pt x="20990" y="15463"/>
                    <a:pt x="20333" y="17438"/>
                  </a:cubicBezTo>
                  <a:cubicBezTo>
                    <a:pt x="19548" y="19811"/>
                    <a:pt x="17339" y="20666"/>
                    <a:pt x="17244" y="20693"/>
                  </a:cubicBezTo>
                  <a:cubicBezTo>
                    <a:pt x="17149" y="20732"/>
                    <a:pt x="17050" y="20648"/>
                    <a:pt x="17025" y="20508"/>
                  </a:cubicBezTo>
                  <a:cubicBezTo>
                    <a:pt x="17018" y="20470"/>
                    <a:pt x="17016" y="20430"/>
                    <a:pt x="17021" y="20392"/>
                  </a:cubicBezTo>
                  <a:cubicBezTo>
                    <a:pt x="17307" y="18220"/>
                    <a:pt x="16897" y="15975"/>
                    <a:pt x="15911" y="14306"/>
                  </a:cubicBezTo>
                  <a:cubicBezTo>
                    <a:pt x="15963" y="15439"/>
                    <a:pt x="16182" y="16541"/>
                    <a:pt x="16554" y="17535"/>
                  </a:cubicBezTo>
                  <a:cubicBezTo>
                    <a:pt x="16606" y="17662"/>
                    <a:pt x="16577" y="17828"/>
                    <a:pt x="16491" y="17904"/>
                  </a:cubicBezTo>
                  <a:cubicBezTo>
                    <a:pt x="16436" y="17952"/>
                    <a:pt x="16369" y="17955"/>
                    <a:pt x="16313" y="17911"/>
                  </a:cubicBezTo>
                  <a:lnTo>
                    <a:pt x="15126" y="16997"/>
                  </a:lnTo>
                  <a:lnTo>
                    <a:pt x="15086" y="16954"/>
                  </a:lnTo>
                  <a:cubicBezTo>
                    <a:pt x="14261" y="15813"/>
                    <a:pt x="14210" y="14398"/>
                    <a:pt x="14155" y="12896"/>
                  </a:cubicBezTo>
                  <a:cubicBezTo>
                    <a:pt x="14149" y="11891"/>
                    <a:pt x="14043" y="10892"/>
                    <a:pt x="13841" y="9932"/>
                  </a:cubicBezTo>
                  <a:cubicBezTo>
                    <a:pt x="13735" y="9485"/>
                    <a:pt x="13553" y="8941"/>
                    <a:pt x="13301" y="8904"/>
                  </a:cubicBezTo>
                  <a:cubicBezTo>
                    <a:pt x="12990" y="8855"/>
                    <a:pt x="12618" y="9550"/>
                    <a:pt x="12516" y="9797"/>
                  </a:cubicBezTo>
                  <a:cubicBezTo>
                    <a:pt x="12482" y="9874"/>
                    <a:pt x="12424" y="9922"/>
                    <a:pt x="12362" y="9926"/>
                  </a:cubicBezTo>
                  <a:cubicBezTo>
                    <a:pt x="12299" y="9927"/>
                    <a:pt x="12240" y="9880"/>
                    <a:pt x="12205" y="9802"/>
                  </a:cubicBezTo>
                  <a:cubicBezTo>
                    <a:pt x="11840" y="9028"/>
                    <a:pt x="11548" y="8651"/>
                    <a:pt x="11307" y="8726"/>
                  </a:cubicBezTo>
                  <a:cubicBezTo>
                    <a:pt x="11066" y="8802"/>
                    <a:pt x="10661" y="9264"/>
                    <a:pt x="10212" y="11906"/>
                  </a:cubicBezTo>
                  <a:cubicBezTo>
                    <a:pt x="9511" y="16141"/>
                    <a:pt x="5852" y="15339"/>
                    <a:pt x="5831" y="15329"/>
                  </a:cubicBezTo>
                  <a:cubicBezTo>
                    <a:pt x="5743" y="15308"/>
                    <a:pt x="5678" y="15196"/>
                    <a:pt x="5677" y="15065"/>
                  </a:cubicBezTo>
                  <a:cubicBezTo>
                    <a:pt x="5677" y="14934"/>
                    <a:pt x="5740" y="14822"/>
                    <a:pt x="5827" y="14796"/>
                  </a:cubicBezTo>
                  <a:cubicBezTo>
                    <a:pt x="6360" y="14656"/>
                    <a:pt x="6721" y="13650"/>
                    <a:pt x="6944" y="12644"/>
                  </a:cubicBezTo>
                  <a:cubicBezTo>
                    <a:pt x="6691" y="13038"/>
                    <a:pt x="6422" y="13412"/>
                    <a:pt x="6141" y="13763"/>
                  </a:cubicBezTo>
                  <a:cubicBezTo>
                    <a:pt x="5827" y="14146"/>
                    <a:pt x="5533" y="14563"/>
                    <a:pt x="5261" y="15011"/>
                  </a:cubicBezTo>
                  <a:cubicBezTo>
                    <a:pt x="4553" y="16243"/>
                    <a:pt x="4337" y="20537"/>
                    <a:pt x="4334" y="20580"/>
                  </a:cubicBezTo>
                  <a:cubicBezTo>
                    <a:pt x="4331" y="20697"/>
                    <a:pt x="4276" y="20796"/>
                    <a:pt x="4199" y="20822"/>
                  </a:cubicBezTo>
                  <a:cubicBezTo>
                    <a:pt x="4120" y="20855"/>
                    <a:pt x="4039" y="20872"/>
                    <a:pt x="3958" y="20871"/>
                  </a:cubicBezTo>
                  <a:close/>
                  <a:moveTo>
                    <a:pt x="1599" y="15329"/>
                  </a:moveTo>
                  <a:cubicBezTo>
                    <a:pt x="1650" y="15329"/>
                    <a:pt x="1699" y="15360"/>
                    <a:pt x="1734" y="15415"/>
                  </a:cubicBezTo>
                  <a:cubicBezTo>
                    <a:pt x="1788" y="15504"/>
                    <a:pt x="1797" y="15634"/>
                    <a:pt x="1756" y="15738"/>
                  </a:cubicBezTo>
                  <a:cubicBezTo>
                    <a:pt x="1719" y="15829"/>
                    <a:pt x="876" y="17949"/>
                    <a:pt x="2103" y="19224"/>
                  </a:cubicBezTo>
                  <a:cubicBezTo>
                    <a:pt x="3078" y="20231"/>
                    <a:pt x="3731" y="20333"/>
                    <a:pt x="3983" y="20301"/>
                  </a:cubicBezTo>
                  <a:cubicBezTo>
                    <a:pt x="4038" y="19370"/>
                    <a:pt x="4290" y="15856"/>
                    <a:pt x="4984" y="14651"/>
                  </a:cubicBezTo>
                  <a:cubicBezTo>
                    <a:pt x="5267" y="14179"/>
                    <a:pt x="5575" y="13740"/>
                    <a:pt x="5904" y="13338"/>
                  </a:cubicBezTo>
                  <a:cubicBezTo>
                    <a:pt x="6473" y="12606"/>
                    <a:pt x="6999" y="11917"/>
                    <a:pt x="7214" y="10959"/>
                  </a:cubicBezTo>
                  <a:cubicBezTo>
                    <a:pt x="7244" y="10826"/>
                    <a:pt x="7337" y="10747"/>
                    <a:pt x="7430" y="10776"/>
                  </a:cubicBezTo>
                  <a:cubicBezTo>
                    <a:pt x="7522" y="10808"/>
                    <a:pt x="7582" y="10939"/>
                    <a:pt x="7568" y="11078"/>
                  </a:cubicBezTo>
                  <a:cubicBezTo>
                    <a:pt x="7568" y="11207"/>
                    <a:pt x="7317" y="13768"/>
                    <a:pt x="6499" y="14844"/>
                  </a:cubicBezTo>
                  <a:cubicBezTo>
                    <a:pt x="7496" y="14882"/>
                    <a:pt x="9420" y="14554"/>
                    <a:pt x="9869" y="11756"/>
                  </a:cubicBezTo>
                  <a:cubicBezTo>
                    <a:pt x="10234" y="9453"/>
                    <a:pt x="10687" y="8317"/>
                    <a:pt x="11245" y="8172"/>
                  </a:cubicBezTo>
                  <a:cubicBezTo>
                    <a:pt x="11610" y="8081"/>
                    <a:pt x="11975" y="8414"/>
                    <a:pt x="12362" y="9184"/>
                  </a:cubicBezTo>
                  <a:cubicBezTo>
                    <a:pt x="12585" y="8705"/>
                    <a:pt x="12948" y="8410"/>
                    <a:pt x="13341" y="8387"/>
                  </a:cubicBezTo>
                  <a:cubicBezTo>
                    <a:pt x="13706" y="8446"/>
                    <a:pt x="13976" y="8925"/>
                    <a:pt x="14184" y="9770"/>
                  </a:cubicBezTo>
                  <a:cubicBezTo>
                    <a:pt x="14400" y="10778"/>
                    <a:pt x="14514" y="11828"/>
                    <a:pt x="14520" y="12886"/>
                  </a:cubicBezTo>
                  <a:cubicBezTo>
                    <a:pt x="14571" y="14328"/>
                    <a:pt x="14619" y="15576"/>
                    <a:pt x="15316" y="16555"/>
                  </a:cubicBezTo>
                  <a:lnTo>
                    <a:pt x="15988" y="17067"/>
                  </a:lnTo>
                  <a:cubicBezTo>
                    <a:pt x="15664" y="16008"/>
                    <a:pt x="15516" y="14852"/>
                    <a:pt x="15553" y="13693"/>
                  </a:cubicBezTo>
                  <a:cubicBezTo>
                    <a:pt x="15557" y="13592"/>
                    <a:pt x="15600" y="13504"/>
                    <a:pt x="15663" y="13467"/>
                  </a:cubicBezTo>
                  <a:cubicBezTo>
                    <a:pt x="15725" y="13424"/>
                    <a:pt x="15798" y="13438"/>
                    <a:pt x="15849" y="13504"/>
                  </a:cubicBezTo>
                  <a:cubicBezTo>
                    <a:pt x="17089" y="15165"/>
                    <a:pt x="17686" y="17627"/>
                    <a:pt x="17441" y="20069"/>
                  </a:cubicBezTo>
                  <a:cubicBezTo>
                    <a:pt x="18036" y="19773"/>
                    <a:pt x="19467" y="18907"/>
                    <a:pt x="20026" y="17217"/>
                  </a:cubicBezTo>
                  <a:cubicBezTo>
                    <a:pt x="20585" y="15528"/>
                    <a:pt x="20026" y="13903"/>
                    <a:pt x="19530" y="12627"/>
                  </a:cubicBezTo>
                  <a:cubicBezTo>
                    <a:pt x="19335" y="12189"/>
                    <a:pt x="19193" y="11705"/>
                    <a:pt x="19110" y="11196"/>
                  </a:cubicBezTo>
                  <a:cubicBezTo>
                    <a:pt x="19110" y="11115"/>
                    <a:pt x="19110" y="11002"/>
                    <a:pt x="19084" y="10868"/>
                  </a:cubicBezTo>
                  <a:cubicBezTo>
                    <a:pt x="19000" y="9630"/>
                    <a:pt x="18719" y="5874"/>
                    <a:pt x="17343" y="4282"/>
                  </a:cubicBezTo>
                  <a:cubicBezTo>
                    <a:pt x="16756" y="3642"/>
                    <a:pt x="16014" y="3395"/>
                    <a:pt x="15298" y="3604"/>
                  </a:cubicBezTo>
                  <a:cubicBezTo>
                    <a:pt x="15220" y="3621"/>
                    <a:pt x="15143" y="3562"/>
                    <a:pt x="15108" y="3458"/>
                  </a:cubicBezTo>
                  <a:cubicBezTo>
                    <a:pt x="15057" y="3308"/>
                    <a:pt x="13805" y="-222"/>
                    <a:pt x="9609" y="714"/>
                  </a:cubicBezTo>
                  <a:cubicBezTo>
                    <a:pt x="5666" y="1602"/>
                    <a:pt x="3063" y="4960"/>
                    <a:pt x="2461" y="9932"/>
                  </a:cubicBezTo>
                  <a:cubicBezTo>
                    <a:pt x="2096" y="13112"/>
                    <a:pt x="1701" y="13596"/>
                    <a:pt x="1000" y="14468"/>
                  </a:cubicBezTo>
                  <a:cubicBezTo>
                    <a:pt x="887" y="14618"/>
                    <a:pt x="759" y="14774"/>
                    <a:pt x="635" y="14963"/>
                  </a:cubicBezTo>
                  <a:cubicBezTo>
                    <a:pt x="193" y="15576"/>
                    <a:pt x="347" y="16668"/>
                    <a:pt x="566" y="17508"/>
                  </a:cubicBezTo>
                  <a:cubicBezTo>
                    <a:pt x="601" y="16593"/>
                    <a:pt x="962" y="15774"/>
                    <a:pt x="1515" y="15355"/>
                  </a:cubicBezTo>
                  <a:cubicBezTo>
                    <a:pt x="1541" y="15338"/>
                    <a:pt x="1570" y="15328"/>
                    <a:pt x="1599" y="15329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09" name="자유형: 도형 131"/>
            <p:cNvSpPr/>
            <p:nvPr/>
          </p:nvSpPr>
          <p:spPr>
            <a:xfrm>
              <a:off x="1638705" y="990"/>
              <a:ext cx="690820" cy="402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8" h="21352" extrusionOk="0">
                  <a:moveTo>
                    <a:pt x="20569" y="21346"/>
                  </a:moveTo>
                  <a:cubicBezTo>
                    <a:pt x="20546" y="21354"/>
                    <a:pt x="20522" y="21354"/>
                    <a:pt x="20498" y="21346"/>
                  </a:cubicBezTo>
                  <a:cubicBezTo>
                    <a:pt x="9513" y="14504"/>
                    <a:pt x="346" y="17128"/>
                    <a:pt x="254" y="17157"/>
                  </a:cubicBezTo>
                  <a:cubicBezTo>
                    <a:pt x="194" y="17172"/>
                    <a:pt x="133" y="17143"/>
                    <a:pt x="86" y="17077"/>
                  </a:cubicBezTo>
                  <a:cubicBezTo>
                    <a:pt x="39" y="17011"/>
                    <a:pt x="10" y="16914"/>
                    <a:pt x="6" y="16809"/>
                  </a:cubicBezTo>
                  <a:cubicBezTo>
                    <a:pt x="-46" y="14359"/>
                    <a:pt x="223" y="11921"/>
                    <a:pt x="794" y="9677"/>
                  </a:cubicBezTo>
                  <a:cubicBezTo>
                    <a:pt x="3174" y="52"/>
                    <a:pt x="9060" y="-245"/>
                    <a:pt x="11478" y="74"/>
                  </a:cubicBezTo>
                  <a:cubicBezTo>
                    <a:pt x="19857" y="1176"/>
                    <a:pt x="20925" y="13439"/>
                    <a:pt x="20934" y="13562"/>
                  </a:cubicBezTo>
                  <a:cubicBezTo>
                    <a:pt x="21554" y="17012"/>
                    <a:pt x="20800" y="20955"/>
                    <a:pt x="20766" y="21121"/>
                  </a:cubicBezTo>
                  <a:cubicBezTo>
                    <a:pt x="20750" y="21214"/>
                    <a:pt x="20712" y="21290"/>
                    <a:pt x="20662" y="21332"/>
                  </a:cubicBezTo>
                  <a:cubicBezTo>
                    <a:pt x="20632" y="21350"/>
                    <a:pt x="20600" y="21355"/>
                    <a:pt x="20569" y="21346"/>
                  </a:cubicBezTo>
                  <a:close/>
                  <a:moveTo>
                    <a:pt x="4933" y="15896"/>
                  </a:moveTo>
                  <a:cubicBezTo>
                    <a:pt x="10214" y="15910"/>
                    <a:pt x="15455" y="17471"/>
                    <a:pt x="20435" y="20513"/>
                  </a:cubicBezTo>
                  <a:cubicBezTo>
                    <a:pt x="20599" y="19483"/>
                    <a:pt x="21013" y="16403"/>
                    <a:pt x="20532" y="13700"/>
                  </a:cubicBezTo>
                  <a:cubicBezTo>
                    <a:pt x="20486" y="13163"/>
                    <a:pt x="19476" y="1828"/>
                    <a:pt x="11448" y="777"/>
                  </a:cubicBezTo>
                  <a:cubicBezTo>
                    <a:pt x="9123" y="465"/>
                    <a:pt x="3459" y="777"/>
                    <a:pt x="1184" y="9938"/>
                  </a:cubicBezTo>
                  <a:cubicBezTo>
                    <a:pt x="670" y="11961"/>
                    <a:pt x="411" y="14150"/>
                    <a:pt x="425" y="16360"/>
                  </a:cubicBezTo>
                  <a:cubicBezTo>
                    <a:pt x="1921" y="16034"/>
                    <a:pt x="3426" y="15879"/>
                    <a:pt x="4933" y="1589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0" name="자유형: 도형 132"/>
            <p:cNvSpPr/>
            <p:nvPr/>
          </p:nvSpPr>
          <p:spPr>
            <a:xfrm>
              <a:off x="1683331" y="5758"/>
              <a:ext cx="550453" cy="355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95" h="20343" extrusionOk="0">
                  <a:moveTo>
                    <a:pt x="0" y="17566"/>
                  </a:moveTo>
                  <a:cubicBezTo>
                    <a:pt x="0" y="17566"/>
                    <a:pt x="6046" y="12833"/>
                    <a:pt x="18610" y="20343"/>
                  </a:cubicBezTo>
                  <a:cubicBezTo>
                    <a:pt x="18610" y="20343"/>
                    <a:pt x="21600" y="1872"/>
                    <a:pt x="10918" y="128"/>
                  </a:cubicBezTo>
                  <a:cubicBezTo>
                    <a:pt x="2438" y="-1257"/>
                    <a:pt x="689" y="8882"/>
                    <a:pt x="0" y="1756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1" name="자유형: 도형 133"/>
            <p:cNvSpPr/>
            <p:nvPr/>
          </p:nvSpPr>
          <p:spPr>
            <a:xfrm>
              <a:off x="1676451" y="0"/>
              <a:ext cx="564469" cy="368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6" h="20374" extrusionOk="0">
                  <a:moveTo>
                    <a:pt x="19880" y="20354"/>
                  </a:moveTo>
                  <a:lnTo>
                    <a:pt x="19795" y="20354"/>
                  </a:lnTo>
                  <a:cubicBezTo>
                    <a:pt x="6817" y="13248"/>
                    <a:pt x="419" y="17610"/>
                    <a:pt x="355" y="17655"/>
                  </a:cubicBezTo>
                  <a:cubicBezTo>
                    <a:pt x="277" y="17727"/>
                    <a:pt x="179" y="17727"/>
                    <a:pt x="101" y="17655"/>
                  </a:cubicBezTo>
                  <a:cubicBezTo>
                    <a:pt x="29" y="17575"/>
                    <a:pt x="-9" y="17442"/>
                    <a:pt x="1" y="17308"/>
                  </a:cubicBezTo>
                  <a:cubicBezTo>
                    <a:pt x="758" y="8599"/>
                    <a:pt x="2777" y="-1221"/>
                    <a:pt x="11791" y="125"/>
                  </a:cubicBezTo>
                  <a:cubicBezTo>
                    <a:pt x="15054" y="616"/>
                    <a:pt x="17447" y="2491"/>
                    <a:pt x="18910" y="5704"/>
                  </a:cubicBezTo>
                  <a:cubicBezTo>
                    <a:pt x="21591" y="11592"/>
                    <a:pt x="20183" y="19787"/>
                    <a:pt x="20124" y="20135"/>
                  </a:cubicBezTo>
                  <a:cubicBezTo>
                    <a:pt x="20105" y="20238"/>
                    <a:pt x="20058" y="20324"/>
                    <a:pt x="19994" y="20369"/>
                  </a:cubicBezTo>
                  <a:cubicBezTo>
                    <a:pt x="19956" y="20379"/>
                    <a:pt x="19917" y="20374"/>
                    <a:pt x="19880" y="20354"/>
                  </a:cubicBezTo>
                  <a:close/>
                  <a:moveTo>
                    <a:pt x="6269" y="15471"/>
                  </a:moveTo>
                  <a:cubicBezTo>
                    <a:pt x="9458" y="15471"/>
                    <a:pt x="13910" y="16355"/>
                    <a:pt x="19701" y="19477"/>
                  </a:cubicBezTo>
                  <a:cubicBezTo>
                    <a:pt x="19944" y="17769"/>
                    <a:pt x="20696" y="10950"/>
                    <a:pt x="18497" y="6066"/>
                  </a:cubicBezTo>
                  <a:cubicBezTo>
                    <a:pt x="17124" y="3043"/>
                    <a:pt x="14850" y="1281"/>
                    <a:pt x="11741" y="820"/>
                  </a:cubicBezTo>
                  <a:cubicBezTo>
                    <a:pt x="3404" y="-427"/>
                    <a:pt x="1364" y="8032"/>
                    <a:pt x="554" y="16695"/>
                  </a:cubicBezTo>
                  <a:cubicBezTo>
                    <a:pt x="2400" y="15803"/>
                    <a:pt x="4332" y="15389"/>
                    <a:pt x="6269" y="15471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2" name="자유형: 도형 134"/>
            <p:cNvSpPr/>
            <p:nvPr/>
          </p:nvSpPr>
          <p:spPr>
            <a:xfrm>
              <a:off x="1683331" y="241976"/>
              <a:ext cx="539291" cy="166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820" extrusionOk="0">
                  <a:moveTo>
                    <a:pt x="0" y="7989"/>
                  </a:moveTo>
                  <a:cubicBezTo>
                    <a:pt x="0" y="7989"/>
                    <a:pt x="1560" y="16349"/>
                    <a:pt x="2222" y="17260"/>
                  </a:cubicBezTo>
                  <a:cubicBezTo>
                    <a:pt x="4029" y="19609"/>
                    <a:pt x="6092" y="16163"/>
                    <a:pt x="8331" y="15560"/>
                  </a:cubicBezTo>
                  <a:cubicBezTo>
                    <a:pt x="12606" y="14401"/>
                    <a:pt x="15217" y="20969"/>
                    <a:pt x="17878" y="18079"/>
                  </a:cubicBezTo>
                  <a:cubicBezTo>
                    <a:pt x="19154" y="16773"/>
                    <a:pt x="20398" y="15225"/>
                    <a:pt x="21600" y="13443"/>
                  </a:cubicBezTo>
                  <a:cubicBezTo>
                    <a:pt x="21600" y="13443"/>
                    <a:pt x="19378" y="2024"/>
                    <a:pt x="11747" y="123"/>
                  </a:cubicBezTo>
                  <a:cubicBezTo>
                    <a:pt x="7641" y="-631"/>
                    <a:pt x="3549" y="2109"/>
                    <a:pt x="0" y="798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3" name="자유형: 도형 135"/>
            <p:cNvSpPr/>
            <p:nvPr/>
          </p:nvSpPr>
          <p:spPr>
            <a:xfrm>
              <a:off x="1676997" y="234820"/>
              <a:ext cx="553053" cy="1800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8" h="20140" extrusionOk="0">
                  <a:moveTo>
                    <a:pt x="16196" y="20138"/>
                  </a:moveTo>
                  <a:cubicBezTo>
                    <a:pt x="15240" y="20001"/>
                    <a:pt x="14294" y="19513"/>
                    <a:pt x="13382" y="18686"/>
                  </a:cubicBezTo>
                  <a:cubicBezTo>
                    <a:pt x="11763" y="17188"/>
                    <a:pt x="10061" y="16582"/>
                    <a:pt x="8365" y="16897"/>
                  </a:cubicBezTo>
                  <a:cubicBezTo>
                    <a:pt x="7646" y="17166"/>
                    <a:pt x="6935" y="17591"/>
                    <a:pt x="6237" y="18166"/>
                  </a:cubicBezTo>
                  <a:cubicBezTo>
                    <a:pt x="4854" y="19190"/>
                    <a:pt x="3577" y="20153"/>
                    <a:pt x="2316" y="18517"/>
                  </a:cubicBezTo>
                  <a:cubicBezTo>
                    <a:pt x="1625" y="17600"/>
                    <a:pt x="295" y="10476"/>
                    <a:pt x="34" y="9054"/>
                  </a:cubicBezTo>
                  <a:cubicBezTo>
                    <a:pt x="-35" y="8708"/>
                    <a:pt x="5" y="8266"/>
                    <a:pt x="125" y="8061"/>
                  </a:cubicBezTo>
                  <a:cubicBezTo>
                    <a:pt x="172" y="7969"/>
                    <a:pt x="5349" y="-1433"/>
                    <a:pt x="11701" y="187"/>
                  </a:cubicBezTo>
                  <a:cubicBezTo>
                    <a:pt x="19180" y="2083"/>
                    <a:pt x="21404" y="13289"/>
                    <a:pt x="21494" y="13763"/>
                  </a:cubicBezTo>
                  <a:cubicBezTo>
                    <a:pt x="21565" y="14123"/>
                    <a:pt x="21521" y="14580"/>
                    <a:pt x="21395" y="14784"/>
                  </a:cubicBezTo>
                  <a:cubicBezTo>
                    <a:pt x="21395" y="14785"/>
                    <a:pt x="21394" y="14786"/>
                    <a:pt x="21393" y="14787"/>
                  </a:cubicBezTo>
                  <a:cubicBezTo>
                    <a:pt x="20214" y="16559"/>
                    <a:pt x="18992" y="18091"/>
                    <a:pt x="17739" y="19373"/>
                  </a:cubicBezTo>
                  <a:cubicBezTo>
                    <a:pt x="17246" y="19908"/>
                    <a:pt x="16722" y="20167"/>
                    <a:pt x="16196" y="20138"/>
                  </a:cubicBezTo>
                  <a:close/>
                  <a:moveTo>
                    <a:pt x="9339" y="15246"/>
                  </a:moveTo>
                  <a:cubicBezTo>
                    <a:pt x="10755" y="15350"/>
                    <a:pt x="12160" y="16009"/>
                    <a:pt x="13515" y="17203"/>
                  </a:cubicBezTo>
                  <a:cubicBezTo>
                    <a:pt x="14999" y="18334"/>
                    <a:pt x="16276" y="19312"/>
                    <a:pt x="17526" y="17937"/>
                  </a:cubicBezTo>
                  <a:cubicBezTo>
                    <a:pt x="19409" y="15857"/>
                    <a:pt x="20425" y="14466"/>
                    <a:pt x="20856" y="13854"/>
                  </a:cubicBezTo>
                  <a:cubicBezTo>
                    <a:pt x="20255" y="11454"/>
                    <a:pt x="17776" y="3275"/>
                    <a:pt x="11637" y="1716"/>
                  </a:cubicBezTo>
                  <a:cubicBezTo>
                    <a:pt x="6173" y="325"/>
                    <a:pt x="1614" y="7296"/>
                    <a:pt x="598" y="8978"/>
                  </a:cubicBezTo>
                  <a:cubicBezTo>
                    <a:pt x="1220" y="12280"/>
                    <a:pt x="2157" y="16622"/>
                    <a:pt x="2519" y="17126"/>
                  </a:cubicBezTo>
                  <a:cubicBezTo>
                    <a:pt x="3583" y="18548"/>
                    <a:pt x="4795" y="17646"/>
                    <a:pt x="6083" y="16683"/>
                  </a:cubicBezTo>
                  <a:cubicBezTo>
                    <a:pt x="6814" y="16081"/>
                    <a:pt x="7562" y="15647"/>
                    <a:pt x="8317" y="15383"/>
                  </a:cubicBezTo>
                  <a:cubicBezTo>
                    <a:pt x="8657" y="15286"/>
                    <a:pt x="8998" y="15240"/>
                    <a:pt x="9339" y="1524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4" name="자유형: 도형 136"/>
            <p:cNvSpPr/>
            <p:nvPr/>
          </p:nvSpPr>
          <p:spPr>
            <a:xfrm>
              <a:off x="1853755" y="1371798"/>
              <a:ext cx="91569" cy="101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78" y="15499"/>
                  </a:moveTo>
                  <a:lnTo>
                    <a:pt x="16732" y="905"/>
                  </a:lnTo>
                  <a:lnTo>
                    <a:pt x="21600" y="1167"/>
                  </a:lnTo>
                  <a:lnTo>
                    <a:pt x="20149" y="21600"/>
                  </a:lnTo>
                  <a:lnTo>
                    <a:pt x="16055" y="21366"/>
                  </a:lnTo>
                  <a:lnTo>
                    <a:pt x="16893" y="9691"/>
                  </a:lnTo>
                  <a:lnTo>
                    <a:pt x="11993" y="21133"/>
                  </a:lnTo>
                  <a:lnTo>
                    <a:pt x="8156" y="20899"/>
                  </a:lnTo>
                  <a:lnTo>
                    <a:pt x="4932" y="8990"/>
                  </a:lnTo>
                  <a:lnTo>
                    <a:pt x="4094" y="20666"/>
                  </a:lnTo>
                  <a:lnTo>
                    <a:pt x="0" y="20433"/>
                  </a:lnTo>
                  <a:lnTo>
                    <a:pt x="1419" y="0"/>
                  </a:lnTo>
                  <a:lnTo>
                    <a:pt x="6286" y="292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5" name="자유형: 도형 137"/>
            <p:cNvSpPr/>
            <p:nvPr/>
          </p:nvSpPr>
          <p:spPr>
            <a:xfrm>
              <a:off x="1948193" y="1376854"/>
              <a:ext cx="74485" cy="100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33"/>
                  </a:moveTo>
                  <a:lnTo>
                    <a:pt x="21323" y="3984"/>
                  </a:lnTo>
                  <a:lnTo>
                    <a:pt x="7213" y="17439"/>
                  </a:lnTo>
                  <a:lnTo>
                    <a:pt x="20887" y="18089"/>
                  </a:lnTo>
                  <a:lnTo>
                    <a:pt x="20569" y="21600"/>
                  </a:lnTo>
                  <a:lnTo>
                    <a:pt x="0" y="20626"/>
                  </a:lnTo>
                  <a:lnTo>
                    <a:pt x="277" y="17528"/>
                  </a:lnTo>
                  <a:lnTo>
                    <a:pt x="14506" y="4043"/>
                  </a:lnTo>
                  <a:lnTo>
                    <a:pt x="2616" y="3482"/>
                  </a:lnTo>
                  <a:lnTo>
                    <a:pt x="2933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6" name="자유형: 도형 138"/>
            <p:cNvSpPr/>
            <p:nvPr/>
          </p:nvSpPr>
          <p:spPr>
            <a:xfrm>
              <a:off x="1687400" y="1081101"/>
              <a:ext cx="558244" cy="224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3" h="21541" extrusionOk="0">
                  <a:moveTo>
                    <a:pt x="10302" y="21541"/>
                  </a:moveTo>
                  <a:cubicBezTo>
                    <a:pt x="1810" y="21541"/>
                    <a:pt x="22" y="998"/>
                    <a:pt x="7" y="788"/>
                  </a:cubicBezTo>
                  <a:cubicBezTo>
                    <a:pt x="-25" y="442"/>
                    <a:pt x="63" y="97"/>
                    <a:pt x="202" y="19"/>
                  </a:cubicBezTo>
                  <a:cubicBezTo>
                    <a:pt x="205" y="17"/>
                    <a:pt x="209" y="15"/>
                    <a:pt x="212" y="13"/>
                  </a:cubicBezTo>
                  <a:cubicBezTo>
                    <a:pt x="355" y="-59"/>
                    <a:pt x="495" y="170"/>
                    <a:pt x="524" y="526"/>
                  </a:cubicBezTo>
                  <a:cubicBezTo>
                    <a:pt x="524" y="526"/>
                    <a:pt x="524" y="526"/>
                    <a:pt x="524" y="526"/>
                  </a:cubicBezTo>
                  <a:cubicBezTo>
                    <a:pt x="587" y="1327"/>
                    <a:pt x="2243" y="20227"/>
                    <a:pt x="10302" y="20227"/>
                  </a:cubicBezTo>
                  <a:cubicBezTo>
                    <a:pt x="18360" y="20227"/>
                    <a:pt x="21003" y="828"/>
                    <a:pt x="21029" y="644"/>
                  </a:cubicBezTo>
                  <a:cubicBezTo>
                    <a:pt x="21074" y="300"/>
                    <a:pt x="21222" y="107"/>
                    <a:pt x="21361" y="210"/>
                  </a:cubicBezTo>
                  <a:cubicBezTo>
                    <a:pt x="21500" y="323"/>
                    <a:pt x="21575" y="694"/>
                    <a:pt x="21530" y="1038"/>
                  </a:cubicBezTo>
                  <a:cubicBezTo>
                    <a:pt x="21493" y="1248"/>
                    <a:pt x="18740" y="21541"/>
                    <a:pt x="10302" y="21541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7" name="자유형: 도형 139"/>
            <p:cNvSpPr/>
            <p:nvPr/>
          </p:nvSpPr>
          <p:spPr>
            <a:xfrm>
              <a:off x="1619394" y="3594242"/>
              <a:ext cx="421917" cy="108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0" h="21455" extrusionOk="0">
                  <a:moveTo>
                    <a:pt x="21179" y="21455"/>
                  </a:moveTo>
                  <a:lnTo>
                    <a:pt x="21103" y="21455"/>
                  </a:lnTo>
                  <a:lnTo>
                    <a:pt x="278" y="2744"/>
                  </a:lnTo>
                  <a:cubicBezTo>
                    <a:pt x="86" y="2571"/>
                    <a:pt x="-35" y="1826"/>
                    <a:pt x="10" y="1079"/>
                  </a:cubicBezTo>
                  <a:cubicBezTo>
                    <a:pt x="54" y="331"/>
                    <a:pt x="246" y="-137"/>
                    <a:pt x="439" y="36"/>
                  </a:cubicBezTo>
                  <a:lnTo>
                    <a:pt x="21263" y="18720"/>
                  </a:lnTo>
                  <a:cubicBezTo>
                    <a:pt x="21449" y="18893"/>
                    <a:pt x="21565" y="19619"/>
                    <a:pt x="21521" y="20344"/>
                  </a:cubicBezTo>
                  <a:cubicBezTo>
                    <a:pt x="21493" y="20992"/>
                    <a:pt x="21348" y="21463"/>
                    <a:pt x="21179" y="21455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8" name="자유형: 도형 140"/>
            <p:cNvSpPr/>
            <p:nvPr/>
          </p:nvSpPr>
          <p:spPr>
            <a:xfrm>
              <a:off x="1579241" y="3395678"/>
              <a:ext cx="664081" cy="14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6" h="21476" extrusionOk="0">
                  <a:moveTo>
                    <a:pt x="6849" y="21454"/>
                  </a:moveTo>
                  <a:cubicBezTo>
                    <a:pt x="6752" y="21484"/>
                    <a:pt x="6654" y="21484"/>
                    <a:pt x="6557" y="21454"/>
                  </a:cubicBezTo>
                  <a:cubicBezTo>
                    <a:pt x="5151" y="20608"/>
                    <a:pt x="3453" y="16358"/>
                    <a:pt x="2087" y="12935"/>
                  </a:cubicBezTo>
                  <a:lnTo>
                    <a:pt x="1285" y="10921"/>
                  </a:lnTo>
                  <a:cubicBezTo>
                    <a:pt x="1164" y="10634"/>
                    <a:pt x="1047" y="10318"/>
                    <a:pt x="934" y="9974"/>
                  </a:cubicBezTo>
                  <a:cubicBezTo>
                    <a:pt x="731" y="9342"/>
                    <a:pt x="512" y="8814"/>
                    <a:pt x="283" y="8403"/>
                  </a:cubicBezTo>
                  <a:cubicBezTo>
                    <a:pt x="178" y="8600"/>
                    <a:pt x="59" y="8377"/>
                    <a:pt x="16" y="7904"/>
                  </a:cubicBezTo>
                  <a:cubicBezTo>
                    <a:pt x="15" y="7889"/>
                    <a:pt x="13" y="7873"/>
                    <a:pt x="12" y="7859"/>
                  </a:cubicBezTo>
                  <a:cubicBezTo>
                    <a:pt x="-27" y="7309"/>
                    <a:pt x="35" y="6717"/>
                    <a:pt x="154" y="6510"/>
                  </a:cubicBezTo>
                  <a:cubicBezTo>
                    <a:pt x="376" y="6087"/>
                    <a:pt x="668" y="6872"/>
                    <a:pt x="1165" y="8262"/>
                  </a:cubicBezTo>
                  <a:cubicBezTo>
                    <a:pt x="1289" y="8604"/>
                    <a:pt x="1400" y="8947"/>
                    <a:pt x="1489" y="9148"/>
                  </a:cubicBezTo>
                  <a:cubicBezTo>
                    <a:pt x="1741" y="9752"/>
                    <a:pt x="2016" y="10437"/>
                    <a:pt x="2300" y="11162"/>
                  </a:cubicBezTo>
                  <a:cubicBezTo>
                    <a:pt x="3630" y="14485"/>
                    <a:pt x="5293" y="18634"/>
                    <a:pt x="6614" y="19440"/>
                  </a:cubicBezTo>
                  <a:cubicBezTo>
                    <a:pt x="7235" y="19524"/>
                    <a:pt x="7849" y="18827"/>
                    <a:pt x="8388" y="17426"/>
                  </a:cubicBezTo>
                  <a:cubicBezTo>
                    <a:pt x="8632" y="16942"/>
                    <a:pt x="8889" y="16439"/>
                    <a:pt x="9146" y="16036"/>
                  </a:cubicBezTo>
                  <a:cubicBezTo>
                    <a:pt x="11230" y="12854"/>
                    <a:pt x="13394" y="10195"/>
                    <a:pt x="15492" y="7598"/>
                  </a:cubicBezTo>
                  <a:cubicBezTo>
                    <a:pt x="17389" y="5261"/>
                    <a:pt x="19354" y="2845"/>
                    <a:pt x="21256" y="45"/>
                  </a:cubicBezTo>
                  <a:cubicBezTo>
                    <a:pt x="21372" y="-116"/>
                    <a:pt x="21495" y="170"/>
                    <a:pt x="21535" y="689"/>
                  </a:cubicBezTo>
                  <a:cubicBezTo>
                    <a:pt x="21573" y="1217"/>
                    <a:pt x="21510" y="1785"/>
                    <a:pt x="21393" y="1958"/>
                  </a:cubicBezTo>
                  <a:cubicBezTo>
                    <a:pt x="19487" y="4778"/>
                    <a:pt x="17518" y="7195"/>
                    <a:pt x="15629" y="9551"/>
                  </a:cubicBezTo>
                  <a:cubicBezTo>
                    <a:pt x="13541" y="12129"/>
                    <a:pt x="11381" y="14787"/>
                    <a:pt x="9310" y="17949"/>
                  </a:cubicBezTo>
                  <a:cubicBezTo>
                    <a:pt x="9071" y="18312"/>
                    <a:pt x="8823" y="18815"/>
                    <a:pt x="8588" y="19279"/>
                  </a:cubicBezTo>
                  <a:cubicBezTo>
                    <a:pt x="8048" y="20549"/>
                    <a:pt x="7456" y="21291"/>
                    <a:pt x="6849" y="21454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19" name="자유형: 도형 141"/>
            <p:cNvSpPr/>
            <p:nvPr/>
          </p:nvSpPr>
          <p:spPr>
            <a:xfrm>
              <a:off x="2137418" y="3156893"/>
              <a:ext cx="338618" cy="1711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0" h="21595" extrusionOk="0">
                  <a:moveTo>
                    <a:pt x="21094" y="21595"/>
                  </a:moveTo>
                  <a:cubicBezTo>
                    <a:pt x="20887" y="21595"/>
                    <a:pt x="20710" y="21566"/>
                    <a:pt x="20668" y="21526"/>
                  </a:cubicBezTo>
                  <a:lnTo>
                    <a:pt x="4158" y="6017"/>
                  </a:lnTo>
                  <a:lnTo>
                    <a:pt x="4" y="99"/>
                  </a:lnTo>
                  <a:cubicBezTo>
                    <a:pt x="-27" y="52"/>
                    <a:pt x="139" y="8"/>
                    <a:pt x="378" y="1"/>
                  </a:cubicBezTo>
                  <a:cubicBezTo>
                    <a:pt x="615" y="-5"/>
                    <a:pt x="833" y="28"/>
                    <a:pt x="865" y="75"/>
                  </a:cubicBezTo>
                  <a:lnTo>
                    <a:pt x="5010" y="5988"/>
                  </a:lnTo>
                  <a:lnTo>
                    <a:pt x="21520" y="21490"/>
                  </a:lnTo>
                  <a:cubicBezTo>
                    <a:pt x="21573" y="21536"/>
                    <a:pt x="21425" y="21582"/>
                    <a:pt x="21192" y="21593"/>
                  </a:cubicBezTo>
                  <a:cubicBezTo>
                    <a:pt x="21188" y="21593"/>
                    <a:pt x="21185" y="21593"/>
                    <a:pt x="21181" y="21593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0" name="자유형: 도형 142"/>
            <p:cNvSpPr/>
            <p:nvPr/>
          </p:nvSpPr>
          <p:spPr>
            <a:xfrm>
              <a:off x="2521797" y="5050492"/>
              <a:ext cx="313115" cy="1020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2" h="21583" extrusionOk="0">
                  <a:moveTo>
                    <a:pt x="20984" y="21583"/>
                  </a:moveTo>
                  <a:cubicBezTo>
                    <a:pt x="20778" y="21581"/>
                    <a:pt x="20598" y="21540"/>
                    <a:pt x="20534" y="21479"/>
                  </a:cubicBezTo>
                  <a:lnTo>
                    <a:pt x="18" y="190"/>
                  </a:lnTo>
                  <a:cubicBezTo>
                    <a:pt x="-54" y="111"/>
                    <a:pt x="97" y="28"/>
                    <a:pt x="356" y="5"/>
                  </a:cubicBezTo>
                  <a:cubicBezTo>
                    <a:pt x="615" y="-17"/>
                    <a:pt x="884" y="30"/>
                    <a:pt x="956" y="109"/>
                  </a:cubicBezTo>
                  <a:lnTo>
                    <a:pt x="21472" y="21395"/>
                  </a:lnTo>
                  <a:cubicBezTo>
                    <a:pt x="21546" y="21472"/>
                    <a:pt x="21408" y="21552"/>
                    <a:pt x="21162" y="21577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1" name="자유형: 도형 143"/>
            <p:cNvSpPr/>
            <p:nvPr/>
          </p:nvSpPr>
          <p:spPr>
            <a:xfrm>
              <a:off x="1509128" y="3190427"/>
              <a:ext cx="124221" cy="17032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2" h="21594" extrusionOk="0">
                  <a:moveTo>
                    <a:pt x="19751" y="21594"/>
                  </a:moveTo>
                  <a:cubicBezTo>
                    <a:pt x="19162" y="21594"/>
                    <a:pt x="18671" y="21560"/>
                    <a:pt x="18623" y="21516"/>
                  </a:cubicBezTo>
                  <a:cubicBezTo>
                    <a:pt x="18439" y="21372"/>
                    <a:pt x="683" y="7180"/>
                    <a:pt x="38" y="5811"/>
                  </a:cubicBezTo>
                  <a:cubicBezTo>
                    <a:pt x="-607" y="4443"/>
                    <a:pt x="7177" y="253"/>
                    <a:pt x="7523" y="75"/>
                  </a:cubicBezTo>
                  <a:cubicBezTo>
                    <a:pt x="7617" y="27"/>
                    <a:pt x="8211" y="-6"/>
                    <a:pt x="8847" y="1"/>
                  </a:cubicBezTo>
                  <a:cubicBezTo>
                    <a:pt x="9482" y="8"/>
                    <a:pt x="9920" y="53"/>
                    <a:pt x="9825" y="101"/>
                  </a:cubicBezTo>
                  <a:cubicBezTo>
                    <a:pt x="9825" y="144"/>
                    <a:pt x="1696" y="4448"/>
                    <a:pt x="2364" y="5806"/>
                  </a:cubicBezTo>
                  <a:cubicBezTo>
                    <a:pt x="3032" y="7165"/>
                    <a:pt x="20788" y="21356"/>
                    <a:pt x="20926" y="21499"/>
                  </a:cubicBezTo>
                  <a:cubicBezTo>
                    <a:pt x="20993" y="21546"/>
                    <a:pt x="20535" y="21589"/>
                    <a:pt x="19901" y="21594"/>
                  </a:cubicBezTo>
                  <a:cubicBezTo>
                    <a:pt x="19897" y="21594"/>
                    <a:pt x="19894" y="21594"/>
                    <a:pt x="19890" y="21594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2" name="자유형: 도형 144"/>
            <p:cNvSpPr/>
            <p:nvPr/>
          </p:nvSpPr>
          <p:spPr>
            <a:xfrm>
              <a:off x="1667303" y="5127947"/>
              <a:ext cx="101894" cy="9684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2" h="21593" extrusionOk="0">
                  <a:moveTo>
                    <a:pt x="20149" y="21594"/>
                  </a:moveTo>
                  <a:cubicBezTo>
                    <a:pt x="19406" y="21594"/>
                    <a:pt x="18785" y="21535"/>
                    <a:pt x="18710" y="21457"/>
                  </a:cubicBezTo>
                  <a:lnTo>
                    <a:pt x="7" y="166"/>
                  </a:lnTo>
                  <a:cubicBezTo>
                    <a:pt x="-73" y="84"/>
                    <a:pt x="488" y="10"/>
                    <a:pt x="1262" y="1"/>
                  </a:cubicBezTo>
                  <a:cubicBezTo>
                    <a:pt x="1277" y="1"/>
                    <a:pt x="1288" y="1"/>
                    <a:pt x="1302" y="1"/>
                  </a:cubicBezTo>
                  <a:cubicBezTo>
                    <a:pt x="2088" y="-6"/>
                    <a:pt x="2781" y="55"/>
                    <a:pt x="2856" y="138"/>
                  </a:cubicBezTo>
                  <a:lnTo>
                    <a:pt x="21444" y="21426"/>
                  </a:lnTo>
                  <a:cubicBezTo>
                    <a:pt x="21527" y="21510"/>
                    <a:pt x="20954" y="21585"/>
                    <a:pt x="20163" y="21593"/>
                  </a:cubicBezTo>
                  <a:cubicBezTo>
                    <a:pt x="20158" y="21594"/>
                    <a:pt x="20155" y="21594"/>
                    <a:pt x="20149" y="21594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3" name="자유형: 도형 103"/>
            <p:cNvSpPr/>
            <p:nvPr/>
          </p:nvSpPr>
          <p:spPr>
            <a:xfrm>
              <a:off x="2933021" y="2225150"/>
              <a:ext cx="312971" cy="132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02" y="21466"/>
                  </a:moveTo>
                  <a:cubicBezTo>
                    <a:pt x="21100" y="21466"/>
                    <a:pt x="20845" y="20795"/>
                    <a:pt x="20100" y="18805"/>
                  </a:cubicBezTo>
                  <a:cubicBezTo>
                    <a:pt x="18214" y="13841"/>
                    <a:pt x="13865" y="2214"/>
                    <a:pt x="8706" y="2214"/>
                  </a:cubicBezTo>
                  <a:lnTo>
                    <a:pt x="8630" y="2214"/>
                  </a:lnTo>
                  <a:cubicBezTo>
                    <a:pt x="5857" y="2214"/>
                    <a:pt x="3188" y="5791"/>
                    <a:pt x="707" y="12634"/>
                  </a:cubicBezTo>
                  <a:lnTo>
                    <a:pt x="0" y="11180"/>
                  </a:lnTo>
                  <a:cubicBezTo>
                    <a:pt x="2660" y="3824"/>
                    <a:pt x="5565" y="0"/>
                    <a:pt x="8621" y="0"/>
                  </a:cubicBezTo>
                  <a:lnTo>
                    <a:pt x="8706" y="0"/>
                  </a:lnTo>
                  <a:cubicBezTo>
                    <a:pt x="14280" y="0"/>
                    <a:pt x="18846" y="12141"/>
                    <a:pt x="20808" y="17351"/>
                  </a:cubicBezTo>
                  <a:cubicBezTo>
                    <a:pt x="21147" y="18246"/>
                    <a:pt x="21496" y="19185"/>
                    <a:pt x="21600" y="19364"/>
                  </a:cubicBezTo>
                  <a:cubicBezTo>
                    <a:pt x="21508" y="19263"/>
                    <a:pt x="21400" y="19263"/>
                    <a:pt x="21308" y="19364"/>
                  </a:cubicBezTo>
                  <a:lnTo>
                    <a:pt x="21543" y="21600"/>
                  </a:ln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4" name="자유형: 도형 104"/>
            <p:cNvSpPr/>
            <p:nvPr/>
          </p:nvSpPr>
          <p:spPr>
            <a:xfrm>
              <a:off x="2931791" y="2182279"/>
              <a:ext cx="234113" cy="118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254" extrusionOk="0">
                  <a:moveTo>
                    <a:pt x="1173" y="18254"/>
                  </a:moveTo>
                  <a:lnTo>
                    <a:pt x="0" y="17493"/>
                  </a:lnTo>
                  <a:cubicBezTo>
                    <a:pt x="279" y="15953"/>
                    <a:pt x="455" y="14365"/>
                    <a:pt x="530" y="12759"/>
                  </a:cubicBezTo>
                  <a:cubicBezTo>
                    <a:pt x="769" y="9314"/>
                    <a:pt x="1021" y="5784"/>
                    <a:pt x="2383" y="4199"/>
                  </a:cubicBezTo>
                  <a:cubicBezTo>
                    <a:pt x="8902" y="-3346"/>
                    <a:pt x="21083" y="1536"/>
                    <a:pt x="21600" y="1748"/>
                  </a:cubicBezTo>
                  <a:lnTo>
                    <a:pt x="21297" y="3861"/>
                  </a:lnTo>
                  <a:cubicBezTo>
                    <a:pt x="21184" y="3861"/>
                    <a:pt x="9154" y="-1000"/>
                    <a:pt x="3102" y="5975"/>
                  </a:cubicBezTo>
                  <a:cubicBezTo>
                    <a:pt x="2207" y="7010"/>
                    <a:pt x="1980" y="10202"/>
                    <a:pt x="1841" y="13055"/>
                  </a:cubicBezTo>
                  <a:cubicBezTo>
                    <a:pt x="1744" y="14826"/>
                    <a:pt x="1519" y="16572"/>
                    <a:pt x="1173" y="18254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grpSp>
        <p:nvGrpSpPr>
          <p:cNvPr id="421" name="그룹 242"/>
          <p:cNvGrpSpPr/>
          <p:nvPr/>
        </p:nvGrpSpPr>
        <p:grpSpPr>
          <a:xfrm>
            <a:off x="20440910" y="5602749"/>
            <a:ext cx="2829251" cy="7489424"/>
            <a:chOff x="0" y="0"/>
            <a:chExt cx="2829250" cy="7489423"/>
          </a:xfrm>
        </p:grpSpPr>
        <p:sp>
          <p:nvSpPr>
            <p:cNvPr id="326" name="자유형: 도형 145"/>
            <p:cNvSpPr/>
            <p:nvPr/>
          </p:nvSpPr>
          <p:spPr>
            <a:xfrm>
              <a:off x="2141718" y="1479248"/>
              <a:ext cx="687533" cy="543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5" h="21495" extrusionOk="0">
                  <a:moveTo>
                    <a:pt x="20793" y="21495"/>
                  </a:moveTo>
                  <a:cubicBezTo>
                    <a:pt x="20651" y="21494"/>
                    <a:pt x="20513" y="21433"/>
                    <a:pt x="20401" y="21322"/>
                  </a:cubicBezTo>
                  <a:lnTo>
                    <a:pt x="247" y="1452"/>
                  </a:lnTo>
                  <a:cubicBezTo>
                    <a:pt x="-31" y="1177"/>
                    <a:pt x="-82" y="667"/>
                    <a:pt x="134" y="314"/>
                  </a:cubicBezTo>
                  <a:cubicBezTo>
                    <a:pt x="351" y="-40"/>
                    <a:pt x="753" y="-104"/>
                    <a:pt x="1031" y="171"/>
                  </a:cubicBezTo>
                  <a:lnTo>
                    <a:pt x="21185" y="20041"/>
                  </a:lnTo>
                  <a:cubicBezTo>
                    <a:pt x="21465" y="20313"/>
                    <a:pt x="21518" y="20823"/>
                    <a:pt x="21303" y="21178"/>
                  </a:cubicBezTo>
                  <a:cubicBezTo>
                    <a:pt x="21182" y="21379"/>
                    <a:pt x="20993" y="21496"/>
                    <a:pt x="20793" y="21495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7" name="자유형: 도형 146"/>
            <p:cNvSpPr/>
            <p:nvPr/>
          </p:nvSpPr>
          <p:spPr>
            <a:xfrm>
              <a:off x="306626" y="52709"/>
              <a:ext cx="1876024" cy="1467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8" h="21558" extrusionOk="0">
                  <a:moveTo>
                    <a:pt x="21303" y="21558"/>
                  </a:moveTo>
                  <a:cubicBezTo>
                    <a:pt x="21251" y="21558"/>
                    <a:pt x="21201" y="21536"/>
                    <a:pt x="21159" y="21495"/>
                  </a:cubicBezTo>
                  <a:lnTo>
                    <a:pt x="105" y="551"/>
                  </a:lnTo>
                  <a:cubicBezTo>
                    <a:pt x="-3" y="458"/>
                    <a:pt x="-32" y="271"/>
                    <a:pt x="40" y="133"/>
                  </a:cubicBezTo>
                  <a:cubicBezTo>
                    <a:pt x="113" y="-5"/>
                    <a:pt x="259" y="-42"/>
                    <a:pt x="367" y="51"/>
                  </a:cubicBezTo>
                  <a:cubicBezTo>
                    <a:pt x="376" y="59"/>
                    <a:pt x="385" y="67"/>
                    <a:pt x="393" y="77"/>
                  </a:cubicBezTo>
                  <a:lnTo>
                    <a:pt x="21448" y="21019"/>
                  </a:lnTo>
                  <a:cubicBezTo>
                    <a:pt x="21550" y="21122"/>
                    <a:pt x="21568" y="21310"/>
                    <a:pt x="21489" y="21441"/>
                  </a:cubicBezTo>
                  <a:cubicBezTo>
                    <a:pt x="21445" y="21515"/>
                    <a:pt x="21376" y="21558"/>
                    <a:pt x="21303" y="21558"/>
                  </a:cubicBezTo>
                  <a:close/>
                </a:path>
              </a:pathLst>
            </a:custGeom>
            <a:solidFill>
              <a:srgbClr val="4238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8" name="자유형: 도형 147"/>
            <p:cNvSpPr/>
            <p:nvPr/>
          </p:nvSpPr>
          <p:spPr>
            <a:xfrm>
              <a:off x="6693" y="6673"/>
              <a:ext cx="435973" cy="298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3" h="19342" extrusionOk="0">
                  <a:moveTo>
                    <a:pt x="4325" y="1783"/>
                  </a:moveTo>
                  <a:cubicBezTo>
                    <a:pt x="3047" y="3264"/>
                    <a:pt x="1989" y="5040"/>
                    <a:pt x="1205" y="7023"/>
                  </a:cubicBezTo>
                  <a:cubicBezTo>
                    <a:pt x="325" y="9538"/>
                    <a:pt x="-7" y="14610"/>
                    <a:pt x="0" y="16912"/>
                  </a:cubicBezTo>
                  <a:lnTo>
                    <a:pt x="372" y="19001"/>
                  </a:lnTo>
                  <a:cubicBezTo>
                    <a:pt x="1726" y="20364"/>
                    <a:pt x="6870" y="17584"/>
                    <a:pt x="11582" y="11804"/>
                  </a:cubicBezTo>
                  <a:cubicBezTo>
                    <a:pt x="13836" y="9042"/>
                    <a:pt x="15643" y="6342"/>
                    <a:pt x="15643" y="6342"/>
                  </a:cubicBezTo>
                  <a:lnTo>
                    <a:pt x="19847" y="10192"/>
                  </a:lnTo>
                  <a:cubicBezTo>
                    <a:pt x="20869" y="9847"/>
                    <a:pt x="21587" y="8644"/>
                    <a:pt x="21593" y="7262"/>
                  </a:cubicBezTo>
                  <a:cubicBezTo>
                    <a:pt x="21593" y="7262"/>
                    <a:pt x="18757" y="4403"/>
                    <a:pt x="16814" y="2420"/>
                  </a:cubicBezTo>
                  <a:cubicBezTo>
                    <a:pt x="13260" y="-1236"/>
                    <a:pt x="6681" y="-156"/>
                    <a:pt x="4325" y="1783"/>
                  </a:cubicBezTo>
                  <a:close/>
                </a:path>
              </a:pathLst>
            </a:custGeom>
            <a:solidFill>
              <a:srgbClr val="8495B6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29" name="자유형: 도형 148"/>
            <p:cNvSpPr/>
            <p:nvPr/>
          </p:nvSpPr>
          <p:spPr>
            <a:xfrm>
              <a:off x="-1" y="-1"/>
              <a:ext cx="449775" cy="3121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35" extrusionOk="0">
                  <a:moveTo>
                    <a:pt x="1634" y="20230"/>
                  </a:moveTo>
                  <a:cubicBezTo>
                    <a:pt x="1231" y="20264"/>
                    <a:pt x="832" y="20114"/>
                    <a:pt x="499" y="19805"/>
                  </a:cubicBezTo>
                  <a:lnTo>
                    <a:pt x="407" y="19707"/>
                  </a:lnTo>
                  <a:lnTo>
                    <a:pt x="0" y="17360"/>
                  </a:lnTo>
                  <a:cubicBezTo>
                    <a:pt x="0" y="15242"/>
                    <a:pt x="289" y="9988"/>
                    <a:pt x="1201" y="7276"/>
                  </a:cubicBezTo>
                  <a:cubicBezTo>
                    <a:pt x="1987" y="5211"/>
                    <a:pt x="3059" y="3367"/>
                    <a:pt x="4358" y="1845"/>
                  </a:cubicBezTo>
                  <a:cubicBezTo>
                    <a:pt x="6603" y="-87"/>
                    <a:pt x="13212" y="-1336"/>
                    <a:pt x="16828" y="2474"/>
                  </a:cubicBezTo>
                  <a:cubicBezTo>
                    <a:pt x="18712" y="4459"/>
                    <a:pt x="21462" y="7312"/>
                    <a:pt x="21462" y="7312"/>
                  </a:cubicBezTo>
                  <a:lnTo>
                    <a:pt x="21600" y="7454"/>
                  </a:lnTo>
                  <a:lnTo>
                    <a:pt x="21600" y="7693"/>
                  </a:lnTo>
                  <a:cubicBezTo>
                    <a:pt x="21570" y="9275"/>
                    <a:pt x="20766" y="10638"/>
                    <a:pt x="19631" y="11033"/>
                  </a:cubicBezTo>
                  <a:lnTo>
                    <a:pt x="19493" y="11033"/>
                  </a:lnTo>
                  <a:lnTo>
                    <a:pt x="15555" y="7338"/>
                  </a:lnTo>
                  <a:cubicBezTo>
                    <a:pt x="15043" y="8118"/>
                    <a:pt x="13586" y="10315"/>
                    <a:pt x="11807" y="12539"/>
                  </a:cubicBezTo>
                  <a:cubicBezTo>
                    <a:pt x="8217" y="17094"/>
                    <a:pt x="3918" y="20230"/>
                    <a:pt x="1634" y="20230"/>
                  </a:cubicBezTo>
                  <a:close/>
                  <a:moveTo>
                    <a:pt x="978" y="19185"/>
                  </a:moveTo>
                  <a:cubicBezTo>
                    <a:pt x="2186" y="20071"/>
                    <a:pt x="6885" y="17537"/>
                    <a:pt x="11335" y="11928"/>
                  </a:cubicBezTo>
                  <a:cubicBezTo>
                    <a:pt x="13481" y="9208"/>
                    <a:pt x="15214" y="6523"/>
                    <a:pt x="15234" y="6497"/>
                  </a:cubicBezTo>
                  <a:lnTo>
                    <a:pt x="15424" y="6195"/>
                  </a:lnTo>
                  <a:lnTo>
                    <a:pt x="19611" y="10121"/>
                  </a:lnTo>
                  <a:cubicBezTo>
                    <a:pt x="20339" y="9779"/>
                    <a:pt x="20851" y="8896"/>
                    <a:pt x="20924" y="7861"/>
                  </a:cubicBezTo>
                  <a:cubicBezTo>
                    <a:pt x="20333" y="7250"/>
                    <a:pt x="18056" y="4884"/>
                    <a:pt x="16428" y="3174"/>
                  </a:cubicBezTo>
                  <a:cubicBezTo>
                    <a:pt x="13035" y="-370"/>
                    <a:pt x="6826" y="782"/>
                    <a:pt x="4713" y="2589"/>
                  </a:cubicBezTo>
                  <a:cubicBezTo>
                    <a:pt x="3524" y="4025"/>
                    <a:pt x="2540" y="5739"/>
                    <a:pt x="1805" y="7649"/>
                  </a:cubicBezTo>
                  <a:cubicBezTo>
                    <a:pt x="1024" y="9952"/>
                    <a:pt x="669" y="14737"/>
                    <a:pt x="663" y="17315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0" name="자유형: 도형 149"/>
            <p:cNvSpPr/>
            <p:nvPr/>
          </p:nvSpPr>
          <p:spPr>
            <a:xfrm>
              <a:off x="36259" y="71873"/>
              <a:ext cx="25401" cy="131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758" h="21467" extrusionOk="0">
                  <a:moveTo>
                    <a:pt x="8041" y="21467"/>
                  </a:moveTo>
                  <a:cubicBezTo>
                    <a:pt x="5398" y="21474"/>
                    <a:pt x="3124" y="21085"/>
                    <a:pt x="2688" y="20551"/>
                  </a:cubicBezTo>
                  <a:cubicBezTo>
                    <a:pt x="-2218" y="13966"/>
                    <a:pt x="-394" y="7244"/>
                    <a:pt x="8041" y="811"/>
                  </a:cubicBezTo>
                  <a:cubicBezTo>
                    <a:pt x="8872" y="217"/>
                    <a:pt x="11888" y="-126"/>
                    <a:pt x="14793" y="43"/>
                  </a:cubicBezTo>
                  <a:cubicBezTo>
                    <a:pt x="14838" y="46"/>
                    <a:pt x="14881" y="49"/>
                    <a:pt x="14924" y="51"/>
                  </a:cubicBezTo>
                  <a:cubicBezTo>
                    <a:pt x="17777" y="233"/>
                    <a:pt x="19382" y="850"/>
                    <a:pt x="18530" y="1436"/>
                  </a:cubicBezTo>
                  <a:cubicBezTo>
                    <a:pt x="10663" y="7546"/>
                    <a:pt x="8915" y="13919"/>
                    <a:pt x="13396" y="20171"/>
                  </a:cubicBezTo>
                  <a:cubicBezTo>
                    <a:pt x="13931" y="20775"/>
                    <a:pt x="11974" y="21354"/>
                    <a:pt x="9024" y="21467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1" name="자유형: 도형 150"/>
            <p:cNvSpPr/>
            <p:nvPr/>
          </p:nvSpPr>
          <p:spPr>
            <a:xfrm>
              <a:off x="235857" y="70127"/>
              <a:ext cx="43265" cy="332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9" h="21058" extrusionOk="0">
                  <a:moveTo>
                    <a:pt x="3290" y="21058"/>
                  </a:moveTo>
                  <a:cubicBezTo>
                    <a:pt x="2176" y="21040"/>
                    <a:pt x="1147" y="20294"/>
                    <a:pt x="538" y="19066"/>
                  </a:cubicBezTo>
                  <a:cubicBezTo>
                    <a:pt x="-451" y="17078"/>
                    <a:pt x="-39" y="14410"/>
                    <a:pt x="1455" y="13088"/>
                  </a:cubicBezTo>
                  <a:lnTo>
                    <a:pt x="15409" y="959"/>
                  </a:lnTo>
                  <a:cubicBezTo>
                    <a:pt x="16818" y="-542"/>
                    <a:pt x="18882" y="-248"/>
                    <a:pt x="20015" y="1615"/>
                  </a:cubicBezTo>
                  <a:cubicBezTo>
                    <a:pt x="21149" y="3478"/>
                    <a:pt x="20926" y="6205"/>
                    <a:pt x="19517" y="7706"/>
                  </a:cubicBezTo>
                  <a:cubicBezTo>
                    <a:pt x="19360" y="7874"/>
                    <a:pt x="19189" y="8023"/>
                    <a:pt x="19013" y="8150"/>
                  </a:cubicBezTo>
                  <a:lnTo>
                    <a:pt x="5059" y="20278"/>
                  </a:lnTo>
                  <a:cubicBezTo>
                    <a:pt x="4548" y="20779"/>
                    <a:pt x="3926" y="21053"/>
                    <a:pt x="3290" y="21058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2" name="자유형: 도형 151"/>
            <p:cNvSpPr/>
            <p:nvPr/>
          </p:nvSpPr>
          <p:spPr>
            <a:xfrm>
              <a:off x="214947" y="46075"/>
              <a:ext cx="43128" cy="33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7" h="21032" extrusionOk="0">
                  <a:moveTo>
                    <a:pt x="3300" y="21031"/>
                  </a:moveTo>
                  <a:cubicBezTo>
                    <a:pt x="2196" y="21032"/>
                    <a:pt x="1165" y="20317"/>
                    <a:pt x="540" y="19120"/>
                  </a:cubicBezTo>
                  <a:cubicBezTo>
                    <a:pt x="-452" y="17126"/>
                    <a:pt x="-38" y="14450"/>
                    <a:pt x="1460" y="13125"/>
                  </a:cubicBezTo>
                  <a:lnTo>
                    <a:pt x="15391" y="961"/>
                  </a:lnTo>
                  <a:cubicBezTo>
                    <a:pt x="16804" y="-544"/>
                    <a:pt x="18875" y="-249"/>
                    <a:pt x="20011" y="1620"/>
                  </a:cubicBezTo>
                  <a:cubicBezTo>
                    <a:pt x="21148" y="3488"/>
                    <a:pt x="20925" y="6222"/>
                    <a:pt x="19512" y="7728"/>
                  </a:cubicBezTo>
                  <a:cubicBezTo>
                    <a:pt x="19354" y="7896"/>
                    <a:pt x="19183" y="8046"/>
                    <a:pt x="19006" y="8173"/>
                  </a:cubicBezTo>
                  <a:lnTo>
                    <a:pt x="5075" y="20335"/>
                  </a:lnTo>
                  <a:cubicBezTo>
                    <a:pt x="4555" y="20812"/>
                    <a:pt x="3931" y="21056"/>
                    <a:pt x="3300" y="21031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3" name="자유형: 도형 152"/>
            <p:cNvSpPr/>
            <p:nvPr/>
          </p:nvSpPr>
          <p:spPr>
            <a:xfrm>
              <a:off x="193988" y="21866"/>
              <a:ext cx="42682" cy="33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92" h="20945" extrusionOk="0">
                  <a:moveTo>
                    <a:pt x="3285" y="20795"/>
                  </a:moveTo>
                  <a:cubicBezTo>
                    <a:pt x="2179" y="20796"/>
                    <a:pt x="1145" y="20041"/>
                    <a:pt x="569" y="18804"/>
                  </a:cubicBezTo>
                  <a:cubicBezTo>
                    <a:pt x="-445" y="16872"/>
                    <a:pt x="-67" y="14232"/>
                    <a:pt x="1411" y="12906"/>
                  </a:cubicBezTo>
                  <a:cubicBezTo>
                    <a:pt x="1437" y="12880"/>
                    <a:pt x="1470" y="12855"/>
                    <a:pt x="1496" y="12831"/>
                  </a:cubicBezTo>
                  <a:lnTo>
                    <a:pt x="15543" y="711"/>
                  </a:lnTo>
                  <a:cubicBezTo>
                    <a:pt x="17081" y="-604"/>
                    <a:pt x="19141" y="-42"/>
                    <a:pt x="20148" y="1966"/>
                  </a:cubicBezTo>
                  <a:cubicBezTo>
                    <a:pt x="21155" y="3974"/>
                    <a:pt x="20724" y="6668"/>
                    <a:pt x="19188" y="7983"/>
                  </a:cubicBezTo>
                  <a:lnTo>
                    <a:pt x="5141" y="20795"/>
                  </a:lnTo>
                  <a:cubicBezTo>
                    <a:pt x="4531" y="20996"/>
                    <a:pt x="3895" y="20996"/>
                    <a:pt x="3285" y="20795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4" name="자유형: 도형 153"/>
            <p:cNvSpPr/>
            <p:nvPr/>
          </p:nvSpPr>
          <p:spPr>
            <a:xfrm>
              <a:off x="134366" y="141805"/>
              <a:ext cx="42784" cy="327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8" h="20929" extrusionOk="0">
                  <a:moveTo>
                    <a:pt x="3425" y="20926"/>
                  </a:moveTo>
                  <a:cubicBezTo>
                    <a:pt x="1605" y="21013"/>
                    <a:pt x="69" y="19170"/>
                    <a:pt x="1" y="16808"/>
                  </a:cubicBezTo>
                  <a:cubicBezTo>
                    <a:pt x="-39" y="15247"/>
                    <a:pt x="574" y="13780"/>
                    <a:pt x="1605" y="12978"/>
                  </a:cubicBezTo>
                  <a:lnTo>
                    <a:pt x="15893" y="751"/>
                  </a:lnTo>
                  <a:cubicBezTo>
                    <a:pt x="17396" y="-587"/>
                    <a:pt x="19451" y="-90"/>
                    <a:pt x="20483" y="1858"/>
                  </a:cubicBezTo>
                  <a:cubicBezTo>
                    <a:pt x="20503" y="1896"/>
                    <a:pt x="20523" y="1935"/>
                    <a:pt x="20543" y="1973"/>
                  </a:cubicBezTo>
                  <a:cubicBezTo>
                    <a:pt x="21561" y="3977"/>
                    <a:pt x="21136" y="6668"/>
                    <a:pt x="19599" y="7999"/>
                  </a:cubicBezTo>
                  <a:lnTo>
                    <a:pt x="5312" y="20227"/>
                  </a:lnTo>
                  <a:cubicBezTo>
                    <a:pt x="4752" y="20708"/>
                    <a:pt x="4092" y="20952"/>
                    <a:pt x="3425" y="20926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5" name="자유형: 도형 154"/>
            <p:cNvSpPr/>
            <p:nvPr/>
          </p:nvSpPr>
          <p:spPr>
            <a:xfrm>
              <a:off x="113529" y="117532"/>
              <a:ext cx="42721" cy="32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86" h="21001" extrusionOk="0">
                  <a:moveTo>
                    <a:pt x="3328" y="21001"/>
                  </a:moveTo>
                  <a:cubicBezTo>
                    <a:pt x="2223" y="20988"/>
                    <a:pt x="1184" y="20272"/>
                    <a:pt x="548" y="19078"/>
                  </a:cubicBezTo>
                  <a:cubicBezTo>
                    <a:pt x="-457" y="17045"/>
                    <a:pt x="-41" y="14325"/>
                    <a:pt x="1475" y="12958"/>
                  </a:cubicBezTo>
                  <a:lnTo>
                    <a:pt x="15571" y="718"/>
                  </a:lnTo>
                  <a:cubicBezTo>
                    <a:pt x="17086" y="-599"/>
                    <a:pt x="19125" y="-53"/>
                    <a:pt x="20137" y="1942"/>
                  </a:cubicBezTo>
                  <a:cubicBezTo>
                    <a:pt x="21143" y="3975"/>
                    <a:pt x="20727" y="6695"/>
                    <a:pt x="19211" y="8062"/>
                  </a:cubicBezTo>
                  <a:lnTo>
                    <a:pt x="5115" y="20302"/>
                  </a:lnTo>
                  <a:cubicBezTo>
                    <a:pt x="4579" y="20744"/>
                    <a:pt x="3964" y="20986"/>
                    <a:pt x="3328" y="21001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6" name="자유형: 도형 155"/>
            <p:cNvSpPr/>
            <p:nvPr/>
          </p:nvSpPr>
          <p:spPr>
            <a:xfrm>
              <a:off x="92903" y="93331"/>
              <a:ext cx="42663" cy="331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83" h="21004" extrusionOk="0">
                  <a:moveTo>
                    <a:pt x="3195" y="21004"/>
                  </a:moveTo>
                  <a:cubicBezTo>
                    <a:pt x="2081" y="20939"/>
                    <a:pt x="1074" y="20117"/>
                    <a:pt x="545" y="18837"/>
                  </a:cubicBezTo>
                  <a:cubicBezTo>
                    <a:pt x="-456" y="16848"/>
                    <a:pt x="-39" y="14179"/>
                    <a:pt x="1472" y="12855"/>
                  </a:cubicBezTo>
                  <a:lnTo>
                    <a:pt x="15518" y="718"/>
                  </a:lnTo>
                  <a:cubicBezTo>
                    <a:pt x="17062" y="-596"/>
                    <a:pt x="19123" y="-57"/>
                    <a:pt x="20157" y="1932"/>
                  </a:cubicBezTo>
                  <a:cubicBezTo>
                    <a:pt x="21144" y="3943"/>
                    <a:pt x="20700" y="6619"/>
                    <a:pt x="19163" y="7914"/>
                  </a:cubicBezTo>
                  <a:lnTo>
                    <a:pt x="5116" y="20051"/>
                  </a:lnTo>
                  <a:cubicBezTo>
                    <a:pt x="4579" y="20650"/>
                    <a:pt x="3897" y="20988"/>
                    <a:pt x="3195" y="21004"/>
                  </a:cubicBezTo>
                  <a:close/>
                </a:path>
              </a:pathLst>
            </a:custGeom>
            <a:solidFill>
              <a:srgbClr val="596A8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7" name="자유형: 도형 156"/>
            <p:cNvSpPr/>
            <p:nvPr/>
          </p:nvSpPr>
          <p:spPr>
            <a:xfrm>
              <a:off x="9063" y="104577"/>
              <a:ext cx="313335" cy="210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1" h="20475" extrusionOk="0">
                  <a:moveTo>
                    <a:pt x="19481" y="0"/>
                  </a:moveTo>
                  <a:cubicBezTo>
                    <a:pt x="19481" y="0"/>
                    <a:pt x="11230" y="21600"/>
                    <a:pt x="2232" y="20429"/>
                  </a:cubicBezTo>
                  <a:cubicBezTo>
                    <a:pt x="-2119" y="19870"/>
                    <a:pt x="439" y="7014"/>
                    <a:pt x="5206" y="11472"/>
                  </a:cubicBezTo>
                  <a:cubicBezTo>
                    <a:pt x="8299" y="14413"/>
                    <a:pt x="19481" y="0"/>
                    <a:pt x="19481" y="0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8" name="자유형: 도형 157"/>
            <p:cNvSpPr/>
            <p:nvPr/>
          </p:nvSpPr>
          <p:spPr>
            <a:xfrm>
              <a:off x="2504" y="98404"/>
              <a:ext cx="326624" cy="223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0" h="21514" extrusionOk="0">
                  <a:moveTo>
                    <a:pt x="3505" y="21514"/>
                  </a:moveTo>
                  <a:cubicBezTo>
                    <a:pt x="3244" y="21514"/>
                    <a:pt x="2986" y="21514"/>
                    <a:pt x="2730" y="21514"/>
                  </a:cubicBezTo>
                  <a:cubicBezTo>
                    <a:pt x="1515" y="21453"/>
                    <a:pt x="465" y="20242"/>
                    <a:pt x="130" y="18516"/>
                  </a:cubicBezTo>
                  <a:cubicBezTo>
                    <a:pt x="-291" y="15929"/>
                    <a:pt x="324" y="13213"/>
                    <a:pt x="1715" y="11521"/>
                  </a:cubicBezTo>
                  <a:cubicBezTo>
                    <a:pt x="3003" y="10053"/>
                    <a:pt x="4793" y="10021"/>
                    <a:pt x="6105" y="11442"/>
                  </a:cubicBezTo>
                  <a:cubicBezTo>
                    <a:pt x="8277" y="13361"/>
                    <a:pt x="16122" y="5525"/>
                    <a:pt x="20565" y="134"/>
                  </a:cubicBezTo>
                  <a:cubicBezTo>
                    <a:pt x="20761" y="-86"/>
                    <a:pt x="21040" y="-30"/>
                    <a:pt x="21189" y="260"/>
                  </a:cubicBezTo>
                  <a:cubicBezTo>
                    <a:pt x="21295" y="467"/>
                    <a:pt x="21309" y="747"/>
                    <a:pt x="21224" y="975"/>
                  </a:cubicBezTo>
                  <a:cubicBezTo>
                    <a:pt x="20876" y="1803"/>
                    <a:pt x="12809" y="21514"/>
                    <a:pt x="3505" y="21514"/>
                  </a:cubicBezTo>
                  <a:close/>
                  <a:moveTo>
                    <a:pt x="3843" y="11692"/>
                  </a:moveTo>
                  <a:cubicBezTo>
                    <a:pt x="3269" y="11695"/>
                    <a:pt x="2713" y="11987"/>
                    <a:pt x="2267" y="12520"/>
                  </a:cubicBezTo>
                  <a:cubicBezTo>
                    <a:pt x="1148" y="13881"/>
                    <a:pt x="651" y="16064"/>
                    <a:pt x="985" y="18148"/>
                  </a:cubicBezTo>
                  <a:cubicBezTo>
                    <a:pt x="1205" y="19341"/>
                    <a:pt x="1929" y="20180"/>
                    <a:pt x="2766" y="20212"/>
                  </a:cubicBezTo>
                  <a:cubicBezTo>
                    <a:pt x="9524" y="21028"/>
                    <a:pt x="16006" y="9693"/>
                    <a:pt x="18873" y="3736"/>
                  </a:cubicBezTo>
                  <a:cubicBezTo>
                    <a:pt x="15205" y="7839"/>
                    <a:pt x="8233" y="14900"/>
                    <a:pt x="5615" y="12586"/>
                  </a:cubicBezTo>
                  <a:cubicBezTo>
                    <a:pt x="5089" y="12060"/>
                    <a:pt x="4477" y="11751"/>
                    <a:pt x="3843" y="11692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39" name="자유형: 도형 158"/>
            <p:cNvSpPr/>
            <p:nvPr/>
          </p:nvSpPr>
          <p:spPr>
            <a:xfrm>
              <a:off x="95113" y="1279583"/>
              <a:ext cx="508000" cy="743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0" h="20316" extrusionOk="0">
                  <a:moveTo>
                    <a:pt x="20078" y="618"/>
                  </a:moveTo>
                  <a:cubicBezTo>
                    <a:pt x="17450" y="-849"/>
                    <a:pt x="11744" y="618"/>
                    <a:pt x="9469" y="1705"/>
                  </a:cubicBezTo>
                  <a:cubicBezTo>
                    <a:pt x="4823" y="3892"/>
                    <a:pt x="5747" y="7946"/>
                    <a:pt x="8152" y="10716"/>
                  </a:cubicBezTo>
                  <a:cubicBezTo>
                    <a:pt x="11772" y="14894"/>
                    <a:pt x="9053" y="17018"/>
                    <a:pt x="7280" y="17302"/>
                  </a:cubicBezTo>
                  <a:cubicBezTo>
                    <a:pt x="4641" y="17727"/>
                    <a:pt x="2457" y="17302"/>
                    <a:pt x="0" y="14065"/>
                  </a:cubicBezTo>
                  <a:cubicBezTo>
                    <a:pt x="-34" y="17302"/>
                    <a:pt x="3295" y="20038"/>
                    <a:pt x="6704" y="20273"/>
                  </a:cubicBezTo>
                  <a:cubicBezTo>
                    <a:pt x="13363" y="20751"/>
                    <a:pt x="18727" y="17287"/>
                    <a:pt x="16903" y="10907"/>
                  </a:cubicBezTo>
                  <a:cubicBezTo>
                    <a:pt x="16470" y="9391"/>
                    <a:pt x="16082" y="8293"/>
                    <a:pt x="17387" y="6908"/>
                  </a:cubicBezTo>
                  <a:cubicBezTo>
                    <a:pt x="18368" y="5859"/>
                    <a:pt x="20460" y="5042"/>
                    <a:pt x="21013" y="3870"/>
                  </a:cubicBezTo>
                  <a:cubicBezTo>
                    <a:pt x="21566" y="2697"/>
                    <a:pt x="20699" y="1578"/>
                    <a:pt x="20078" y="618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0" name="자유형: 도형 159"/>
            <p:cNvSpPr/>
            <p:nvPr/>
          </p:nvSpPr>
          <p:spPr>
            <a:xfrm>
              <a:off x="88415" y="1272369"/>
              <a:ext cx="521690" cy="757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9" h="20694" extrusionOk="0">
                  <a:moveTo>
                    <a:pt x="8014" y="20693"/>
                  </a:moveTo>
                  <a:cubicBezTo>
                    <a:pt x="7605" y="20693"/>
                    <a:pt x="7197" y="20678"/>
                    <a:pt x="6791" y="20648"/>
                  </a:cubicBezTo>
                  <a:cubicBezTo>
                    <a:pt x="3143" y="20380"/>
                    <a:pt x="-33" y="17391"/>
                    <a:pt x="0" y="14252"/>
                  </a:cubicBezTo>
                  <a:cubicBezTo>
                    <a:pt x="0" y="14166"/>
                    <a:pt x="91" y="14091"/>
                    <a:pt x="217" y="14073"/>
                  </a:cubicBezTo>
                  <a:cubicBezTo>
                    <a:pt x="343" y="14056"/>
                    <a:pt x="471" y="14097"/>
                    <a:pt x="529" y="14174"/>
                  </a:cubicBezTo>
                  <a:cubicBezTo>
                    <a:pt x="2864" y="17331"/>
                    <a:pt x="4855" y="17715"/>
                    <a:pt x="7313" y="17312"/>
                  </a:cubicBezTo>
                  <a:cubicBezTo>
                    <a:pt x="8231" y="17099"/>
                    <a:pt x="8957" y="16621"/>
                    <a:pt x="9293" y="16010"/>
                  </a:cubicBezTo>
                  <a:cubicBezTo>
                    <a:pt x="9849" y="15107"/>
                    <a:pt x="10116" y="13506"/>
                    <a:pt x="7986" y="10987"/>
                  </a:cubicBezTo>
                  <a:cubicBezTo>
                    <a:pt x="5411" y="7949"/>
                    <a:pt x="4839" y="3897"/>
                    <a:pt x="9349" y="1732"/>
                  </a:cubicBezTo>
                  <a:cubicBezTo>
                    <a:pt x="11651" y="613"/>
                    <a:pt x="17335" y="-880"/>
                    <a:pt x="20038" y="657"/>
                  </a:cubicBezTo>
                  <a:cubicBezTo>
                    <a:pt x="20071" y="675"/>
                    <a:pt x="20098" y="698"/>
                    <a:pt x="20116" y="725"/>
                  </a:cubicBezTo>
                  <a:lnTo>
                    <a:pt x="20282" y="990"/>
                  </a:lnTo>
                  <a:cubicBezTo>
                    <a:pt x="20889" y="1919"/>
                    <a:pt x="21567" y="2967"/>
                    <a:pt x="21039" y="4106"/>
                  </a:cubicBezTo>
                  <a:cubicBezTo>
                    <a:pt x="20705" y="4822"/>
                    <a:pt x="19837" y="5412"/>
                    <a:pt x="19003" y="5971"/>
                  </a:cubicBezTo>
                  <a:cubicBezTo>
                    <a:pt x="18427" y="6332"/>
                    <a:pt x="17914" y="6735"/>
                    <a:pt x="17474" y="7173"/>
                  </a:cubicBezTo>
                  <a:cubicBezTo>
                    <a:pt x="16306" y="8449"/>
                    <a:pt x="16590" y="9457"/>
                    <a:pt x="16979" y="10845"/>
                  </a:cubicBezTo>
                  <a:lnTo>
                    <a:pt x="17035" y="11035"/>
                  </a:lnTo>
                  <a:cubicBezTo>
                    <a:pt x="17935" y="14278"/>
                    <a:pt x="17101" y="17032"/>
                    <a:pt x="14671" y="18790"/>
                  </a:cubicBezTo>
                  <a:cubicBezTo>
                    <a:pt x="12954" y="20029"/>
                    <a:pt x="10535" y="20720"/>
                    <a:pt x="8014" y="20693"/>
                  </a:cubicBezTo>
                  <a:close/>
                  <a:moveTo>
                    <a:pt x="623" y="15096"/>
                  </a:moveTo>
                  <a:cubicBezTo>
                    <a:pt x="1096" y="17954"/>
                    <a:pt x="4105" y="20081"/>
                    <a:pt x="6852" y="20283"/>
                  </a:cubicBezTo>
                  <a:cubicBezTo>
                    <a:pt x="9592" y="20552"/>
                    <a:pt x="12358" y="19914"/>
                    <a:pt x="14271" y="18570"/>
                  </a:cubicBezTo>
                  <a:cubicBezTo>
                    <a:pt x="16573" y="16902"/>
                    <a:pt x="17363" y="14263"/>
                    <a:pt x="16495" y="11140"/>
                  </a:cubicBezTo>
                  <a:lnTo>
                    <a:pt x="16439" y="10950"/>
                  </a:lnTo>
                  <a:cubicBezTo>
                    <a:pt x="16039" y="9532"/>
                    <a:pt x="15728" y="8412"/>
                    <a:pt x="16996" y="7013"/>
                  </a:cubicBezTo>
                  <a:cubicBezTo>
                    <a:pt x="17461" y="6552"/>
                    <a:pt x="17999" y="6126"/>
                    <a:pt x="18603" y="5744"/>
                  </a:cubicBezTo>
                  <a:cubicBezTo>
                    <a:pt x="19393" y="5203"/>
                    <a:pt x="20210" y="4647"/>
                    <a:pt x="20505" y="4016"/>
                  </a:cubicBezTo>
                  <a:cubicBezTo>
                    <a:pt x="20978" y="3012"/>
                    <a:pt x="20338" y="2031"/>
                    <a:pt x="19776" y="1161"/>
                  </a:cubicBezTo>
                  <a:lnTo>
                    <a:pt x="19626" y="937"/>
                  </a:lnTo>
                  <a:cubicBezTo>
                    <a:pt x="17246" y="-365"/>
                    <a:pt x="11979" y="937"/>
                    <a:pt x="9677" y="2057"/>
                  </a:cubicBezTo>
                  <a:cubicBezTo>
                    <a:pt x="5445" y="4102"/>
                    <a:pt x="6018" y="7934"/>
                    <a:pt x="8470" y="10826"/>
                  </a:cubicBezTo>
                  <a:cubicBezTo>
                    <a:pt x="10695" y="13476"/>
                    <a:pt x="10433" y="15200"/>
                    <a:pt x="9805" y="16182"/>
                  </a:cubicBezTo>
                  <a:cubicBezTo>
                    <a:pt x="9397" y="16896"/>
                    <a:pt x="8524" y="17446"/>
                    <a:pt x="7436" y="17674"/>
                  </a:cubicBezTo>
                  <a:cubicBezTo>
                    <a:pt x="5000" y="18073"/>
                    <a:pt x="2881" y="17767"/>
                    <a:pt x="618" y="15088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1" name="자유형: 도형 160"/>
            <p:cNvSpPr/>
            <p:nvPr/>
          </p:nvSpPr>
          <p:spPr>
            <a:xfrm>
              <a:off x="1265542" y="4525641"/>
              <a:ext cx="544900" cy="2621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32" h="20880" extrusionOk="0">
                  <a:moveTo>
                    <a:pt x="1100" y="877"/>
                  </a:moveTo>
                  <a:cubicBezTo>
                    <a:pt x="1100" y="877"/>
                    <a:pt x="3280" y="8460"/>
                    <a:pt x="5475" y="10377"/>
                  </a:cubicBezTo>
                  <a:cubicBezTo>
                    <a:pt x="7670" y="12294"/>
                    <a:pt x="9334" y="18142"/>
                    <a:pt x="9961" y="20158"/>
                  </a:cubicBezTo>
                  <a:cubicBezTo>
                    <a:pt x="9961" y="20158"/>
                    <a:pt x="12445" y="21600"/>
                    <a:pt x="17022" y="20409"/>
                  </a:cubicBezTo>
                  <a:cubicBezTo>
                    <a:pt x="21600" y="19218"/>
                    <a:pt x="17539" y="11817"/>
                    <a:pt x="18190" y="10211"/>
                  </a:cubicBezTo>
                  <a:cubicBezTo>
                    <a:pt x="18841" y="8604"/>
                    <a:pt x="18402" y="0"/>
                    <a:pt x="18402" y="0"/>
                  </a:cubicBezTo>
                  <a:lnTo>
                    <a:pt x="0" y="756"/>
                  </a:lnTo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2" name="자유형: 도형 161"/>
            <p:cNvSpPr/>
            <p:nvPr/>
          </p:nvSpPr>
          <p:spPr>
            <a:xfrm>
              <a:off x="1258678" y="4518601"/>
              <a:ext cx="558906" cy="2635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3" h="21598" extrusionOk="0">
                  <a:moveTo>
                    <a:pt x="14434" y="21598"/>
                  </a:moveTo>
                  <a:cubicBezTo>
                    <a:pt x="14265" y="21598"/>
                    <a:pt x="14096" y="21595"/>
                    <a:pt x="13930" y="21588"/>
                  </a:cubicBezTo>
                  <a:cubicBezTo>
                    <a:pt x="11655" y="21501"/>
                    <a:pt x="10486" y="20847"/>
                    <a:pt x="10435" y="20820"/>
                  </a:cubicBezTo>
                  <a:cubicBezTo>
                    <a:pt x="10431" y="20814"/>
                    <a:pt x="10431" y="20808"/>
                    <a:pt x="10435" y="20803"/>
                  </a:cubicBezTo>
                  <a:lnTo>
                    <a:pt x="10284" y="20318"/>
                  </a:lnTo>
                  <a:cubicBezTo>
                    <a:pt x="9563" y="18002"/>
                    <a:pt x="7878" y="12579"/>
                    <a:pt x="5745" y="10748"/>
                  </a:cubicBezTo>
                  <a:cubicBezTo>
                    <a:pt x="3476" y="8794"/>
                    <a:pt x="1206" y="1042"/>
                    <a:pt x="1166" y="963"/>
                  </a:cubicBezTo>
                  <a:cubicBezTo>
                    <a:pt x="1163" y="933"/>
                    <a:pt x="1266" y="907"/>
                    <a:pt x="1403" y="904"/>
                  </a:cubicBezTo>
                  <a:cubicBezTo>
                    <a:pt x="1539" y="902"/>
                    <a:pt x="1658" y="924"/>
                    <a:pt x="1670" y="954"/>
                  </a:cubicBezTo>
                  <a:cubicBezTo>
                    <a:pt x="1670" y="955"/>
                    <a:pt x="1670" y="956"/>
                    <a:pt x="1670" y="957"/>
                  </a:cubicBezTo>
                  <a:cubicBezTo>
                    <a:pt x="1696" y="1035"/>
                    <a:pt x="3975" y="8776"/>
                    <a:pt x="6234" y="10720"/>
                  </a:cubicBezTo>
                  <a:cubicBezTo>
                    <a:pt x="8373" y="12561"/>
                    <a:pt x="10062" y="17992"/>
                    <a:pt x="10773" y="20310"/>
                  </a:cubicBezTo>
                  <a:lnTo>
                    <a:pt x="10919" y="20786"/>
                  </a:lnTo>
                  <a:cubicBezTo>
                    <a:pt x="11055" y="20857"/>
                    <a:pt x="12145" y="21406"/>
                    <a:pt x="14021" y="21478"/>
                  </a:cubicBezTo>
                  <a:cubicBezTo>
                    <a:pt x="15206" y="21523"/>
                    <a:pt x="16502" y="21366"/>
                    <a:pt x="17863" y="21020"/>
                  </a:cubicBezTo>
                  <a:cubicBezTo>
                    <a:pt x="21066" y="20199"/>
                    <a:pt x="20113" y="16350"/>
                    <a:pt x="19417" y="13539"/>
                  </a:cubicBezTo>
                  <a:cubicBezTo>
                    <a:pt x="19089" y="12223"/>
                    <a:pt x="18806" y="11086"/>
                    <a:pt x="19028" y="10559"/>
                  </a:cubicBezTo>
                  <a:cubicBezTo>
                    <a:pt x="19669" y="9002"/>
                    <a:pt x="19285" y="942"/>
                    <a:pt x="19245" y="123"/>
                  </a:cubicBezTo>
                  <a:lnTo>
                    <a:pt x="299" y="891"/>
                  </a:lnTo>
                  <a:cubicBezTo>
                    <a:pt x="160" y="896"/>
                    <a:pt x="27" y="875"/>
                    <a:pt x="4" y="844"/>
                  </a:cubicBezTo>
                  <a:cubicBezTo>
                    <a:pt x="-20" y="813"/>
                    <a:pt x="74" y="784"/>
                    <a:pt x="213" y="779"/>
                  </a:cubicBezTo>
                  <a:lnTo>
                    <a:pt x="19452" y="0"/>
                  </a:lnTo>
                  <a:cubicBezTo>
                    <a:pt x="19524" y="-2"/>
                    <a:pt x="19597" y="2"/>
                    <a:pt x="19654" y="13"/>
                  </a:cubicBezTo>
                  <a:cubicBezTo>
                    <a:pt x="19713" y="23"/>
                    <a:pt x="19747" y="38"/>
                    <a:pt x="19749" y="55"/>
                  </a:cubicBezTo>
                  <a:cubicBezTo>
                    <a:pt x="19749" y="144"/>
                    <a:pt x="20203" y="8931"/>
                    <a:pt x="19528" y="10568"/>
                  </a:cubicBezTo>
                  <a:cubicBezTo>
                    <a:pt x="19316" y="11087"/>
                    <a:pt x="19593" y="12220"/>
                    <a:pt x="19921" y="13532"/>
                  </a:cubicBezTo>
                  <a:cubicBezTo>
                    <a:pt x="20657" y="16519"/>
                    <a:pt x="21580" y="20237"/>
                    <a:pt x="18247" y="21092"/>
                  </a:cubicBezTo>
                  <a:cubicBezTo>
                    <a:pt x="16940" y="21432"/>
                    <a:pt x="15660" y="21598"/>
                    <a:pt x="14434" y="21598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3" name="자유형: 도형 162"/>
            <p:cNvSpPr/>
            <p:nvPr/>
          </p:nvSpPr>
          <p:spPr>
            <a:xfrm>
              <a:off x="263084" y="4369330"/>
              <a:ext cx="876126" cy="28412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3" h="19362" extrusionOk="0">
                  <a:moveTo>
                    <a:pt x="9283" y="933"/>
                  </a:moveTo>
                  <a:cubicBezTo>
                    <a:pt x="9283" y="933"/>
                    <a:pt x="7352" y="5919"/>
                    <a:pt x="7141" y="7266"/>
                  </a:cubicBezTo>
                  <a:cubicBezTo>
                    <a:pt x="6929" y="8614"/>
                    <a:pt x="5401" y="9036"/>
                    <a:pt x="4929" y="10060"/>
                  </a:cubicBezTo>
                  <a:cubicBezTo>
                    <a:pt x="4576" y="10825"/>
                    <a:pt x="2539" y="15115"/>
                    <a:pt x="1030" y="17418"/>
                  </a:cubicBezTo>
                  <a:cubicBezTo>
                    <a:pt x="528" y="18186"/>
                    <a:pt x="310" y="18112"/>
                    <a:pt x="0" y="18515"/>
                  </a:cubicBezTo>
                  <a:cubicBezTo>
                    <a:pt x="0" y="18515"/>
                    <a:pt x="954" y="20091"/>
                    <a:pt x="5404" y="18945"/>
                  </a:cubicBezTo>
                  <a:cubicBezTo>
                    <a:pt x="5404" y="18945"/>
                    <a:pt x="11627" y="11170"/>
                    <a:pt x="13697" y="10108"/>
                  </a:cubicBezTo>
                  <a:cubicBezTo>
                    <a:pt x="15767" y="9046"/>
                    <a:pt x="20702" y="4526"/>
                    <a:pt x="21151" y="1509"/>
                  </a:cubicBezTo>
                  <a:cubicBezTo>
                    <a:pt x="21600" y="-1509"/>
                    <a:pt x="9283" y="933"/>
                    <a:pt x="9283" y="933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4" name="자유형: 도형 163"/>
            <p:cNvSpPr/>
            <p:nvPr/>
          </p:nvSpPr>
          <p:spPr>
            <a:xfrm>
              <a:off x="256696" y="4361863"/>
              <a:ext cx="889342" cy="2855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2" h="21168" extrusionOk="0">
                  <a:moveTo>
                    <a:pt x="2699" y="21168"/>
                  </a:moveTo>
                  <a:cubicBezTo>
                    <a:pt x="2474" y="21168"/>
                    <a:pt x="2251" y="21157"/>
                    <a:pt x="2038" y="21135"/>
                  </a:cubicBezTo>
                  <a:cubicBezTo>
                    <a:pt x="442" y="20966"/>
                    <a:pt x="19" y="20235"/>
                    <a:pt x="2" y="20203"/>
                  </a:cubicBezTo>
                  <a:cubicBezTo>
                    <a:pt x="-1" y="20197"/>
                    <a:pt x="-1" y="20191"/>
                    <a:pt x="2" y="20184"/>
                  </a:cubicBezTo>
                  <a:cubicBezTo>
                    <a:pt x="91" y="20058"/>
                    <a:pt x="211" y="19934"/>
                    <a:pt x="362" y="19813"/>
                  </a:cubicBezTo>
                  <a:cubicBezTo>
                    <a:pt x="667" y="19547"/>
                    <a:pt x="888" y="19272"/>
                    <a:pt x="1023" y="18993"/>
                  </a:cubicBezTo>
                  <a:cubicBezTo>
                    <a:pt x="2675" y="16268"/>
                    <a:pt x="4903" y="11041"/>
                    <a:pt x="4926" y="10988"/>
                  </a:cubicBezTo>
                  <a:cubicBezTo>
                    <a:pt x="5119" y="10580"/>
                    <a:pt x="5451" y="10179"/>
                    <a:pt x="5917" y="9792"/>
                  </a:cubicBezTo>
                  <a:cubicBezTo>
                    <a:pt x="6636" y="9203"/>
                    <a:pt x="7047" y="8582"/>
                    <a:pt x="7136" y="7953"/>
                  </a:cubicBezTo>
                  <a:cubicBezTo>
                    <a:pt x="7344" y="6507"/>
                    <a:pt x="9264" y="1118"/>
                    <a:pt x="9284" y="1064"/>
                  </a:cubicBezTo>
                  <a:cubicBezTo>
                    <a:pt x="9287" y="1049"/>
                    <a:pt x="9313" y="1035"/>
                    <a:pt x="9353" y="1027"/>
                  </a:cubicBezTo>
                  <a:cubicBezTo>
                    <a:pt x="9628" y="967"/>
                    <a:pt x="16180" y="-432"/>
                    <a:pt x="19574" y="135"/>
                  </a:cubicBezTo>
                  <a:cubicBezTo>
                    <a:pt x="20955" y="366"/>
                    <a:pt x="21599" y="890"/>
                    <a:pt x="21490" y="1694"/>
                  </a:cubicBezTo>
                  <a:cubicBezTo>
                    <a:pt x="21027" y="5078"/>
                    <a:pt x="15945" y="9989"/>
                    <a:pt x="14006" y="11071"/>
                  </a:cubicBezTo>
                  <a:cubicBezTo>
                    <a:pt x="11974" y="12207"/>
                    <a:pt x="5788" y="20587"/>
                    <a:pt x="5725" y="20673"/>
                  </a:cubicBezTo>
                  <a:cubicBezTo>
                    <a:pt x="5719" y="20682"/>
                    <a:pt x="5701" y="20691"/>
                    <a:pt x="5676" y="20698"/>
                  </a:cubicBezTo>
                  <a:cubicBezTo>
                    <a:pt x="4565" y="21012"/>
                    <a:pt x="3564" y="21168"/>
                    <a:pt x="2699" y="21168"/>
                  </a:cubicBezTo>
                  <a:close/>
                  <a:moveTo>
                    <a:pt x="323" y="20196"/>
                  </a:moveTo>
                  <a:cubicBezTo>
                    <a:pt x="376" y="20279"/>
                    <a:pt x="815" y="20899"/>
                    <a:pt x="2137" y="21038"/>
                  </a:cubicBezTo>
                  <a:cubicBezTo>
                    <a:pt x="3016" y="21132"/>
                    <a:pt x="4119" y="20996"/>
                    <a:pt x="5415" y="20633"/>
                  </a:cubicBezTo>
                  <a:cubicBezTo>
                    <a:pt x="5801" y="20110"/>
                    <a:pt x="11693" y="12156"/>
                    <a:pt x="13718" y="11022"/>
                  </a:cubicBezTo>
                  <a:cubicBezTo>
                    <a:pt x="15645" y="9945"/>
                    <a:pt x="20700" y="5059"/>
                    <a:pt x="21160" y="1689"/>
                  </a:cubicBezTo>
                  <a:cubicBezTo>
                    <a:pt x="21262" y="927"/>
                    <a:pt x="20674" y="434"/>
                    <a:pt x="19415" y="224"/>
                  </a:cubicBezTo>
                  <a:cubicBezTo>
                    <a:pt x="16368" y="-283"/>
                    <a:pt x="10279" y="955"/>
                    <a:pt x="9604" y="1096"/>
                  </a:cubicBezTo>
                  <a:cubicBezTo>
                    <a:pt x="9466" y="1484"/>
                    <a:pt x="7668" y="6560"/>
                    <a:pt x="7467" y="7957"/>
                  </a:cubicBezTo>
                  <a:cubicBezTo>
                    <a:pt x="7376" y="8595"/>
                    <a:pt x="6959" y="9224"/>
                    <a:pt x="6231" y="9823"/>
                  </a:cubicBezTo>
                  <a:cubicBezTo>
                    <a:pt x="5765" y="10203"/>
                    <a:pt x="5433" y="10598"/>
                    <a:pt x="5240" y="10999"/>
                  </a:cubicBezTo>
                  <a:cubicBezTo>
                    <a:pt x="5216" y="11051"/>
                    <a:pt x="2976" y="16281"/>
                    <a:pt x="1337" y="19004"/>
                  </a:cubicBezTo>
                  <a:cubicBezTo>
                    <a:pt x="1198" y="19290"/>
                    <a:pt x="971" y="19571"/>
                    <a:pt x="660" y="19844"/>
                  </a:cubicBezTo>
                  <a:cubicBezTo>
                    <a:pt x="518" y="19958"/>
                    <a:pt x="406" y="20076"/>
                    <a:pt x="323" y="2019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5" name="자유형: 도형 164"/>
            <p:cNvSpPr/>
            <p:nvPr/>
          </p:nvSpPr>
          <p:spPr>
            <a:xfrm>
              <a:off x="2238069" y="1592029"/>
              <a:ext cx="291772" cy="281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7" h="20469" extrusionOk="0">
                  <a:moveTo>
                    <a:pt x="20959" y="8589"/>
                  </a:moveTo>
                  <a:cubicBezTo>
                    <a:pt x="21600" y="5097"/>
                    <a:pt x="18122" y="4789"/>
                    <a:pt x="16476" y="1038"/>
                  </a:cubicBezTo>
                  <a:cubicBezTo>
                    <a:pt x="15491" y="-1131"/>
                    <a:pt x="11460" y="640"/>
                    <a:pt x="9036" y="1496"/>
                  </a:cubicBezTo>
                  <a:cubicBezTo>
                    <a:pt x="7430" y="2063"/>
                    <a:pt x="581" y="7565"/>
                    <a:pt x="0" y="11694"/>
                  </a:cubicBezTo>
                  <a:cubicBezTo>
                    <a:pt x="3183" y="13892"/>
                    <a:pt x="7302" y="17464"/>
                    <a:pt x="8819" y="20469"/>
                  </a:cubicBezTo>
                  <a:cubicBezTo>
                    <a:pt x="13362" y="18618"/>
                    <a:pt x="19984" y="13922"/>
                    <a:pt x="20959" y="858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6" name="자유형: 도형 165"/>
            <p:cNvSpPr/>
            <p:nvPr/>
          </p:nvSpPr>
          <p:spPr>
            <a:xfrm>
              <a:off x="2231181" y="1585040"/>
              <a:ext cx="305156" cy="294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0611" extrusionOk="0">
                  <a:moveTo>
                    <a:pt x="8990" y="20611"/>
                  </a:moveTo>
                  <a:cubicBezTo>
                    <a:pt x="8812" y="20611"/>
                    <a:pt x="8647" y="20512"/>
                    <a:pt x="8562" y="20353"/>
                  </a:cubicBezTo>
                  <a:cubicBezTo>
                    <a:pt x="7117" y="17488"/>
                    <a:pt x="3152" y="14127"/>
                    <a:pt x="213" y="12103"/>
                  </a:cubicBezTo>
                  <a:cubicBezTo>
                    <a:pt x="62" y="12002"/>
                    <a:pt x="-19" y="11825"/>
                    <a:pt x="4" y="11644"/>
                  </a:cubicBezTo>
                  <a:cubicBezTo>
                    <a:pt x="603" y="7414"/>
                    <a:pt x="7374" y="2095"/>
                    <a:pt x="9038" y="1475"/>
                  </a:cubicBezTo>
                  <a:lnTo>
                    <a:pt x="9780" y="1207"/>
                  </a:lnTo>
                  <a:cubicBezTo>
                    <a:pt x="12328" y="252"/>
                    <a:pt x="15809" y="-989"/>
                    <a:pt x="16817" y="1293"/>
                  </a:cubicBezTo>
                  <a:cubicBezTo>
                    <a:pt x="17392" y="2492"/>
                    <a:pt x="18216" y="3552"/>
                    <a:pt x="19232" y="4406"/>
                  </a:cubicBezTo>
                  <a:cubicBezTo>
                    <a:pt x="20440" y="5552"/>
                    <a:pt x="21581" y="6631"/>
                    <a:pt x="21134" y="8818"/>
                  </a:cubicBezTo>
                  <a:cubicBezTo>
                    <a:pt x="20126" y="14280"/>
                    <a:pt x="13403" y="18844"/>
                    <a:pt x="9133" y="20582"/>
                  </a:cubicBezTo>
                  <a:cubicBezTo>
                    <a:pt x="9086" y="20598"/>
                    <a:pt x="9039" y="20607"/>
                    <a:pt x="8990" y="20611"/>
                  </a:cubicBezTo>
                  <a:close/>
                  <a:moveTo>
                    <a:pt x="1002" y="11492"/>
                  </a:moveTo>
                  <a:cubicBezTo>
                    <a:pt x="3855" y="13497"/>
                    <a:pt x="7573" y="16686"/>
                    <a:pt x="9200" y="19532"/>
                  </a:cubicBezTo>
                  <a:cubicBezTo>
                    <a:pt x="13156" y="17813"/>
                    <a:pt x="19337" y="13526"/>
                    <a:pt x="20240" y="8646"/>
                  </a:cubicBezTo>
                  <a:cubicBezTo>
                    <a:pt x="20554" y="6965"/>
                    <a:pt x="19765" y="6221"/>
                    <a:pt x="18576" y="5103"/>
                  </a:cubicBezTo>
                  <a:cubicBezTo>
                    <a:pt x="17463" y="4166"/>
                    <a:pt x="16568" y="2996"/>
                    <a:pt x="15951" y="1675"/>
                  </a:cubicBezTo>
                  <a:cubicBezTo>
                    <a:pt x="15305" y="214"/>
                    <a:pt x="12148" y="1350"/>
                    <a:pt x="10103" y="2105"/>
                  </a:cubicBezTo>
                  <a:lnTo>
                    <a:pt x="9352" y="2382"/>
                  </a:lnTo>
                  <a:cubicBezTo>
                    <a:pt x="7935" y="2888"/>
                    <a:pt x="1801" y="7786"/>
                    <a:pt x="1002" y="11482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7" name="자유형: 도형 166"/>
            <p:cNvSpPr/>
            <p:nvPr/>
          </p:nvSpPr>
          <p:spPr>
            <a:xfrm>
              <a:off x="2310401" y="1565965"/>
              <a:ext cx="238711" cy="240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41" h="20993" extrusionOk="0">
                  <a:moveTo>
                    <a:pt x="18803" y="15182"/>
                  </a:moveTo>
                  <a:cubicBezTo>
                    <a:pt x="19833" y="12193"/>
                    <a:pt x="18365" y="9966"/>
                    <a:pt x="16403" y="8037"/>
                  </a:cubicBezTo>
                  <a:cubicBezTo>
                    <a:pt x="15066" y="6751"/>
                    <a:pt x="14507" y="3548"/>
                    <a:pt x="12524" y="3489"/>
                  </a:cubicBezTo>
                  <a:cubicBezTo>
                    <a:pt x="11658" y="2000"/>
                    <a:pt x="10978" y="24"/>
                    <a:pt x="9400" y="0"/>
                  </a:cubicBezTo>
                  <a:cubicBezTo>
                    <a:pt x="6996" y="7"/>
                    <a:pt x="4704" y="1113"/>
                    <a:pt x="3088" y="3048"/>
                  </a:cubicBezTo>
                  <a:cubicBezTo>
                    <a:pt x="3088" y="3048"/>
                    <a:pt x="-1767" y="7728"/>
                    <a:pt x="699" y="10359"/>
                  </a:cubicBezTo>
                  <a:cubicBezTo>
                    <a:pt x="1340" y="11021"/>
                    <a:pt x="2221" y="11337"/>
                    <a:pt x="3099" y="11217"/>
                  </a:cubicBezTo>
                  <a:cubicBezTo>
                    <a:pt x="2876" y="12081"/>
                    <a:pt x="3025" y="13009"/>
                    <a:pt x="3504" y="13741"/>
                  </a:cubicBezTo>
                  <a:cubicBezTo>
                    <a:pt x="3932" y="14371"/>
                    <a:pt x="4628" y="14716"/>
                    <a:pt x="5345" y="14658"/>
                  </a:cubicBezTo>
                  <a:cubicBezTo>
                    <a:pt x="5629" y="14700"/>
                    <a:pt x="5916" y="14700"/>
                    <a:pt x="6200" y="14658"/>
                  </a:cubicBezTo>
                  <a:cubicBezTo>
                    <a:pt x="5978" y="15522"/>
                    <a:pt x="6127" y="16450"/>
                    <a:pt x="6606" y="17182"/>
                  </a:cubicBezTo>
                  <a:cubicBezTo>
                    <a:pt x="7265" y="18036"/>
                    <a:pt x="8336" y="18371"/>
                    <a:pt x="9313" y="18028"/>
                  </a:cubicBezTo>
                  <a:cubicBezTo>
                    <a:pt x="8896" y="20004"/>
                    <a:pt x="11066" y="21600"/>
                    <a:pt x="12929" y="20766"/>
                  </a:cubicBezTo>
                  <a:cubicBezTo>
                    <a:pt x="16085" y="19314"/>
                    <a:pt x="17630" y="18563"/>
                    <a:pt x="18803" y="1518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8" name="자유형: 도형 167"/>
            <p:cNvSpPr/>
            <p:nvPr/>
          </p:nvSpPr>
          <p:spPr>
            <a:xfrm>
              <a:off x="2303926" y="1559405"/>
              <a:ext cx="252736" cy="254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15" h="21588" extrusionOk="0">
                  <a:moveTo>
                    <a:pt x="12659" y="21586"/>
                  </a:moveTo>
                  <a:cubicBezTo>
                    <a:pt x="11842" y="21595"/>
                    <a:pt x="11048" y="21303"/>
                    <a:pt x="10419" y="20762"/>
                  </a:cubicBezTo>
                  <a:cubicBezTo>
                    <a:pt x="9836" y="20271"/>
                    <a:pt x="9471" y="19554"/>
                    <a:pt x="9411" y="18778"/>
                  </a:cubicBezTo>
                  <a:cubicBezTo>
                    <a:pt x="8402" y="18910"/>
                    <a:pt x="7403" y="18467"/>
                    <a:pt x="6801" y="17617"/>
                  </a:cubicBezTo>
                  <a:cubicBezTo>
                    <a:pt x="6357" y="16972"/>
                    <a:pt x="6133" y="16192"/>
                    <a:pt x="6163" y="15400"/>
                  </a:cubicBezTo>
                  <a:lnTo>
                    <a:pt x="5883" y="15400"/>
                  </a:lnTo>
                  <a:cubicBezTo>
                    <a:pt x="4994" y="15432"/>
                    <a:pt x="4151" y="14995"/>
                    <a:pt x="3642" y="14240"/>
                  </a:cubicBezTo>
                  <a:cubicBezTo>
                    <a:pt x="3203" y="13592"/>
                    <a:pt x="2979" y="12815"/>
                    <a:pt x="3004" y="12023"/>
                  </a:cubicBezTo>
                  <a:cubicBezTo>
                    <a:pt x="2216" y="11974"/>
                    <a:pt x="1469" y="11647"/>
                    <a:pt x="887" y="11095"/>
                  </a:cubicBezTo>
                  <a:cubicBezTo>
                    <a:pt x="297" y="10507"/>
                    <a:pt x="-24" y="9689"/>
                    <a:pt x="2" y="8843"/>
                  </a:cubicBezTo>
                  <a:cubicBezTo>
                    <a:pt x="69" y="6162"/>
                    <a:pt x="3217" y="3238"/>
                    <a:pt x="3362" y="3110"/>
                  </a:cubicBezTo>
                  <a:cubicBezTo>
                    <a:pt x="5091" y="1154"/>
                    <a:pt x="7524" y="28"/>
                    <a:pt x="10083" y="0"/>
                  </a:cubicBezTo>
                  <a:lnTo>
                    <a:pt x="10195" y="0"/>
                  </a:lnTo>
                  <a:cubicBezTo>
                    <a:pt x="11831" y="0"/>
                    <a:pt x="12659" y="1520"/>
                    <a:pt x="13388" y="2843"/>
                  </a:cubicBezTo>
                  <a:lnTo>
                    <a:pt x="13724" y="3435"/>
                  </a:lnTo>
                  <a:cubicBezTo>
                    <a:pt x="15113" y="3644"/>
                    <a:pt x="15874" y="5025"/>
                    <a:pt x="16546" y="6244"/>
                  </a:cubicBezTo>
                  <a:cubicBezTo>
                    <a:pt x="16856" y="6880"/>
                    <a:pt x="17251" y="7466"/>
                    <a:pt x="17723" y="7985"/>
                  </a:cubicBezTo>
                  <a:cubicBezTo>
                    <a:pt x="19593" y="9702"/>
                    <a:pt x="21576" y="12128"/>
                    <a:pt x="20321" y="15563"/>
                  </a:cubicBezTo>
                  <a:cubicBezTo>
                    <a:pt x="19067" y="18998"/>
                    <a:pt x="17230" y="19915"/>
                    <a:pt x="13959" y="21366"/>
                  </a:cubicBezTo>
                  <a:cubicBezTo>
                    <a:pt x="13543" y="21526"/>
                    <a:pt x="13102" y="21600"/>
                    <a:pt x="12659" y="21586"/>
                  </a:cubicBezTo>
                  <a:close/>
                  <a:moveTo>
                    <a:pt x="10038" y="17536"/>
                  </a:moveTo>
                  <a:cubicBezTo>
                    <a:pt x="10195" y="17537"/>
                    <a:pt x="10344" y="17604"/>
                    <a:pt x="10453" y="17722"/>
                  </a:cubicBezTo>
                  <a:cubicBezTo>
                    <a:pt x="10579" y="17861"/>
                    <a:pt x="10630" y="18057"/>
                    <a:pt x="10587" y="18244"/>
                  </a:cubicBezTo>
                  <a:cubicBezTo>
                    <a:pt x="10458" y="18860"/>
                    <a:pt x="10686" y="19498"/>
                    <a:pt x="11170" y="19880"/>
                  </a:cubicBezTo>
                  <a:cubicBezTo>
                    <a:pt x="11829" y="20441"/>
                    <a:pt x="12731" y="20583"/>
                    <a:pt x="13522" y="20252"/>
                  </a:cubicBezTo>
                  <a:cubicBezTo>
                    <a:pt x="16692" y="18882"/>
                    <a:pt x="18148" y="18267"/>
                    <a:pt x="19268" y="15157"/>
                  </a:cubicBezTo>
                  <a:cubicBezTo>
                    <a:pt x="20064" y="12952"/>
                    <a:pt x="19369" y="11072"/>
                    <a:pt x="16961" y="8843"/>
                  </a:cubicBezTo>
                  <a:cubicBezTo>
                    <a:pt x="16399" y="8246"/>
                    <a:pt x="15929" y="7561"/>
                    <a:pt x="15572" y="6812"/>
                  </a:cubicBezTo>
                  <a:cubicBezTo>
                    <a:pt x="14933" y="5652"/>
                    <a:pt x="14329" y="4584"/>
                    <a:pt x="13332" y="4561"/>
                  </a:cubicBezTo>
                  <a:cubicBezTo>
                    <a:pt x="13145" y="4559"/>
                    <a:pt x="12972" y="4458"/>
                    <a:pt x="12872" y="4294"/>
                  </a:cubicBezTo>
                  <a:cubicBezTo>
                    <a:pt x="12704" y="4016"/>
                    <a:pt x="12536" y="3714"/>
                    <a:pt x="12368" y="3424"/>
                  </a:cubicBezTo>
                  <a:cubicBezTo>
                    <a:pt x="11730" y="2263"/>
                    <a:pt x="11125" y="1172"/>
                    <a:pt x="10128" y="1103"/>
                  </a:cubicBezTo>
                  <a:lnTo>
                    <a:pt x="10038" y="1103"/>
                  </a:lnTo>
                  <a:cubicBezTo>
                    <a:pt x="7762" y="1142"/>
                    <a:pt x="5604" y="2160"/>
                    <a:pt x="4079" y="3911"/>
                  </a:cubicBezTo>
                  <a:cubicBezTo>
                    <a:pt x="3250" y="4677"/>
                    <a:pt x="1133" y="7010"/>
                    <a:pt x="1088" y="8808"/>
                  </a:cubicBezTo>
                  <a:cubicBezTo>
                    <a:pt x="1065" y="9334"/>
                    <a:pt x="1265" y="9844"/>
                    <a:pt x="1637" y="10201"/>
                  </a:cubicBezTo>
                  <a:cubicBezTo>
                    <a:pt x="2171" y="10694"/>
                    <a:pt x="2889" y="10915"/>
                    <a:pt x="3597" y="10805"/>
                  </a:cubicBezTo>
                  <a:cubicBezTo>
                    <a:pt x="3787" y="10786"/>
                    <a:pt x="3973" y="10870"/>
                    <a:pt x="4090" y="11025"/>
                  </a:cubicBezTo>
                  <a:cubicBezTo>
                    <a:pt x="4203" y="11186"/>
                    <a:pt x="4232" y="11394"/>
                    <a:pt x="4169" y="11582"/>
                  </a:cubicBezTo>
                  <a:cubicBezTo>
                    <a:pt x="4007" y="12242"/>
                    <a:pt x="4135" y="12942"/>
                    <a:pt x="4516" y="13497"/>
                  </a:cubicBezTo>
                  <a:cubicBezTo>
                    <a:pt x="4840" y="13967"/>
                    <a:pt x="5384" y="14220"/>
                    <a:pt x="5939" y="14159"/>
                  </a:cubicBezTo>
                  <a:cubicBezTo>
                    <a:pt x="6214" y="14184"/>
                    <a:pt x="6492" y="14184"/>
                    <a:pt x="6767" y="14159"/>
                  </a:cubicBezTo>
                  <a:cubicBezTo>
                    <a:pt x="6956" y="14132"/>
                    <a:pt x="7142" y="14218"/>
                    <a:pt x="7249" y="14379"/>
                  </a:cubicBezTo>
                  <a:cubicBezTo>
                    <a:pt x="7372" y="14531"/>
                    <a:pt x="7407" y="14739"/>
                    <a:pt x="7339" y="14925"/>
                  </a:cubicBezTo>
                  <a:cubicBezTo>
                    <a:pt x="7174" y="15588"/>
                    <a:pt x="7302" y="16294"/>
                    <a:pt x="7686" y="16851"/>
                  </a:cubicBezTo>
                  <a:cubicBezTo>
                    <a:pt x="8100" y="17455"/>
                    <a:pt x="8750" y="17629"/>
                    <a:pt x="9926" y="17443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49" name="자유형: 도형 168"/>
            <p:cNvSpPr/>
            <p:nvPr/>
          </p:nvSpPr>
          <p:spPr>
            <a:xfrm>
              <a:off x="2349343" y="1627618"/>
              <a:ext cx="86529" cy="76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328" extrusionOk="0">
                  <a:moveTo>
                    <a:pt x="1663" y="21328"/>
                  </a:moveTo>
                  <a:cubicBezTo>
                    <a:pt x="1029" y="21313"/>
                    <a:pt x="454" y="20903"/>
                    <a:pt x="160" y="20256"/>
                  </a:cubicBezTo>
                  <a:cubicBezTo>
                    <a:pt x="-227" y="19302"/>
                    <a:pt x="110" y="18168"/>
                    <a:pt x="928" y="17690"/>
                  </a:cubicBezTo>
                  <a:cubicBezTo>
                    <a:pt x="7628" y="13668"/>
                    <a:pt x="13457" y="7977"/>
                    <a:pt x="17988" y="1030"/>
                  </a:cubicBezTo>
                  <a:cubicBezTo>
                    <a:pt x="18415" y="92"/>
                    <a:pt x="19424" y="-272"/>
                    <a:pt x="20238" y="218"/>
                  </a:cubicBezTo>
                  <a:cubicBezTo>
                    <a:pt x="21056" y="704"/>
                    <a:pt x="21373" y="1861"/>
                    <a:pt x="20949" y="2799"/>
                  </a:cubicBezTo>
                  <a:cubicBezTo>
                    <a:pt x="20886" y="2933"/>
                    <a:pt x="20812" y="3060"/>
                    <a:pt x="20726" y="3175"/>
                  </a:cubicBezTo>
                  <a:cubicBezTo>
                    <a:pt x="15898" y="10696"/>
                    <a:pt x="9625" y="16839"/>
                    <a:pt x="2397" y="21136"/>
                  </a:cubicBezTo>
                  <a:cubicBezTo>
                    <a:pt x="2167" y="21259"/>
                    <a:pt x="1916" y="21324"/>
                    <a:pt x="1663" y="2132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0" name="자유형: 도형 169"/>
            <p:cNvSpPr/>
            <p:nvPr/>
          </p:nvSpPr>
          <p:spPr>
            <a:xfrm>
              <a:off x="2380402" y="1673158"/>
              <a:ext cx="92063" cy="66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6" h="21381" extrusionOk="0">
                  <a:moveTo>
                    <a:pt x="1593" y="21380"/>
                  </a:moveTo>
                  <a:cubicBezTo>
                    <a:pt x="912" y="21380"/>
                    <a:pt x="307" y="20778"/>
                    <a:pt x="80" y="19886"/>
                  </a:cubicBezTo>
                  <a:cubicBezTo>
                    <a:pt x="-191" y="18748"/>
                    <a:pt x="244" y="17514"/>
                    <a:pt x="1057" y="17119"/>
                  </a:cubicBezTo>
                  <a:cubicBezTo>
                    <a:pt x="7686" y="13547"/>
                    <a:pt x="13648" y="7911"/>
                    <a:pt x="18482" y="645"/>
                  </a:cubicBezTo>
                  <a:cubicBezTo>
                    <a:pt x="19077" y="-203"/>
                    <a:pt x="20057" y="-216"/>
                    <a:pt x="20665" y="614"/>
                  </a:cubicBezTo>
                  <a:cubicBezTo>
                    <a:pt x="20672" y="623"/>
                    <a:pt x="20681" y="636"/>
                    <a:pt x="20687" y="645"/>
                  </a:cubicBezTo>
                  <a:cubicBezTo>
                    <a:pt x="21337" y="1453"/>
                    <a:pt x="21409" y="2837"/>
                    <a:pt x="20845" y="3764"/>
                  </a:cubicBezTo>
                  <a:cubicBezTo>
                    <a:pt x="15624" y="11614"/>
                    <a:pt x="9145" y="17633"/>
                    <a:pt x="1939" y="21336"/>
                  </a:cubicBezTo>
                  <a:cubicBezTo>
                    <a:pt x="1825" y="21371"/>
                    <a:pt x="1709" y="21384"/>
                    <a:pt x="1593" y="2138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1" name="자유형: 도형 170"/>
            <p:cNvSpPr/>
            <p:nvPr/>
          </p:nvSpPr>
          <p:spPr>
            <a:xfrm>
              <a:off x="2418030" y="1713163"/>
              <a:ext cx="93324" cy="67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0" h="21169" extrusionOk="0">
                  <a:moveTo>
                    <a:pt x="1847" y="21138"/>
                  </a:moveTo>
                  <a:cubicBezTo>
                    <a:pt x="986" y="21340"/>
                    <a:pt x="169" y="20541"/>
                    <a:pt x="23" y="19355"/>
                  </a:cubicBezTo>
                  <a:cubicBezTo>
                    <a:pt x="-124" y="18169"/>
                    <a:pt x="456" y="17043"/>
                    <a:pt x="1317" y="16841"/>
                  </a:cubicBezTo>
                  <a:cubicBezTo>
                    <a:pt x="7876" y="13361"/>
                    <a:pt x="13772" y="7865"/>
                    <a:pt x="18558" y="771"/>
                  </a:cubicBezTo>
                  <a:cubicBezTo>
                    <a:pt x="19091" y="-127"/>
                    <a:pt x="20054" y="-260"/>
                    <a:pt x="20709" y="475"/>
                  </a:cubicBezTo>
                  <a:cubicBezTo>
                    <a:pt x="20719" y="488"/>
                    <a:pt x="20731" y="501"/>
                    <a:pt x="20741" y="513"/>
                  </a:cubicBezTo>
                  <a:cubicBezTo>
                    <a:pt x="21392" y="1291"/>
                    <a:pt x="21476" y="2645"/>
                    <a:pt x="20928" y="3564"/>
                  </a:cubicBezTo>
                  <a:cubicBezTo>
                    <a:pt x="15792" y="11195"/>
                    <a:pt x="9441" y="17077"/>
                    <a:pt x="2377" y="20751"/>
                  </a:cubicBezTo>
                  <a:cubicBezTo>
                    <a:pt x="2221" y="20928"/>
                    <a:pt x="2040" y="21056"/>
                    <a:pt x="1847" y="2113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2" name="자유형: 도형 171"/>
            <p:cNvSpPr/>
            <p:nvPr/>
          </p:nvSpPr>
          <p:spPr>
            <a:xfrm>
              <a:off x="2247910" y="1613015"/>
              <a:ext cx="180615" cy="162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51" h="19907" extrusionOk="0">
                  <a:moveTo>
                    <a:pt x="11927" y="19907"/>
                  </a:moveTo>
                  <a:cubicBezTo>
                    <a:pt x="11927" y="19907"/>
                    <a:pt x="18130" y="12952"/>
                    <a:pt x="11686" y="7954"/>
                  </a:cubicBezTo>
                  <a:cubicBezTo>
                    <a:pt x="11686" y="7954"/>
                    <a:pt x="16193" y="12100"/>
                    <a:pt x="18386" y="9759"/>
                  </a:cubicBezTo>
                  <a:cubicBezTo>
                    <a:pt x="21600" y="6415"/>
                    <a:pt x="19227" y="4861"/>
                    <a:pt x="14180" y="1584"/>
                  </a:cubicBezTo>
                  <a:cubicBezTo>
                    <a:pt x="9133" y="-1693"/>
                    <a:pt x="6399" y="781"/>
                    <a:pt x="4191" y="3022"/>
                  </a:cubicBezTo>
                  <a:cubicBezTo>
                    <a:pt x="1983" y="5262"/>
                    <a:pt x="0" y="13471"/>
                    <a:pt x="0" y="13471"/>
                  </a:cubicBezTo>
                  <a:cubicBezTo>
                    <a:pt x="0" y="13471"/>
                    <a:pt x="8892" y="16931"/>
                    <a:pt x="11927" y="1990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3" name="자유형: 도형 172"/>
            <p:cNvSpPr/>
            <p:nvPr/>
          </p:nvSpPr>
          <p:spPr>
            <a:xfrm>
              <a:off x="2241009" y="1606367"/>
              <a:ext cx="194000" cy="17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5" h="19752" extrusionOk="0">
                  <a:moveTo>
                    <a:pt x="12806" y="19752"/>
                  </a:moveTo>
                  <a:cubicBezTo>
                    <a:pt x="12621" y="19749"/>
                    <a:pt x="12442" y="19678"/>
                    <a:pt x="12305" y="19553"/>
                  </a:cubicBezTo>
                  <a:cubicBezTo>
                    <a:pt x="9394" y="16964"/>
                    <a:pt x="598" y="13839"/>
                    <a:pt x="507" y="13808"/>
                  </a:cubicBezTo>
                  <a:cubicBezTo>
                    <a:pt x="137" y="13672"/>
                    <a:pt x="-72" y="13275"/>
                    <a:pt x="22" y="12889"/>
                  </a:cubicBezTo>
                  <a:cubicBezTo>
                    <a:pt x="234" y="12092"/>
                    <a:pt x="2160" y="5076"/>
                    <a:pt x="4480" y="2947"/>
                  </a:cubicBezTo>
                  <a:cubicBezTo>
                    <a:pt x="6437" y="1154"/>
                    <a:pt x="9697" y="-1848"/>
                    <a:pt x="15459" y="1537"/>
                  </a:cubicBezTo>
                  <a:cubicBezTo>
                    <a:pt x="19129" y="3697"/>
                    <a:pt x="21343" y="5000"/>
                    <a:pt x="21525" y="6899"/>
                  </a:cubicBezTo>
                  <a:cubicBezTo>
                    <a:pt x="21528" y="8224"/>
                    <a:pt x="20896" y="9470"/>
                    <a:pt x="19827" y="10239"/>
                  </a:cubicBezTo>
                  <a:cubicBezTo>
                    <a:pt x="18704" y="11175"/>
                    <a:pt x="17153" y="11389"/>
                    <a:pt x="15823" y="10790"/>
                  </a:cubicBezTo>
                  <a:cubicBezTo>
                    <a:pt x="16039" y="11328"/>
                    <a:pt x="16171" y="11896"/>
                    <a:pt x="16218" y="12475"/>
                  </a:cubicBezTo>
                  <a:cubicBezTo>
                    <a:pt x="16551" y="16183"/>
                    <a:pt x="13458" y="19384"/>
                    <a:pt x="13321" y="19522"/>
                  </a:cubicBezTo>
                  <a:cubicBezTo>
                    <a:pt x="13185" y="19662"/>
                    <a:pt x="13000" y="19744"/>
                    <a:pt x="12806" y="19752"/>
                  </a:cubicBezTo>
                  <a:close/>
                  <a:moveTo>
                    <a:pt x="1675" y="12613"/>
                  </a:moveTo>
                  <a:cubicBezTo>
                    <a:pt x="5543" y="13955"/>
                    <a:pt x="9247" y="15738"/>
                    <a:pt x="12715" y="17929"/>
                  </a:cubicBezTo>
                  <a:cubicBezTo>
                    <a:pt x="14010" y="16466"/>
                    <a:pt x="14733" y="14576"/>
                    <a:pt x="14747" y="12613"/>
                  </a:cubicBezTo>
                  <a:cubicBezTo>
                    <a:pt x="14571" y="11225"/>
                    <a:pt x="13841" y="9969"/>
                    <a:pt x="12730" y="9136"/>
                  </a:cubicBezTo>
                  <a:cubicBezTo>
                    <a:pt x="12351" y="8860"/>
                    <a:pt x="12108" y="8661"/>
                    <a:pt x="12078" y="8630"/>
                  </a:cubicBezTo>
                  <a:cubicBezTo>
                    <a:pt x="11742" y="8376"/>
                    <a:pt x="11674" y="7897"/>
                    <a:pt x="11926" y="7558"/>
                  </a:cubicBezTo>
                  <a:cubicBezTo>
                    <a:pt x="12178" y="7219"/>
                    <a:pt x="12652" y="7150"/>
                    <a:pt x="12988" y="7405"/>
                  </a:cubicBezTo>
                  <a:cubicBezTo>
                    <a:pt x="13200" y="7558"/>
                    <a:pt x="13412" y="7711"/>
                    <a:pt x="13609" y="7880"/>
                  </a:cubicBezTo>
                  <a:cubicBezTo>
                    <a:pt x="14777" y="8707"/>
                    <a:pt x="17476" y="10392"/>
                    <a:pt x="18811" y="9121"/>
                  </a:cubicBezTo>
                  <a:cubicBezTo>
                    <a:pt x="19705" y="8278"/>
                    <a:pt x="20100" y="7589"/>
                    <a:pt x="20039" y="7083"/>
                  </a:cubicBezTo>
                  <a:cubicBezTo>
                    <a:pt x="19918" y="5934"/>
                    <a:pt x="17613" y="4586"/>
                    <a:pt x="14701" y="2870"/>
                  </a:cubicBezTo>
                  <a:cubicBezTo>
                    <a:pt x="10258" y="251"/>
                    <a:pt x="7908" y="1859"/>
                    <a:pt x="5496" y="4081"/>
                  </a:cubicBezTo>
                  <a:cubicBezTo>
                    <a:pt x="3965" y="5474"/>
                    <a:pt x="2373" y="10208"/>
                    <a:pt x="1675" y="12613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4" name="자유형: 도형 173"/>
            <p:cNvSpPr/>
            <p:nvPr/>
          </p:nvSpPr>
          <p:spPr>
            <a:xfrm>
              <a:off x="2193212" y="1727339"/>
              <a:ext cx="214599" cy="181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8" h="18638" extrusionOk="0">
                  <a:moveTo>
                    <a:pt x="4247" y="186"/>
                  </a:moveTo>
                  <a:cubicBezTo>
                    <a:pt x="4247" y="186"/>
                    <a:pt x="540" y="3175"/>
                    <a:pt x="95" y="5337"/>
                  </a:cubicBezTo>
                  <a:cubicBezTo>
                    <a:pt x="-1019" y="10572"/>
                    <a:pt x="7888" y="19877"/>
                    <a:pt x="16638" y="18502"/>
                  </a:cubicBezTo>
                  <a:cubicBezTo>
                    <a:pt x="16638" y="18502"/>
                    <a:pt x="18799" y="18095"/>
                    <a:pt x="20568" y="11723"/>
                  </a:cubicBezTo>
                  <a:cubicBezTo>
                    <a:pt x="20581" y="11723"/>
                    <a:pt x="17883" y="-1723"/>
                    <a:pt x="4247" y="18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5" name="자유형: 도형 174"/>
            <p:cNvSpPr/>
            <p:nvPr/>
          </p:nvSpPr>
          <p:spPr>
            <a:xfrm>
              <a:off x="2187076" y="1720050"/>
              <a:ext cx="228047" cy="195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9" h="19847" extrusionOk="0">
                  <a:moveTo>
                    <a:pt x="15085" y="19847"/>
                  </a:moveTo>
                  <a:cubicBezTo>
                    <a:pt x="10472" y="19629"/>
                    <a:pt x="6130" y="17419"/>
                    <a:pt x="3018" y="13705"/>
                  </a:cubicBezTo>
                  <a:cubicBezTo>
                    <a:pt x="727" y="10932"/>
                    <a:pt x="-355" y="8077"/>
                    <a:pt x="103" y="5858"/>
                  </a:cubicBezTo>
                  <a:cubicBezTo>
                    <a:pt x="561" y="3640"/>
                    <a:pt x="3985" y="687"/>
                    <a:pt x="4380" y="313"/>
                  </a:cubicBezTo>
                  <a:cubicBezTo>
                    <a:pt x="4467" y="245"/>
                    <a:pt x="4567" y="202"/>
                    <a:pt x="4673" y="188"/>
                  </a:cubicBezTo>
                  <a:cubicBezTo>
                    <a:pt x="18330" y="-1753"/>
                    <a:pt x="21220" y="11972"/>
                    <a:pt x="21220" y="12111"/>
                  </a:cubicBezTo>
                  <a:cubicBezTo>
                    <a:pt x="21245" y="12225"/>
                    <a:pt x="21245" y="12344"/>
                    <a:pt x="21220" y="12458"/>
                  </a:cubicBezTo>
                  <a:cubicBezTo>
                    <a:pt x="19425" y="18987"/>
                    <a:pt x="17147" y="19597"/>
                    <a:pt x="16892" y="19653"/>
                  </a:cubicBezTo>
                  <a:cubicBezTo>
                    <a:pt x="16295" y="19764"/>
                    <a:pt x="15690" y="19829"/>
                    <a:pt x="15085" y="19847"/>
                  </a:cubicBezTo>
                  <a:close/>
                  <a:moveTo>
                    <a:pt x="4902" y="1588"/>
                  </a:moveTo>
                  <a:cubicBezTo>
                    <a:pt x="3871" y="2462"/>
                    <a:pt x="1542" y="4680"/>
                    <a:pt x="1236" y="6163"/>
                  </a:cubicBezTo>
                  <a:cubicBezTo>
                    <a:pt x="880" y="7910"/>
                    <a:pt x="1885" y="10433"/>
                    <a:pt x="3858" y="12762"/>
                  </a:cubicBezTo>
                  <a:cubicBezTo>
                    <a:pt x="6480" y="15854"/>
                    <a:pt x="11393" y="19154"/>
                    <a:pt x="16586" y="18308"/>
                  </a:cubicBezTo>
                  <a:cubicBezTo>
                    <a:pt x="16586" y="18308"/>
                    <a:pt x="18305" y="17726"/>
                    <a:pt x="19845" y="12263"/>
                  </a:cubicBezTo>
                  <a:cubicBezTo>
                    <a:pt x="19552" y="10738"/>
                    <a:pt x="16676" y="35"/>
                    <a:pt x="4902" y="158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6" name="자유형: 도형 175"/>
            <p:cNvSpPr/>
            <p:nvPr/>
          </p:nvSpPr>
          <p:spPr>
            <a:xfrm>
              <a:off x="1161538" y="1761886"/>
              <a:ext cx="1199060" cy="80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089" extrusionOk="0">
                  <a:moveTo>
                    <a:pt x="1285" y="8143"/>
                  </a:moveTo>
                  <a:cubicBezTo>
                    <a:pt x="1285" y="8143"/>
                    <a:pt x="6551" y="7483"/>
                    <a:pt x="9255" y="6837"/>
                  </a:cubicBezTo>
                  <a:cubicBezTo>
                    <a:pt x="9255" y="6837"/>
                    <a:pt x="15373" y="5188"/>
                    <a:pt x="19393" y="167"/>
                  </a:cubicBezTo>
                  <a:cubicBezTo>
                    <a:pt x="19935" y="-511"/>
                    <a:pt x="21600" y="974"/>
                    <a:pt x="21507" y="2921"/>
                  </a:cubicBezTo>
                  <a:cubicBezTo>
                    <a:pt x="21507" y="2921"/>
                    <a:pt x="14095" y="10696"/>
                    <a:pt x="12148" y="12575"/>
                  </a:cubicBezTo>
                  <a:cubicBezTo>
                    <a:pt x="10202" y="14454"/>
                    <a:pt x="0" y="21089"/>
                    <a:pt x="0" y="21089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7" name="자유형: 도형 176"/>
            <p:cNvSpPr/>
            <p:nvPr/>
          </p:nvSpPr>
          <p:spPr>
            <a:xfrm>
              <a:off x="1154654" y="1755059"/>
              <a:ext cx="1212741" cy="817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514" extrusionOk="0">
                  <a:moveTo>
                    <a:pt x="123" y="21513"/>
                  </a:moveTo>
                  <a:cubicBezTo>
                    <a:pt x="96" y="21513"/>
                    <a:pt x="71" y="21499"/>
                    <a:pt x="50" y="21474"/>
                  </a:cubicBezTo>
                  <a:cubicBezTo>
                    <a:pt x="14" y="21434"/>
                    <a:pt x="-4" y="21370"/>
                    <a:pt x="1" y="21305"/>
                  </a:cubicBezTo>
                  <a:lnTo>
                    <a:pt x="1274" y="8322"/>
                  </a:lnTo>
                  <a:cubicBezTo>
                    <a:pt x="1281" y="8239"/>
                    <a:pt x="1327" y="8175"/>
                    <a:pt x="1383" y="8167"/>
                  </a:cubicBezTo>
                  <a:cubicBezTo>
                    <a:pt x="1436" y="8167"/>
                    <a:pt x="6625" y="7498"/>
                    <a:pt x="9269" y="6861"/>
                  </a:cubicBezTo>
                  <a:cubicBezTo>
                    <a:pt x="9327" y="6861"/>
                    <a:pt x="15339" y="5156"/>
                    <a:pt x="19248" y="210"/>
                  </a:cubicBezTo>
                  <a:cubicBezTo>
                    <a:pt x="19491" y="-85"/>
                    <a:pt x="19877" y="-67"/>
                    <a:pt x="20307" y="250"/>
                  </a:cubicBezTo>
                  <a:cubicBezTo>
                    <a:pt x="20940" y="717"/>
                    <a:pt x="21596" y="1814"/>
                    <a:pt x="21543" y="3127"/>
                  </a:cubicBezTo>
                  <a:cubicBezTo>
                    <a:pt x="21540" y="3182"/>
                    <a:pt x="21521" y="3232"/>
                    <a:pt x="21492" y="3264"/>
                  </a:cubicBezTo>
                  <a:cubicBezTo>
                    <a:pt x="21419" y="3343"/>
                    <a:pt x="14127" y="11085"/>
                    <a:pt x="12219" y="12948"/>
                  </a:cubicBezTo>
                  <a:cubicBezTo>
                    <a:pt x="10311" y="14811"/>
                    <a:pt x="584" y="21222"/>
                    <a:pt x="171" y="21502"/>
                  </a:cubicBezTo>
                  <a:cubicBezTo>
                    <a:pt x="156" y="21511"/>
                    <a:pt x="139" y="21515"/>
                    <a:pt x="123" y="21513"/>
                  </a:cubicBezTo>
                  <a:close/>
                  <a:moveTo>
                    <a:pt x="1499" y="8513"/>
                  </a:moveTo>
                  <a:lnTo>
                    <a:pt x="285" y="21035"/>
                  </a:lnTo>
                  <a:cubicBezTo>
                    <a:pt x="1718" y="20085"/>
                    <a:pt x="10350" y="14351"/>
                    <a:pt x="12095" y="12642"/>
                  </a:cubicBezTo>
                  <a:cubicBezTo>
                    <a:pt x="13919" y="10862"/>
                    <a:pt x="20673" y="3692"/>
                    <a:pt x="21322" y="3016"/>
                  </a:cubicBezTo>
                  <a:cubicBezTo>
                    <a:pt x="21339" y="1908"/>
                    <a:pt x="20768" y="976"/>
                    <a:pt x="20219" y="573"/>
                  </a:cubicBezTo>
                  <a:cubicBezTo>
                    <a:pt x="19882" y="325"/>
                    <a:pt x="19578" y="289"/>
                    <a:pt x="19425" y="483"/>
                  </a:cubicBezTo>
                  <a:cubicBezTo>
                    <a:pt x="15465" y="5491"/>
                    <a:pt x="9390" y="7200"/>
                    <a:pt x="9330" y="7217"/>
                  </a:cubicBezTo>
                  <a:cubicBezTo>
                    <a:pt x="6856" y="7807"/>
                    <a:pt x="2225" y="8419"/>
                    <a:pt x="1499" y="8513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8" name="자유형: 도형 177"/>
            <p:cNvSpPr/>
            <p:nvPr/>
          </p:nvSpPr>
          <p:spPr>
            <a:xfrm>
              <a:off x="463288" y="1940707"/>
              <a:ext cx="826916" cy="579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7" h="20458" extrusionOk="0">
                  <a:moveTo>
                    <a:pt x="7637" y="5312"/>
                  </a:moveTo>
                  <a:cubicBezTo>
                    <a:pt x="7797" y="4230"/>
                    <a:pt x="7731" y="2366"/>
                    <a:pt x="7570" y="0"/>
                  </a:cubicBezTo>
                  <a:cubicBezTo>
                    <a:pt x="9599" y="1602"/>
                    <a:pt x="11995" y="2067"/>
                    <a:pt x="14264" y="1299"/>
                  </a:cubicBezTo>
                  <a:cubicBezTo>
                    <a:pt x="14458" y="2175"/>
                    <a:pt x="14748" y="3005"/>
                    <a:pt x="15126" y="3757"/>
                  </a:cubicBezTo>
                  <a:cubicBezTo>
                    <a:pt x="20176" y="3675"/>
                    <a:pt x="20689" y="4940"/>
                    <a:pt x="21059" y="7987"/>
                  </a:cubicBezTo>
                  <a:cubicBezTo>
                    <a:pt x="21541" y="11913"/>
                    <a:pt x="19007" y="18703"/>
                    <a:pt x="12872" y="20151"/>
                  </a:cubicBezTo>
                  <a:cubicBezTo>
                    <a:pt x="6736" y="21600"/>
                    <a:pt x="-59" y="17664"/>
                    <a:pt x="0" y="13685"/>
                  </a:cubicBezTo>
                  <a:cubicBezTo>
                    <a:pt x="14" y="13077"/>
                    <a:pt x="2377" y="7495"/>
                    <a:pt x="7637" y="5312"/>
                  </a:cubicBez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59" name="자유형: 도형 178"/>
            <p:cNvSpPr/>
            <p:nvPr/>
          </p:nvSpPr>
          <p:spPr>
            <a:xfrm>
              <a:off x="456724" y="1927315"/>
              <a:ext cx="840625" cy="599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9" h="21294" extrusionOk="0">
                  <a:moveTo>
                    <a:pt x="10176" y="21294"/>
                  </a:moveTo>
                  <a:cubicBezTo>
                    <a:pt x="6420" y="21294"/>
                    <a:pt x="2959" y="19521"/>
                    <a:pt x="1268" y="17451"/>
                  </a:cubicBezTo>
                  <a:cubicBezTo>
                    <a:pt x="423" y="16421"/>
                    <a:pt x="-17" y="15309"/>
                    <a:pt x="0" y="14225"/>
                  </a:cubicBezTo>
                  <a:cubicBezTo>
                    <a:pt x="0" y="13574"/>
                    <a:pt x="2372" y="7880"/>
                    <a:pt x="7534" y="5621"/>
                  </a:cubicBezTo>
                  <a:cubicBezTo>
                    <a:pt x="7681" y="4421"/>
                    <a:pt x="7575" y="2361"/>
                    <a:pt x="7448" y="486"/>
                  </a:cubicBezTo>
                  <a:lnTo>
                    <a:pt x="7417" y="0"/>
                  </a:lnTo>
                  <a:lnTo>
                    <a:pt x="7705" y="238"/>
                  </a:lnTo>
                  <a:cubicBezTo>
                    <a:pt x="9663" y="1820"/>
                    <a:pt x="11977" y="2277"/>
                    <a:pt x="14167" y="1516"/>
                  </a:cubicBezTo>
                  <a:lnTo>
                    <a:pt x="14321" y="1462"/>
                  </a:lnTo>
                  <a:lnTo>
                    <a:pt x="14373" y="1676"/>
                  </a:lnTo>
                  <a:cubicBezTo>
                    <a:pt x="14550" y="2496"/>
                    <a:pt x="14813" y="3274"/>
                    <a:pt x="15153" y="3984"/>
                  </a:cubicBezTo>
                  <a:cubicBezTo>
                    <a:pt x="20040" y="3916"/>
                    <a:pt x="20689" y="5232"/>
                    <a:pt x="21078" y="8444"/>
                  </a:cubicBezTo>
                  <a:cubicBezTo>
                    <a:pt x="21583" y="12627"/>
                    <a:pt x="18954" y="19496"/>
                    <a:pt x="12874" y="20959"/>
                  </a:cubicBezTo>
                  <a:cubicBezTo>
                    <a:pt x="11983" y="21178"/>
                    <a:pt x="11081" y="21290"/>
                    <a:pt x="10176" y="21294"/>
                  </a:cubicBezTo>
                  <a:close/>
                  <a:moveTo>
                    <a:pt x="7819" y="889"/>
                  </a:moveTo>
                  <a:cubicBezTo>
                    <a:pt x="7980" y="3425"/>
                    <a:pt x="7987" y="4921"/>
                    <a:pt x="7853" y="5849"/>
                  </a:cubicBezTo>
                  <a:lnTo>
                    <a:pt x="7833" y="5995"/>
                  </a:lnTo>
                  <a:lnTo>
                    <a:pt x="7733" y="6034"/>
                  </a:lnTo>
                  <a:cubicBezTo>
                    <a:pt x="2578" y="8240"/>
                    <a:pt x="368" y="13807"/>
                    <a:pt x="344" y="14230"/>
                  </a:cubicBezTo>
                  <a:cubicBezTo>
                    <a:pt x="344" y="15158"/>
                    <a:pt x="725" y="16144"/>
                    <a:pt x="1492" y="17072"/>
                  </a:cubicBezTo>
                  <a:cubicBezTo>
                    <a:pt x="3533" y="19560"/>
                    <a:pt x="8197" y="21600"/>
                    <a:pt x="12816" y="20473"/>
                  </a:cubicBezTo>
                  <a:cubicBezTo>
                    <a:pt x="18676" y="19059"/>
                    <a:pt x="21222" y="12505"/>
                    <a:pt x="20738" y="8517"/>
                  </a:cubicBezTo>
                  <a:cubicBezTo>
                    <a:pt x="20394" y="5645"/>
                    <a:pt x="20030" y="4377"/>
                    <a:pt x="15063" y="4460"/>
                  </a:cubicBezTo>
                  <a:lnTo>
                    <a:pt x="14971" y="4460"/>
                  </a:lnTo>
                  <a:lnTo>
                    <a:pt x="14936" y="4363"/>
                  </a:lnTo>
                  <a:cubicBezTo>
                    <a:pt x="14582" y="3651"/>
                    <a:pt x="14305" y="2868"/>
                    <a:pt x="14115" y="2040"/>
                  </a:cubicBezTo>
                  <a:cubicBezTo>
                    <a:pt x="11987" y="2729"/>
                    <a:pt x="9755" y="2324"/>
                    <a:pt x="7819" y="899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0" name="자유형: 도형 179"/>
            <p:cNvSpPr/>
            <p:nvPr/>
          </p:nvSpPr>
          <p:spPr>
            <a:xfrm>
              <a:off x="727207" y="1701403"/>
              <a:ext cx="294657" cy="286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66" extrusionOk="0">
                  <a:moveTo>
                    <a:pt x="2384" y="17345"/>
                  </a:moveTo>
                  <a:cubicBezTo>
                    <a:pt x="2036" y="13308"/>
                    <a:pt x="1236" y="9322"/>
                    <a:pt x="0" y="5458"/>
                  </a:cubicBezTo>
                  <a:lnTo>
                    <a:pt x="18093" y="0"/>
                  </a:lnTo>
                  <a:cubicBezTo>
                    <a:pt x="19416" y="6786"/>
                    <a:pt x="19867" y="14988"/>
                    <a:pt x="21600" y="20030"/>
                  </a:cubicBezTo>
                  <a:cubicBezTo>
                    <a:pt x="15083" y="21600"/>
                    <a:pt x="8206" y="20639"/>
                    <a:pt x="2384" y="17345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1" name="자유형: 도형 180"/>
            <p:cNvSpPr/>
            <p:nvPr/>
          </p:nvSpPr>
          <p:spPr>
            <a:xfrm>
              <a:off x="718597" y="1691973"/>
              <a:ext cx="312423" cy="302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5" extrusionOk="0">
                  <a:moveTo>
                    <a:pt x="15118" y="21585"/>
                  </a:moveTo>
                  <a:cubicBezTo>
                    <a:pt x="10729" y="21600"/>
                    <a:pt x="6414" y="20418"/>
                    <a:pt x="2608" y="18159"/>
                  </a:cubicBezTo>
                  <a:lnTo>
                    <a:pt x="2400" y="18032"/>
                  </a:lnTo>
                  <a:lnTo>
                    <a:pt x="2400" y="17788"/>
                  </a:lnTo>
                  <a:cubicBezTo>
                    <a:pt x="2076" y="13846"/>
                    <a:pt x="1334" y="9954"/>
                    <a:pt x="189" y="6180"/>
                  </a:cubicBezTo>
                  <a:lnTo>
                    <a:pt x="0" y="5692"/>
                  </a:lnTo>
                  <a:lnTo>
                    <a:pt x="18047" y="0"/>
                  </a:lnTo>
                  <a:lnTo>
                    <a:pt x="18151" y="527"/>
                  </a:lnTo>
                  <a:cubicBezTo>
                    <a:pt x="18633" y="3114"/>
                    <a:pt x="18992" y="5926"/>
                    <a:pt x="19351" y="8650"/>
                  </a:cubicBezTo>
                  <a:cubicBezTo>
                    <a:pt x="19723" y="12558"/>
                    <a:pt x="20422" y="16426"/>
                    <a:pt x="21439" y="20209"/>
                  </a:cubicBezTo>
                  <a:lnTo>
                    <a:pt x="21600" y="20707"/>
                  </a:lnTo>
                  <a:lnTo>
                    <a:pt x="21109" y="20834"/>
                  </a:lnTo>
                  <a:cubicBezTo>
                    <a:pt x="19150" y="21340"/>
                    <a:pt x="17137" y="21593"/>
                    <a:pt x="15118" y="21585"/>
                  </a:cubicBezTo>
                  <a:close/>
                  <a:moveTo>
                    <a:pt x="3288" y="17446"/>
                  </a:moveTo>
                  <a:cubicBezTo>
                    <a:pt x="8481" y="20427"/>
                    <a:pt x="14552" y="21341"/>
                    <a:pt x="20353" y="20013"/>
                  </a:cubicBezTo>
                  <a:cubicBezTo>
                    <a:pt x="19420" y="16325"/>
                    <a:pt x="18763" y="12568"/>
                    <a:pt x="18387" y="8777"/>
                  </a:cubicBezTo>
                  <a:cubicBezTo>
                    <a:pt x="18057" y="6258"/>
                    <a:pt x="17717" y="3661"/>
                    <a:pt x="17291" y="1250"/>
                  </a:cubicBezTo>
                  <a:lnTo>
                    <a:pt x="1228" y="6316"/>
                  </a:lnTo>
                  <a:cubicBezTo>
                    <a:pt x="2261" y="9949"/>
                    <a:pt x="2951" y="13677"/>
                    <a:pt x="3288" y="17446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2" name="자유형: 도형 181"/>
            <p:cNvSpPr/>
            <p:nvPr/>
          </p:nvSpPr>
          <p:spPr>
            <a:xfrm>
              <a:off x="353433" y="2028400"/>
              <a:ext cx="1347667" cy="1479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81" h="21309" extrusionOk="0">
                  <a:moveTo>
                    <a:pt x="4287" y="1442"/>
                  </a:moveTo>
                  <a:lnTo>
                    <a:pt x="9730" y="1747"/>
                  </a:lnTo>
                  <a:lnTo>
                    <a:pt x="12268" y="115"/>
                  </a:lnTo>
                  <a:cubicBezTo>
                    <a:pt x="12268" y="115"/>
                    <a:pt x="14765" y="-291"/>
                    <a:pt x="15340" y="422"/>
                  </a:cubicBezTo>
                  <a:cubicBezTo>
                    <a:pt x="15916" y="1135"/>
                    <a:pt x="18400" y="3052"/>
                    <a:pt x="19646" y="7963"/>
                  </a:cubicBezTo>
                  <a:cubicBezTo>
                    <a:pt x="20491" y="11283"/>
                    <a:pt x="19468" y="20023"/>
                    <a:pt x="19468" y="20023"/>
                  </a:cubicBezTo>
                  <a:lnTo>
                    <a:pt x="4721" y="21309"/>
                  </a:lnTo>
                  <a:cubicBezTo>
                    <a:pt x="4721" y="21309"/>
                    <a:pt x="775" y="12175"/>
                    <a:pt x="206" y="9450"/>
                  </a:cubicBezTo>
                  <a:cubicBezTo>
                    <a:pt x="-1109" y="3302"/>
                    <a:pt x="4287" y="1442"/>
                    <a:pt x="4287" y="144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3" name="자유형: 도형 182"/>
            <p:cNvSpPr/>
            <p:nvPr/>
          </p:nvSpPr>
          <p:spPr>
            <a:xfrm>
              <a:off x="346213" y="2021274"/>
              <a:ext cx="1361830" cy="1492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05" h="21312" extrusionOk="0">
                  <a:moveTo>
                    <a:pt x="4783" y="21306"/>
                  </a:moveTo>
                  <a:cubicBezTo>
                    <a:pt x="4743" y="21306"/>
                    <a:pt x="4706" y="21282"/>
                    <a:pt x="4691" y="21246"/>
                  </a:cubicBezTo>
                  <a:cubicBezTo>
                    <a:pt x="4651" y="21156"/>
                    <a:pt x="772" y="12165"/>
                    <a:pt x="202" y="9486"/>
                  </a:cubicBezTo>
                  <a:cubicBezTo>
                    <a:pt x="-1095" y="3382"/>
                    <a:pt x="4267" y="1456"/>
                    <a:pt x="4326" y="1439"/>
                  </a:cubicBezTo>
                  <a:cubicBezTo>
                    <a:pt x="4338" y="1436"/>
                    <a:pt x="4351" y="1436"/>
                    <a:pt x="4364" y="1439"/>
                  </a:cubicBezTo>
                  <a:lnTo>
                    <a:pt x="9718" y="1739"/>
                  </a:lnTo>
                  <a:lnTo>
                    <a:pt x="12212" y="130"/>
                  </a:lnTo>
                  <a:cubicBezTo>
                    <a:pt x="12223" y="122"/>
                    <a:pt x="12236" y="117"/>
                    <a:pt x="12250" y="114"/>
                  </a:cubicBezTo>
                  <a:cubicBezTo>
                    <a:pt x="12354" y="98"/>
                    <a:pt x="14787" y="-288"/>
                    <a:pt x="15388" y="455"/>
                  </a:cubicBezTo>
                  <a:cubicBezTo>
                    <a:pt x="15472" y="559"/>
                    <a:pt x="15600" y="691"/>
                    <a:pt x="15763" y="859"/>
                  </a:cubicBezTo>
                  <a:cubicBezTo>
                    <a:pt x="16691" y="1819"/>
                    <a:pt x="18620" y="3815"/>
                    <a:pt x="19674" y="7966"/>
                  </a:cubicBezTo>
                  <a:cubicBezTo>
                    <a:pt x="20505" y="11236"/>
                    <a:pt x="19509" y="19868"/>
                    <a:pt x="19499" y="19952"/>
                  </a:cubicBezTo>
                  <a:cubicBezTo>
                    <a:pt x="19493" y="19997"/>
                    <a:pt x="19456" y="20033"/>
                    <a:pt x="19409" y="20038"/>
                  </a:cubicBezTo>
                  <a:lnTo>
                    <a:pt x="4797" y="21312"/>
                  </a:lnTo>
                  <a:close/>
                  <a:moveTo>
                    <a:pt x="4370" y="1628"/>
                  </a:moveTo>
                  <a:cubicBezTo>
                    <a:pt x="4030" y="1755"/>
                    <a:pt x="-824" y="3689"/>
                    <a:pt x="399" y="9447"/>
                  </a:cubicBezTo>
                  <a:cubicBezTo>
                    <a:pt x="939" y="11983"/>
                    <a:pt x="4492" y="20278"/>
                    <a:pt x="4848" y="21105"/>
                  </a:cubicBezTo>
                  <a:lnTo>
                    <a:pt x="19302" y="19845"/>
                  </a:lnTo>
                  <a:cubicBezTo>
                    <a:pt x="19401" y="18967"/>
                    <a:pt x="20252" y="11076"/>
                    <a:pt x="19473" y="8007"/>
                  </a:cubicBezTo>
                  <a:cubicBezTo>
                    <a:pt x="18431" y="3909"/>
                    <a:pt x="16526" y="1934"/>
                    <a:pt x="15610" y="982"/>
                  </a:cubicBezTo>
                  <a:cubicBezTo>
                    <a:pt x="15444" y="811"/>
                    <a:pt x="15313" y="674"/>
                    <a:pt x="15223" y="563"/>
                  </a:cubicBezTo>
                  <a:cubicBezTo>
                    <a:pt x="14791" y="28"/>
                    <a:pt x="12986" y="184"/>
                    <a:pt x="12298" y="292"/>
                  </a:cubicBezTo>
                  <a:lnTo>
                    <a:pt x="9794" y="1907"/>
                  </a:lnTo>
                  <a:cubicBezTo>
                    <a:pt x="9776" y="1918"/>
                    <a:pt x="9755" y="1924"/>
                    <a:pt x="9734" y="1923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4" name="자유형: 도형 183"/>
            <p:cNvSpPr/>
            <p:nvPr/>
          </p:nvSpPr>
          <p:spPr>
            <a:xfrm>
              <a:off x="377337" y="2025571"/>
              <a:ext cx="1191061" cy="551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57" extrusionOk="0">
                  <a:moveTo>
                    <a:pt x="5812" y="21457"/>
                  </a:moveTo>
                  <a:cubicBezTo>
                    <a:pt x="5812" y="21457"/>
                    <a:pt x="2201" y="11621"/>
                    <a:pt x="0" y="14666"/>
                  </a:cubicBezTo>
                  <a:cubicBezTo>
                    <a:pt x="0" y="14666"/>
                    <a:pt x="801" y="7525"/>
                    <a:pt x="4811" y="4002"/>
                  </a:cubicBezTo>
                  <a:lnTo>
                    <a:pt x="11579" y="4724"/>
                  </a:lnTo>
                  <a:lnTo>
                    <a:pt x="14772" y="80"/>
                  </a:lnTo>
                  <a:lnTo>
                    <a:pt x="16212" y="80"/>
                  </a:lnTo>
                  <a:cubicBezTo>
                    <a:pt x="17379" y="-143"/>
                    <a:pt x="18556" y="102"/>
                    <a:pt x="19682" y="803"/>
                  </a:cubicBezTo>
                  <a:cubicBezTo>
                    <a:pt x="20563" y="2840"/>
                    <a:pt x="21219" y="5278"/>
                    <a:pt x="21600" y="7934"/>
                  </a:cubicBezTo>
                  <a:cubicBezTo>
                    <a:pt x="21600" y="7934"/>
                    <a:pt x="19097" y="3098"/>
                    <a:pt x="14623" y="2928"/>
                  </a:cubicBezTo>
                  <a:lnTo>
                    <a:pt x="12063" y="7142"/>
                  </a:lnTo>
                  <a:cubicBezTo>
                    <a:pt x="12063" y="7142"/>
                    <a:pt x="4833" y="5017"/>
                    <a:pt x="5966" y="21452"/>
                  </a:cubicBezTo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5" name="자유형: 도형 184"/>
            <p:cNvSpPr/>
            <p:nvPr/>
          </p:nvSpPr>
          <p:spPr>
            <a:xfrm>
              <a:off x="370572" y="2019357"/>
              <a:ext cx="1204882" cy="564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1427" extrusionOk="0">
                  <a:moveTo>
                    <a:pt x="6015" y="21426"/>
                  </a:moveTo>
                  <a:cubicBezTo>
                    <a:pt x="5987" y="21426"/>
                    <a:pt x="5959" y="21406"/>
                    <a:pt x="5937" y="21369"/>
                  </a:cubicBezTo>
                  <a:cubicBezTo>
                    <a:pt x="5882" y="21457"/>
                    <a:pt x="5805" y="21436"/>
                    <a:pt x="5763" y="21323"/>
                  </a:cubicBezTo>
                  <a:cubicBezTo>
                    <a:pt x="5729" y="21229"/>
                    <a:pt x="2243" y="11946"/>
                    <a:pt x="189" y="14755"/>
                  </a:cubicBezTo>
                  <a:cubicBezTo>
                    <a:pt x="133" y="14834"/>
                    <a:pt x="57" y="14801"/>
                    <a:pt x="20" y="14682"/>
                  </a:cubicBezTo>
                  <a:cubicBezTo>
                    <a:pt x="1" y="14621"/>
                    <a:pt x="-5" y="14546"/>
                    <a:pt x="3" y="14475"/>
                  </a:cubicBezTo>
                  <a:cubicBezTo>
                    <a:pt x="3" y="14408"/>
                    <a:pt x="853" y="7337"/>
                    <a:pt x="4826" y="3890"/>
                  </a:cubicBezTo>
                  <a:cubicBezTo>
                    <a:pt x="4843" y="3883"/>
                    <a:pt x="4861" y="3883"/>
                    <a:pt x="4879" y="3890"/>
                  </a:cubicBezTo>
                  <a:lnTo>
                    <a:pt x="11520" y="4590"/>
                  </a:lnTo>
                  <a:lnTo>
                    <a:pt x="14641" y="127"/>
                  </a:lnTo>
                  <a:cubicBezTo>
                    <a:pt x="14661" y="96"/>
                    <a:pt x="14685" y="80"/>
                    <a:pt x="14710" y="80"/>
                  </a:cubicBezTo>
                  <a:lnTo>
                    <a:pt x="16132" y="80"/>
                  </a:lnTo>
                  <a:cubicBezTo>
                    <a:pt x="17297" y="-143"/>
                    <a:pt x="18472" y="100"/>
                    <a:pt x="19596" y="796"/>
                  </a:cubicBezTo>
                  <a:cubicBezTo>
                    <a:pt x="19614" y="809"/>
                    <a:pt x="19630" y="830"/>
                    <a:pt x="19645" y="858"/>
                  </a:cubicBezTo>
                  <a:cubicBezTo>
                    <a:pt x="20533" y="2864"/>
                    <a:pt x="21193" y="5273"/>
                    <a:pt x="21573" y="7902"/>
                  </a:cubicBezTo>
                  <a:cubicBezTo>
                    <a:pt x="21595" y="8038"/>
                    <a:pt x="21561" y="8185"/>
                    <a:pt x="21497" y="8231"/>
                  </a:cubicBezTo>
                  <a:cubicBezTo>
                    <a:pt x="21455" y="8261"/>
                    <a:pt x="21408" y="8240"/>
                    <a:pt x="21375" y="8177"/>
                  </a:cubicBezTo>
                  <a:cubicBezTo>
                    <a:pt x="21351" y="8131"/>
                    <a:pt x="18896" y="3548"/>
                    <a:pt x="14605" y="3362"/>
                  </a:cubicBezTo>
                  <a:lnTo>
                    <a:pt x="12113" y="7415"/>
                  </a:lnTo>
                  <a:cubicBezTo>
                    <a:pt x="12087" y="7457"/>
                    <a:pt x="12054" y="7476"/>
                    <a:pt x="12022" y="7467"/>
                  </a:cubicBezTo>
                  <a:cubicBezTo>
                    <a:pt x="11993" y="7467"/>
                    <a:pt x="9011" y="6653"/>
                    <a:pt x="7273" y="10375"/>
                  </a:cubicBezTo>
                  <a:cubicBezTo>
                    <a:pt x="6184" y="12708"/>
                    <a:pt x="5805" y="16331"/>
                    <a:pt x="6138" y="21131"/>
                  </a:cubicBezTo>
                  <a:cubicBezTo>
                    <a:pt x="6146" y="21272"/>
                    <a:pt x="6101" y="21403"/>
                    <a:pt x="6035" y="21426"/>
                  </a:cubicBezTo>
                  <a:close/>
                  <a:moveTo>
                    <a:pt x="1061" y="13708"/>
                  </a:moveTo>
                  <a:cubicBezTo>
                    <a:pt x="3019" y="13708"/>
                    <a:pt x="5371" y="19493"/>
                    <a:pt x="5866" y="20773"/>
                  </a:cubicBezTo>
                  <a:cubicBezTo>
                    <a:pt x="5572" y="16015"/>
                    <a:pt x="5986" y="12391"/>
                    <a:pt x="7102" y="10007"/>
                  </a:cubicBezTo>
                  <a:cubicBezTo>
                    <a:pt x="8815" y="6332"/>
                    <a:pt x="11579" y="6835"/>
                    <a:pt x="11998" y="6938"/>
                  </a:cubicBezTo>
                  <a:lnTo>
                    <a:pt x="14485" y="2895"/>
                  </a:lnTo>
                  <a:cubicBezTo>
                    <a:pt x="14508" y="2862"/>
                    <a:pt x="14535" y="2842"/>
                    <a:pt x="14563" y="2838"/>
                  </a:cubicBezTo>
                  <a:cubicBezTo>
                    <a:pt x="16933" y="2855"/>
                    <a:pt x="19246" y="4387"/>
                    <a:pt x="21199" y="7234"/>
                  </a:cubicBezTo>
                  <a:cubicBezTo>
                    <a:pt x="20819" y="5022"/>
                    <a:pt x="20236" y="2992"/>
                    <a:pt x="19485" y="1257"/>
                  </a:cubicBezTo>
                  <a:cubicBezTo>
                    <a:pt x="18397" y="600"/>
                    <a:pt x="17262" y="370"/>
                    <a:pt x="16134" y="578"/>
                  </a:cubicBezTo>
                  <a:lnTo>
                    <a:pt x="14734" y="578"/>
                  </a:lnTo>
                  <a:lnTo>
                    <a:pt x="11613" y="5062"/>
                  </a:lnTo>
                  <a:cubicBezTo>
                    <a:pt x="11591" y="5093"/>
                    <a:pt x="11564" y="5109"/>
                    <a:pt x="11537" y="5108"/>
                  </a:cubicBezTo>
                  <a:lnTo>
                    <a:pt x="4882" y="4404"/>
                  </a:lnTo>
                  <a:cubicBezTo>
                    <a:pt x="1714" y="7177"/>
                    <a:pt x="608" y="12293"/>
                    <a:pt x="317" y="14024"/>
                  </a:cubicBezTo>
                  <a:cubicBezTo>
                    <a:pt x="552" y="13811"/>
                    <a:pt x="805" y="13703"/>
                    <a:pt x="1061" y="13708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6" name="자유형: 도형 185"/>
            <p:cNvSpPr/>
            <p:nvPr/>
          </p:nvSpPr>
          <p:spPr>
            <a:xfrm>
              <a:off x="2463307" y="1717472"/>
              <a:ext cx="281917" cy="310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11" h="21235" extrusionOk="0">
                  <a:moveTo>
                    <a:pt x="3327" y="4988"/>
                  </a:moveTo>
                  <a:cubicBezTo>
                    <a:pt x="5466" y="3455"/>
                    <a:pt x="7292" y="668"/>
                    <a:pt x="9982" y="60"/>
                  </a:cubicBezTo>
                  <a:cubicBezTo>
                    <a:pt x="11437" y="-267"/>
                    <a:pt x="13785" y="771"/>
                    <a:pt x="13366" y="2454"/>
                  </a:cubicBezTo>
                  <a:cubicBezTo>
                    <a:pt x="14270" y="2865"/>
                    <a:pt x="15553" y="2791"/>
                    <a:pt x="16219" y="3585"/>
                  </a:cubicBezTo>
                  <a:cubicBezTo>
                    <a:pt x="17340" y="4904"/>
                    <a:pt x="19384" y="7055"/>
                    <a:pt x="19575" y="8700"/>
                  </a:cubicBezTo>
                  <a:cubicBezTo>
                    <a:pt x="20107" y="13291"/>
                    <a:pt x="14688" y="16929"/>
                    <a:pt x="11893" y="19210"/>
                  </a:cubicBezTo>
                  <a:cubicBezTo>
                    <a:pt x="10942" y="19958"/>
                    <a:pt x="8946" y="21333"/>
                    <a:pt x="7681" y="21230"/>
                  </a:cubicBezTo>
                  <a:cubicBezTo>
                    <a:pt x="6417" y="21127"/>
                    <a:pt x="6103" y="19874"/>
                    <a:pt x="5152" y="18883"/>
                  </a:cubicBezTo>
                  <a:cubicBezTo>
                    <a:pt x="3641" y="17331"/>
                    <a:pt x="1150" y="16414"/>
                    <a:pt x="665" y="14376"/>
                  </a:cubicBezTo>
                  <a:cubicBezTo>
                    <a:pt x="209" y="12880"/>
                    <a:pt x="-1493" y="2183"/>
                    <a:pt x="3327" y="498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7" name="자유형: 도형 186"/>
            <p:cNvSpPr/>
            <p:nvPr/>
          </p:nvSpPr>
          <p:spPr>
            <a:xfrm>
              <a:off x="2456942" y="1710700"/>
              <a:ext cx="295683" cy="323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6" h="21449" extrusionOk="0">
                  <a:moveTo>
                    <a:pt x="8107" y="21449"/>
                  </a:moveTo>
                  <a:lnTo>
                    <a:pt x="7930" y="21449"/>
                  </a:lnTo>
                  <a:cubicBezTo>
                    <a:pt x="7021" y="21318"/>
                    <a:pt x="6241" y="20749"/>
                    <a:pt x="5856" y="19936"/>
                  </a:cubicBezTo>
                  <a:cubicBezTo>
                    <a:pt x="5645" y="19616"/>
                    <a:pt x="5409" y="19313"/>
                    <a:pt x="5149" y="19031"/>
                  </a:cubicBezTo>
                  <a:cubicBezTo>
                    <a:pt x="4629" y="18530"/>
                    <a:pt x="4066" y="18076"/>
                    <a:pt x="3465" y="17672"/>
                  </a:cubicBezTo>
                  <a:cubicBezTo>
                    <a:pt x="2256" y="16766"/>
                    <a:pt x="1000" y="15860"/>
                    <a:pt x="674" y="14447"/>
                  </a:cubicBezTo>
                  <a:cubicBezTo>
                    <a:pt x="479" y="13858"/>
                    <a:pt x="-1028" y="6503"/>
                    <a:pt x="1223" y="4746"/>
                  </a:cubicBezTo>
                  <a:cubicBezTo>
                    <a:pt x="1956" y="4241"/>
                    <a:pt x="2937" y="4241"/>
                    <a:pt x="3670" y="4746"/>
                  </a:cubicBezTo>
                  <a:cubicBezTo>
                    <a:pt x="4301" y="4244"/>
                    <a:pt x="4903" y="3709"/>
                    <a:pt x="5474" y="3143"/>
                  </a:cubicBezTo>
                  <a:cubicBezTo>
                    <a:pt x="6851" y="1829"/>
                    <a:pt x="8265" y="479"/>
                    <a:pt x="10125" y="63"/>
                  </a:cubicBezTo>
                  <a:cubicBezTo>
                    <a:pt x="11299" y="-151"/>
                    <a:pt x="12509" y="184"/>
                    <a:pt x="13391" y="969"/>
                  </a:cubicBezTo>
                  <a:cubicBezTo>
                    <a:pt x="13823" y="1365"/>
                    <a:pt x="14063" y="1922"/>
                    <a:pt x="14051" y="2499"/>
                  </a:cubicBezTo>
                  <a:cubicBezTo>
                    <a:pt x="14256" y="2563"/>
                    <a:pt x="14479" y="2617"/>
                    <a:pt x="14711" y="2672"/>
                  </a:cubicBezTo>
                  <a:cubicBezTo>
                    <a:pt x="15456" y="2754"/>
                    <a:pt x="16152" y="3072"/>
                    <a:pt x="16693" y="3577"/>
                  </a:cubicBezTo>
                  <a:lnTo>
                    <a:pt x="17121" y="4066"/>
                  </a:lnTo>
                  <a:cubicBezTo>
                    <a:pt x="18293" y="5407"/>
                    <a:pt x="19911" y="7237"/>
                    <a:pt x="20088" y="8777"/>
                  </a:cubicBezTo>
                  <a:cubicBezTo>
                    <a:pt x="20572" y="12989"/>
                    <a:pt x="16246" y="16349"/>
                    <a:pt x="13391" y="18578"/>
                  </a:cubicBezTo>
                  <a:lnTo>
                    <a:pt x="12395" y="19357"/>
                  </a:lnTo>
                  <a:cubicBezTo>
                    <a:pt x="11939" y="19773"/>
                    <a:pt x="9726" y="21440"/>
                    <a:pt x="8107" y="21449"/>
                  </a:cubicBezTo>
                  <a:close/>
                  <a:moveTo>
                    <a:pt x="2311" y="5280"/>
                  </a:moveTo>
                  <a:cubicBezTo>
                    <a:pt x="2114" y="5270"/>
                    <a:pt x="1921" y="5336"/>
                    <a:pt x="1772" y="5461"/>
                  </a:cubicBezTo>
                  <a:cubicBezTo>
                    <a:pt x="237" y="6657"/>
                    <a:pt x="1084" y="12807"/>
                    <a:pt x="1539" y="14221"/>
                  </a:cubicBezTo>
                  <a:cubicBezTo>
                    <a:pt x="1828" y="15380"/>
                    <a:pt x="2888" y="16150"/>
                    <a:pt x="4014" y="16938"/>
                  </a:cubicBezTo>
                  <a:cubicBezTo>
                    <a:pt x="4680" y="17367"/>
                    <a:pt x="5302" y="17855"/>
                    <a:pt x="5874" y="18396"/>
                  </a:cubicBezTo>
                  <a:cubicBezTo>
                    <a:pt x="6168" y="18713"/>
                    <a:pt x="6436" y="19052"/>
                    <a:pt x="6674" y="19411"/>
                  </a:cubicBezTo>
                  <a:cubicBezTo>
                    <a:pt x="7149" y="20108"/>
                    <a:pt x="7428" y="20471"/>
                    <a:pt x="8051" y="20525"/>
                  </a:cubicBezTo>
                  <a:cubicBezTo>
                    <a:pt x="8981" y="20598"/>
                    <a:pt x="10656" y="19619"/>
                    <a:pt x="11837" y="18668"/>
                  </a:cubicBezTo>
                  <a:lnTo>
                    <a:pt x="12832" y="17880"/>
                  </a:lnTo>
                  <a:cubicBezTo>
                    <a:pt x="15539" y="15779"/>
                    <a:pt x="19623" y="12599"/>
                    <a:pt x="19186" y="8885"/>
                  </a:cubicBezTo>
                  <a:cubicBezTo>
                    <a:pt x="19037" y="7626"/>
                    <a:pt x="17474" y="5842"/>
                    <a:pt x="16395" y="4664"/>
                  </a:cubicBezTo>
                  <a:lnTo>
                    <a:pt x="15967" y="4175"/>
                  </a:lnTo>
                  <a:cubicBezTo>
                    <a:pt x="15552" y="3821"/>
                    <a:pt x="15036" y="3600"/>
                    <a:pt x="14488" y="3541"/>
                  </a:cubicBezTo>
                  <a:cubicBezTo>
                    <a:pt x="14088" y="3472"/>
                    <a:pt x="13698" y="3356"/>
                    <a:pt x="13325" y="3197"/>
                  </a:cubicBezTo>
                  <a:cubicBezTo>
                    <a:pt x="13124" y="3107"/>
                    <a:pt x="13014" y="2891"/>
                    <a:pt x="13065" y="2681"/>
                  </a:cubicBezTo>
                  <a:cubicBezTo>
                    <a:pt x="13165" y="2285"/>
                    <a:pt x="13029" y="1868"/>
                    <a:pt x="12712" y="1603"/>
                  </a:cubicBezTo>
                  <a:cubicBezTo>
                    <a:pt x="12063" y="1025"/>
                    <a:pt x="11178" y="771"/>
                    <a:pt x="10312" y="914"/>
                  </a:cubicBezTo>
                  <a:cubicBezTo>
                    <a:pt x="8702" y="1267"/>
                    <a:pt x="7381" y="2536"/>
                    <a:pt x="6097" y="3749"/>
                  </a:cubicBezTo>
                  <a:cubicBezTo>
                    <a:pt x="5432" y="4419"/>
                    <a:pt x="4717" y="5039"/>
                    <a:pt x="3958" y="5606"/>
                  </a:cubicBezTo>
                  <a:cubicBezTo>
                    <a:pt x="3806" y="5707"/>
                    <a:pt x="3607" y="5707"/>
                    <a:pt x="3456" y="5606"/>
                  </a:cubicBezTo>
                  <a:cubicBezTo>
                    <a:pt x="3110" y="5403"/>
                    <a:pt x="2715" y="5290"/>
                    <a:pt x="2311" y="528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8" name="자유형: 도형 187"/>
            <p:cNvSpPr/>
            <p:nvPr/>
          </p:nvSpPr>
          <p:spPr>
            <a:xfrm>
              <a:off x="2408398" y="1876201"/>
              <a:ext cx="209581" cy="196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64" h="21600" extrusionOk="0">
                  <a:moveTo>
                    <a:pt x="7173" y="0"/>
                  </a:moveTo>
                  <a:cubicBezTo>
                    <a:pt x="7173" y="0"/>
                    <a:pt x="229" y="4798"/>
                    <a:pt x="10" y="5851"/>
                  </a:cubicBezTo>
                  <a:cubicBezTo>
                    <a:pt x="-209" y="6904"/>
                    <a:pt x="3222" y="19208"/>
                    <a:pt x="15130" y="21600"/>
                  </a:cubicBezTo>
                  <a:cubicBezTo>
                    <a:pt x="15130" y="21600"/>
                    <a:pt x="20352" y="16020"/>
                    <a:pt x="20871" y="15192"/>
                  </a:cubicBezTo>
                  <a:cubicBezTo>
                    <a:pt x="21391" y="14365"/>
                    <a:pt x="20106" y="767"/>
                    <a:pt x="7173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69" name="자유형: 도형 188"/>
            <p:cNvSpPr/>
            <p:nvPr/>
          </p:nvSpPr>
          <p:spPr>
            <a:xfrm>
              <a:off x="2401657" y="1869483"/>
              <a:ext cx="223290" cy="209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8" h="21568" extrusionOk="0">
                  <a:moveTo>
                    <a:pt x="15007" y="21557"/>
                  </a:moveTo>
                  <a:lnTo>
                    <a:pt x="14890" y="21557"/>
                  </a:lnTo>
                  <a:cubicBezTo>
                    <a:pt x="9791" y="20599"/>
                    <a:pt x="5292" y="17382"/>
                    <a:pt x="2480" y="12682"/>
                  </a:cubicBezTo>
                  <a:cubicBezTo>
                    <a:pt x="702" y="9776"/>
                    <a:pt x="-116" y="6841"/>
                    <a:pt x="14" y="6012"/>
                  </a:cubicBezTo>
                  <a:cubicBezTo>
                    <a:pt x="144" y="5184"/>
                    <a:pt x="2610" y="3204"/>
                    <a:pt x="7101" y="101"/>
                  </a:cubicBezTo>
                  <a:cubicBezTo>
                    <a:pt x="7218" y="25"/>
                    <a:pt x="7354" y="-9"/>
                    <a:pt x="7491" y="2"/>
                  </a:cubicBezTo>
                  <a:cubicBezTo>
                    <a:pt x="14695" y="423"/>
                    <a:pt x="18135" y="4762"/>
                    <a:pt x="19745" y="8329"/>
                  </a:cubicBezTo>
                  <a:cubicBezTo>
                    <a:pt x="21043" y="11138"/>
                    <a:pt x="21484" y="14508"/>
                    <a:pt x="21043" y="15350"/>
                  </a:cubicBezTo>
                  <a:cubicBezTo>
                    <a:pt x="20601" y="16193"/>
                    <a:pt x="16344" y="20546"/>
                    <a:pt x="15500" y="21431"/>
                  </a:cubicBezTo>
                  <a:cubicBezTo>
                    <a:pt x="15358" y="21545"/>
                    <a:pt x="15181" y="21591"/>
                    <a:pt x="15007" y="21557"/>
                  </a:cubicBezTo>
                  <a:close/>
                  <a:moveTo>
                    <a:pt x="7621" y="1406"/>
                  </a:moveTo>
                  <a:cubicBezTo>
                    <a:pt x="5351" y="2827"/>
                    <a:pt x="3220" y="4493"/>
                    <a:pt x="1260" y="6377"/>
                  </a:cubicBezTo>
                  <a:cubicBezTo>
                    <a:pt x="2982" y="13366"/>
                    <a:pt x="8228" y="18687"/>
                    <a:pt x="14786" y="20097"/>
                  </a:cubicBezTo>
                  <a:cubicBezTo>
                    <a:pt x="16707" y="18089"/>
                    <a:pt x="19602" y="14971"/>
                    <a:pt x="19913" y="14480"/>
                  </a:cubicBezTo>
                  <a:cubicBezTo>
                    <a:pt x="19813" y="11742"/>
                    <a:pt x="18954" y="9099"/>
                    <a:pt x="17447" y="6897"/>
                  </a:cubicBezTo>
                  <a:cubicBezTo>
                    <a:pt x="15146" y="3506"/>
                    <a:pt x="11510" y="1474"/>
                    <a:pt x="7621" y="140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0" name="자유형: 도형 189"/>
            <p:cNvSpPr/>
            <p:nvPr/>
          </p:nvSpPr>
          <p:spPr>
            <a:xfrm>
              <a:off x="652877" y="1933853"/>
              <a:ext cx="1901128" cy="703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9" h="18081" extrusionOk="0">
                  <a:moveTo>
                    <a:pt x="4308" y="6112"/>
                  </a:moveTo>
                  <a:cubicBezTo>
                    <a:pt x="6748" y="6049"/>
                    <a:pt x="11399" y="6909"/>
                    <a:pt x="12820" y="6189"/>
                  </a:cubicBezTo>
                  <a:cubicBezTo>
                    <a:pt x="12820" y="6189"/>
                    <a:pt x="16978" y="2970"/>
                    <a:pt x="20014" y="60"/>
                  </a:cubicBezTo>
                  <a:cubicBezTo>
                    <a:pt x="20422" y="-333"/>
                    <a:pt x="21456" y="1261"/>
                    <a:pt x="21154" y="3041"/>
                  </a:cubicBezTo>
                  <a:cubicBezTo>
                    <a:pt x="21154" y="3041"/>
                    <a:pt x="15342" y="11532"/>
                    <a:pt x="13974" y="12638"/>
                  </a:cubicBezTo>
                  <a:cubicBezTo>
                    <a:pt x="12607" y="13744"/>
                    <a:pt x="3076" y="21267"/>
                    <a:pt x="501" y="16531"/>
                  </a:cubicBezTo>
                  <a:cubicBezTo>
                    <a:pt x="-19" y="15580"/>
                    <a:pt x="-144" y="10606"/>
                    <a:pt x="170" y="9261"/>
                  </a:cubicBezTo>
                  <a:cubicBezTo>
                    <a:pt x="1062" y="5442"/>
                    <a:pt x="3104" y="6144"/>
                    <a:pt x="4308" y="6112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1" name="자유형: 도형 190"/>
            <p:cNvSpPr/>
            <p:nvPr/>
          </p:nvSpPr>
          <p:spPr>
            <a:xfrm>
              <a:off x="646254" y="1926393"/>
              <a:ext cx="1914242" cy="7181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9" h="18684" extrusionOk="0">
                  <a:moveTo>
                    <a:pt x="3362" y="18683"/>
                  </a:moveTo>
                  <a:cubicBezTo>
                    <a:pt x="2161" y="18683"/>
                    <a:pt x="1149" y="18232"/>
                    <a:pt x="527" y="17076"/>
                  </a:cubicBezTo>
                  <a:cubicBezTo>
                    <a:pt x="-39" y="16010"/>
                    <a:pt x="-138" y="10861"/>
                    <a:pt x="178" y="9489"/>
                  </a:cubicBezTo>
                  <a:cubicBezTo>
                    <a:pt x="972" y="6033"/>
                    <a:pt x="2640" y="6125"/>
                    <a:pt x="3858" y="6189"/>
                  </a:cubicBezTo>
                  <a:cubicBezTo>
                    <a:pt x="4046" y="6189"/>
                    <a:pt x="4223" y="6211"/>
                    <a:pt x="4386" y="6189"/>
                  </a:cubicBezTo>
                  <a:cubicBezTo>
                    <a:pt x="5267" y="6164"/>
                    <a:pt x="6415" y="6264"/>
                    <a:pt x="7631" y="6367"/>
                  </a:cubicBezTo>
                  <a:cubicBezTo>
                    <a:pt x="9776" y="6548"/>
                    <a:pt x="11992" y="6723"/>
                    <a:pt x="12893" y="6271"/>
                  </a:cubicBezTo>
                  <a:cubicBezTo>
                    <a:pt x="12928" y="6243"/>
                    <a:pt x="17080" y="2986"/>
                    <a:pt x="20081" y="74"/>
                  </a:cubicBezTo>
                  <a:cubicBezTo>
                    <a:pt x="20323" y="-161"/>
                    <a:pt x="20734" y="180"/>
                    <a:pt x="21036" y="870"/>
                  </a:cubicBezTo>
                  <a:cubicBezTo>
                    <a:pt x="21338" y="1560"/>
                    <a:pt x="21462" y="2495"/>
                    <a:pt x="21323" y="3320"/>
                  </a:cubicBezTo>
                  <a:cubicBezTo>
                    <a:pt x="21317" y="3355"/>
                    <a:pt x="21307" y="3384"/>
                    <a:pt x="21294" y="3405"/>
                  </a:cubicBezTo>
                  <a:cubicBezTo>
                    <a:pt x="21056" y="3761"/>
                    <a:pt x="15453" y="12031"/>
                    <a:pt x="14091" y="13144"/>
                  </a:cubicBezTo>
                  <a:cubicBezTo>
                    <a:pt x="12729" y="14257"/>
                    <a:pt x="7112" y="18683"/>
                    <a:pt x="3362" y="18683"/>
                  </a:cubicBezTo>
                  <a:close/>
                  <a:moveTo>
                    <a:pt x="3321" y="6527"/>
                  </a:moveTo>
                  <a:cubicBezTo>
                    <a:pt x="2228" y="6527"/>
                    <a:pt x="953" y="6883"/>
                    <a:pt x="312" y="9656"/>
                  </a:cubicBezTo>
                  <a:cubicBezTo>
                    <a:pt x="7" y="10993"/>
                    <a:pt x="160" y="15924"/>
                    <a:pt x="618" y="16799"/>
                  </a:cubicBezTo>
                  <a:cubicBezTo>
                    <a:pt x="3112" y="21439"/>
                    <a:pt x="12232" y="14310"/>
                    <a:pt x="14035" y="12827"/>
                  </a:cubicBezTo>
                  <a:cubicBezTo>
                    <a:pt x="15338" y="11761"/>
                    <a:pt x="20793" y="3732"/>
                    <a:pt x="21184" y="3156"/>
                  </a:cubicBezTo>
                  <a:cubicBezTo>
                    <a:pt x="21329" y="2203"/>
                    <a:pt x="21051" y="1432"/>
                    <a:pt x="20923" y="1140"/>
                  </a:cubicBezTo>
                  <a:cubicBezTo>
                    <a:pt x="20671" y="564"/>
                    <a:pt x="20313" y="241"/>
                    <a:pt x="20134" y="429"/>
                  </a:cubicBezTo>
                  <a:cubicBezTo>
                    <a:pt x="17129" y="3345"/>
                    <a:pt x="12969" y="6609"/>
                    <a:pt x="12928" y="6641"/>
                  </a:cubicBezTo>
                  <a:cubicBezTo>
                    <a:pt x="12000" y="7117"/>
                    <a:pt x="9773" y="6932"/>
                    <a:pt x="7619" y="6751"/>
                  </a:cubicBezTo>
                  <a:cubicBezTo>
                    <a:pt x="6406" y="6648"/>
                    <a:pt x="5258" y="6552"/>
                    <a:pt x="4382" y="6573"/>
                  </a:cubicBezTo>
                  <a:cubicBezTo>
                    <a:pt x="4218" y="6573"/>
                    <a:pt x="4038" y="6573"/>
                    <a:pt x="3849" y="6573"/>
                  </a:cubicBezTo>
                  <a:cubicBezTo>
                    <a:pt x="3660" y="6573"/>
                    <a:pt x="3506" y="6527"/>
                    <a:pt x="3321" y="6527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2" name="자유형: 도형 191"/>
            <p:cNvSpPr/>
            <p:nvPr/>
          </p:nvSpPr>
          <p:spPr>
            <a:xfrm>
              <a:off x="1788313" y="2301493"/>
              <a:ext cx="89774" cy="82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4" h="21355" extrusionOk="0">
                  <a:moveTo>
                    <a:pt x="18467" y="21355"/>
                  </a:moveTo>
                  <a:cubicBezTo>
                    <a:pt x="8494" y="21355"/>
                    <a:pt x="3972" y="16888"/>
                    <a:pt x="1952" y="13019"/>
                  </a:cubicBezTo>
                  <a:cubicBezTo>
                    <a:pt x="-49" y="9343"/>
                    <a:pt x="-536" y="4908"/>
                    <a:pt x="605" y="814"/>
                  </a:cubicBezTo>
                  <a:cubicBezTo>
                    <a:pt x="1080" y="-6"/>
                    <a:pt x="2074" y="-245"/>
                    <a:pt x="2818" y="276"/>
                  </a:cubicBezTo>
                  <a:cubicBezTo>
                    <a:pt x="3508" y="758"/>
                    <a:pt x="3758" y="1732"/>
                    <a:pt x="3395" y="2537"/>
                  </a:cubicBezTo>
                  <a:cubicBezTo>
                    <a:pt x="2821" y="5865"/>
                    <a:pt x="3479" y="9308"/>
                    <a:pt x="5223" y="12104"/>
                  </a:cubicBezTo>
                  <a:cubicBezTo>
                    <a:pt x="7788" y="16114"/>
                    <a:pt x="12598" y="18084"/>
                    <a:pt x="19461" y="17802"/>
                  </a:cubicBezTo>
                  <a:cubicBezTo>
                    <a:pt x="20346" y="17802"/>
                    <a:pt x="21064" y="18590"/>
                    <a:pt x="21064" y="19561"/>
                  </a:cubicBezTo>
                  <a:cubicBezTo>
                    <a:pt x="21064" y="20532"/>
                    <a:pt x="20346" y="21320"/>
                    <a:pt x="19461" y="21320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3" name="자유형: 도형 192"/>
            <p:cNvSpPr/>
            <p:nvPr/>
          </p:nvSpPr>
          <p:spPr>
            <a:xfrm>
              <a:off x="1879714" y="2263092"/>
              <a:ext cx="67771" cy="54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4" h="21454" extrusionOk="0">
                  <a:moveTo>
                    <a:pt x="18484" y="21450"/>
                  </a:moveTo>
                  <a:lnTo>
                    <a:pt x="17760" y="21450"/>
                  </a:lnTo>
                  <a:cubicBezTo>
                    <a:pt x="16670" y="20970"/>
                    <a:pt x="16095" y="19467"/>
                    <a:pt x="16474" y="18087"/>
                  </a:cubicBezTo>
                  <a:cubicBezTo>
                    <a:pt x="16474" y="18077"/>
                    <a:pt x="16478" y="18066"/>
                    <a:pt x="16482" y="18055"/>
                  </a:cubicBezTo>
                  <a:cubicBezTo>
                    <a:pt x="17104" y="16309"/>
                    <a:pt x="16989" y="14289"/>
                    <a:pt x="16184" y="12667"/>
                  </a:cubicBezTo>
                  <a:cubicBezTo>
                    <a:pt x="13672" y="7710"/>
                    <a:pt x="5071" y="5717"/>
                    <a:pt x="1963" y="5394"/>
                  </a:cubicBezTo>
                  <a:cubicBezTo>
                    <a:pt x="796" y="5253"/>
                    <a:pt x="-68" y="3966"/>
                    <a:pt x="4" y="2484"/>
                  </a:cubicBezTo>
                  <a:cubicBezTo>
                    <a:pt x="136" y="1003"/>
                    <a:pt x="1166" y="-91"/>
                    <a:pt x="2346" y="6"/>
                  </a:cubicBezTo>
                  <a:cubicBezTo>
                    <a:pt x="3709" y="6"/>
                    <a:pt x="15716" y="1730"/>
                    <a:pt x="19761" y="9758"/>
                  </a:cubicBezTo>
                  <a:cubicBezTo>
                    <a:pt x="21260" y="12775"/>
                    <a:pt x="21532" y="16520"/>
                    <a:pt x="20485" y="19833"/>
                  </a:cubicBezTo>
                  <a:cubicBezTo>
                    <a:pt x="20157" y="20857"/>
                    <a:pt x="19356" y="21509"/>
                    <a:pt x="18484" y="21450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4" name="자유형: 도형 193"/>
            <p:cNvSpPr/>
            <p:nvPr/>
          </p:nvSpPr>
          <p:spPr>
            <a:xfrm>
              <a:off x="965091" y="2700626"/>
              <a:ext cx="454023" cy="596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8" h="21573" extrusionOk="0">
                  <a:moveTo>
                    <a:pt x="320" y="21573"/>
                  </a:moveTo>
                  <a:cubicBezTo>
                    <a:pt x="228" y="21571"/>
                    <a:pt x="142" y="21541"/>
                    <a:pt x="81" y="21489"/>
                  </a:cubicBezTo>
                  <a:cubicBezTo>
                    <a:pt x="-36" y="21389"/>
                    <a:pt x="-24" y="21236"/>
                    <a:pt x="107" y="21147"/>
                  </a:cubicBezTo>
                  <a:cubicBezTo>
                    <a:pt x="109" y="21145"/>
                    <a:pt x="111" y="21144"/>
                    <a:pt x="113" y="21143"/>
                  </a:cubicBezTo>
                  <a:cubicBezTo>
                    <a:pt x="5440" y="17582"/>
                    <a:pt x="10268" y="12923"/>
                    <a:pt x="14525" y="8817"/>
                  </a:cubicBezTo>
                  <a:cubicBezTo>
                    <a:pt x="17882" y="5583"/>
                    <a:pt x="19956" y="2764"/>
                    <a:pt x="20869" y="192"/>
                  </a:cubicBezTo>
                  <a:cubicBezTo>
                    <a:pt x="20916" y="55"/>
                    <a:pt x="21099" y="-27"/>
                    <a:pt x="21278" y="9"/>
                  </a:cubicBezTo>
                  <a:cubicBezTo>
                    <a:pt x="21456" y="44"/>
                    <a:pt x="21564" y="184"/>
                    <a:pt x="21517" y="320"/>
                  </a:cubicBezTo>
                  <a:cubicBezTo>
                    <a:pt x="20584" y="2956"/>
                    <a:pt x="18472" y="5835"/>
                    <a:pt x="15037" y="9124"/>
                  </a:cubicBezTo>
                  <a:cubicBezTo>
                    <a:pt x="10760" y="13249"/>
                    <a:pt x="5913" y="17923"/>
                    <a:pt x="534" y="21489"/>
                  </a:cubicBezTo>
                  <a:cubicBezTo>
                    <a:pt x="480" y="21537"/>
                    <a:pt x="403" y="21567"/>
                    <a:pt x="320" y="21573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5" name="자유형: 도형 194"/>
            <p:cNvSpPr/>
            <p:nvPr/>
          </p:nvSpPr>
          <p:spPr>
            <a:xfrm>
              <a:off x="1274707" y="2970373"/>
              <a:ext cx="113690" cy="271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4" h="21520" extrusionOk="0">
                  <a:moveTo>
                    <a:pt x="1277" y="21517"/>
                  </a:moveTo>
                  <a:cubicBezTo>
                    <a:pt x="1091" y="21516"/>
                    <a:pt x="909" y="21498"/>
                    <a:pt x="740" y="21463"/>
                  </a:cubicBezTo>
                  <a:cubicBezTo>
                    <a:pt x="101" y="21337"/>
                    <a:pt x="-178" y="21014"/>
                    <a:pt x="119" y="20743"/>
                  </a:cubicBezTo>
                  <a:cubicBezTo>
                    <a:pt x="121" y="20741"/>
                    <a:pt x="124" y="20739"/>
                    <a:pt x="127" y="20737"/>
                  </a:cubicBezTo>
                  <a:cubicBezTo>
                    <a:pt x="7576" y="14182"/>
                    <a:pt x="13775" y="7385"/>
                    <a:pt x="18668" y="411"/>
                  </a:cubicBezTo>
                  <a:cubicBezTo>
                    <a:pt x="18865" y="112"/>
                    <a:pt x="19599" y="-63"/>
                    <a:pt x="20304" y="20"/>
                  </a:cubicBezTo>
                  <a:cubicBezTo>
                    <a:pt x="21010" y="104"/>
                    <a:pt x="21422" y="415"/>
                    <a:pt x="21225" y="715"/>
                  </a:cubicBezTo>
                  <a:cubicBezTo>
                    <a:pt x="16297" y="7745"/>
                    <a:pt x="10047" y="14597"/>
                    <a:pt x="2530" y="21203"/>
                  </a:cubicBezTo>
                  <a:cubicBezTo>
                    <a:pt x="2313" y="21410"/>
                    <a:pt x="1812" y="21537"/>
                    <a:pt x="1277" y="21517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6" name="자유형: 도형 195"/>
            <p:cNvSpPr/>
            <p:nvPr/>
          </p:nvSpPr>
          <p:spPr>
            <a:xfrm>
              <a:off x="969614" y="1471700"/>
              <a:ext cx="195453" cy="215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095" h="14227" extrusionOk="0">
                  <a:moveTo>
                    <a:pt x="267" y="8263"/>
                  </a:moveTo>
                  <a:cubicBezTo>
                    <a:pt x="3064" y="18025"/>
                    <a:pt x="19285" y="14921"/>
                    <a:pt x="16847" y="5330"/>
                  </a:cubicBezTo>
                  <a:cubicBezTo>
                    <a:pt x="14647" y="-3575"/>
                    <a:pt x="-2315" y="-444"/>
                    <a:pt x="267" y="8263"/>
                  </a:cubicBez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7" name="자유형: 도형 196"/>
            <p:cNvSpPr/>
            <p:nvPr/>
          </p:nvSpPr>
          <p:spPr>
            <a:xfrm>
              <a:off x="959063" y="1461530"/>
              <a:ext cx="216305" cy="235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46" h="20985" extrusionOk="0">
                  <a:moveTo>
                    <a:pt x="10050" y="20986"/>
                  </a:moveTo>
                  <a:cubicBezTo>
                    <a:pt x="6037" y="20986"/>
                    <a:pt x="1711" y="18420"/>
                    <a:pt x="332" y="12232"/>
                  </a:cubicBezTo>
                  <a:cubicBezTo>
                    <a:pt x="-616" y="8751"/>
                    <a:pt x="499" y="5046"/>
                    <a:pt x="3229" y="2604"/>
                  </a:cubicBezTo>
                  <a:cubicBezTo>
                    <a:pt x="5990" y="197"/>
                    <a:pt x="9859" y="-613"/>
                    <a:pt x="13398" y="476"/>
                  </a:cubicBezTo>
                  <a:cubicBezTo>
                    <a:pt x="16727" y="1643"/>
                    <a:pt x="19107" y="4514"/>
                    <a:pt x="19567" y="7917"/>
                  </a:cubicBezTo>
                  <a:cubicBezTo>
                    <a:pt x="20984" y="15102"/>
                    <a:pt x="16771" y="19831"/>
                    <a:pt x="11868" y="20803"/>
                  </a:cubicBezTo>
                  <a:cubicBezTo>
                    <a:pt x="11270" y="20925"/>
                    <a:pt x="10661" y="20987"/>
                    <a:pt x="10050" y="20986"/>
                  </a:cubicBezTo>
                  <a:close/>
                  <a:moveTo>
                    <a:pt x="10313" y="1826"/>
                  </a:moveTo>
                  <a:cubicBezTo>
                    <a:pt x="8169" y="1826"/>
                    <a:pt x="6100" y="2587"/>
                    <a:pt x="4495" y="3965"/>
                  </a:cubicBezTo>
                  <a:cubicBezTo>
                    <a:pt x="2253" y="5953"/>
                    <a:pt x="1353" y="8992"/>
                    <a:pt x="2163" y="11831"/>
                  </a:cubicBezTo>
                  <a:cubicBezTo>
                    <a:pt x="3479" y="17800"/>
                    <a:pt x="7793" y="19733"/>
                    <a:pt x="11479" y="19004"/>
                  </a:cubicBezTo>
                  <a:cubicBezTo>
                    <a:pt x="15479" y="18214"/>
                    <a:pt x="18890" y="14263"/>
                    <a:pt x="17749" y="8245"/>
                  </a:cubicBezTo>
                  <a:cubicBezTo>
                    <a:pt x="17419" y="5484"/>
                    <a:pt x="15521" y="3135"/>
                    <a:pt x="12834" y="2166"/>
                  </a:cubicBezTo>
                  <a:cubicBezTo>
                    <a:pt x="12019" y="1921"/>
                    <a:pt x="11167" y="1805"/>
                    <a:pt x="10313" y="1826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8" name="자유형: 도형 197"/>
            <p:cNvSpPr/>
            <p:nvPr/>
          </p:nvSpPr>
          <p:spPr>
            <a:xfrm>
              <a:off x="1067084" y="1524793"/>
              <a:ext cx="76222" cy="128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427" h="17489" extrusionOk="0">
                  <a:moveTo>
                    <a:pt x="5461" y="1178"/>
                  </a:moveTo>
                  <a:cubicBezTo>
                    <a:pt x="13066" y="-4036"/>
                    <a:pt x="17645" y="9836"/>
                    <a:pt x="11721" y="8328"/>
                  </a:cubicBezTo>
                  <a:cubicBezTo>
                    <a:pt x="11263" y="7619"/>
                    <a:pt x="11111" y="6829"/>
                    <a:pt x="11281" y="6056"/>
                  </a:cubicBezTo>
                  <a:cubicBezTo>
                    <a:pt x="10531" y="-1224"/>
                    <a:pt x="4685" y="4325"/>
                    <a:pt x="4194" y="8198"/>
                  </a:cubicBezTo>
                  <a:cubicBezTo>
                    <a:pt x="9057" y="6987"/>
                    <a:pt x="12264" y="12294"/>
                    <a:pt x="9367" y="14994"/>
                  </a:cubicBezTo>
                  <a:cubicBezTo>
                    <a:pt x="8415" y="16369"/>
                    <a:pt x="6568" y="17305"/>
                    <a:pt x="4452" y="17489"/>
                  </a:cubicBezTo>
                  <a:cubicBezTo>
                    <a:pt x="3337" y="17368"/>
                    <a:pt x="2569" y="16618"/>
                    <a:pt x="2737" y="15815"/>
                  </a:cubicBezTo>
                  <a:cubicBezTo>
                    <a:pt x="2817" y="15437"/>
                    <a:pt x="3096" y="15095"/>
                    <a:pt x="3521" y="14864"/>
                  </a:cubicBezTo>
                  <a:cubicBezTo>
                    <a:pt x="9600" y="13002"/>
                    <a:pt x="7091" y="8998"/>
                    <a:pt x="4633" y="11400"/>
                  </a:cubicBezTo>
                  <a:cubicBezTo>
                    <a:pt x="-3955" y="17564"/>
                    <a:pt x="1245" y="2332"/>
                    <a:pt x="5461" y="1178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79" name="자유형: 도형 198"/>
            <p:cNvSpPr/>
            <p:nvPr/>
          </p:nvSpPr>
          <p:spPr>
            <a:xfrm>
              <a:off x="468861" y="1252685"/>
              <a:ext cx="614134" cy="6607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0" h="19819" extrusionOk="0">
                  <a:moveTo>
                    <a:pt x="9726" y="305"/>
                  </a:moveTo>
                  <a:cubicBezTo>
                    <a:pt x="2557" y="1596"/>
                    <a:pt x="2202" y="5368"/>
                    <a:pt x="3553" y="9705"/>
                  </a:cubicBezTo>
                  <a:cubicBezTo>
                    <a:pt x="1562" y="9574"/>
                    <a:pt x="-513" y="10885"/>
                    <a:pt x="113" y="13247"/>
                  </a:cubicBezTo>
                  <a:cubicBezTo>
                    <a:pt x="875" y="16198"/>
                    <a:pt x="4160" y="16813"/>
                    <a:pt x="5908" y="15583"/>
                  </a:cubicBezTo>
                  <a:cubicBezTo>
                    <a:pt x="6042" y="15870"/>
                    <a:pt x="6206" y="16144"/>
                    <a:pt x="6399" y="16403"/>
                  </a:cubicBezTo>
                  <a:cubicBezTo>
                    <a:pt x="8507" y="19609"/>
                    <a:pt x="14876" y="19978"/>
                    <a:pt x="15858" y="19773"/>
                  </a:cubicBezTo>
                  <a:cubicBezTo>
                    <a:pt x="16839" y="19568"/>
                    <a:pt x="21087" y="16539"/>
                    <a:pt x="20998" y="12947"/>
                  </a:cubicBezTo>
                  <a:cubicBezTo>
                    <a:pt x="20437" y="5954"/>
                    <a:pt x="20419" y="-1622"/>
                    <a:pt x="9726" y="305"/>
                  </a:cubicBezTo>
                  <a:close/>
                </a:path>
              </a:pathLst>
            </a:custGeom>
            <a:solidFill>
              <a:srgbClr val="FFDBC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0" name="자유형: 도형 199"/>
            <p:cNvSpPr/>
            <p:nvPr/>
          </p:nvSpPr>
          <p:spPr>
            <a:xfrm>
              <a:off x="458597" y="1242320"/>
              <a:ext cx="635060" cy="680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2" h="21279" extrusionOk="0">
                  <a:moveTo>
                    <a:pt x="15298" y="21277"/>
                  </a:moveTo>
                  <a:cubicBezTo>
                    <a:pt x="13347" y="21277"/>
                    <a:pt x="8219" y="20628"/>
                    <a:pt x="6323" y="17569"/>
                  </a:cubicBezTo>
                  <a:lnTo>
                    <a:pt x="6190" y="17355"/>
                  </a:lnTo>
                  <a:cubicBezTo>
                    <a:pt x="6121" y="17252"/>
                    <a:pt x="6057" y="17154"/>
                    <a:pt x="5997" y="17047"/>
                  </a:cubicBezTo>
                  <a:cubicBezTo>
                    <a:pt x="5051" y="17555"/>
                    <a:pt x="3913" y="17650"/>
                    <a:pt x="2885" y="17308"/>
                  </a:cubicBezTo>
                  <a:cubicBezTo>
                    <a:pt x="1446" y="16789"/>
                    <a:pt x="402" y="15611"/>
                    <a:pt x="130" y="14198"/>
                  </a:cubicBezTo>
                  <a:cubicBezTo>
                    <a:pt x="-178" y="13174"/>
                    <a:pt x="67" y="12075"/>
                    <a:pt x="787" y="11250"/>
                  </a:cubicBezTo>
                  <a:cubicBezTo>
                    <a:pt x="1450" y="10550"/>
                    <a:pt x="2396" y="10137"/>
                    <a:pt x="3399" y="10109"/>
                  </a:cubicBezTo>
                  <a:cubicBezTo>
                    <a:pt x="2618" y="7238"/>
                    <a:pt x="2747" y="5153"/>
                    <a:pt x="3789" y="3572"/>
                  </a:cubicBezTo>
                  <a:cubicBezTo>
                    <a:pt x="4831" y="1991"/>
                    <a:pt x="6828" y="902"/>
                    <a:pt x="9839" y="325"/>
                  </a:cubicBezTo>
                  <a:cubicBezTo>
                    <a:pt x="13200" y="-316"/>
                    <a:pt x="15706" y="-13"/>
                    <a:pt x="17497" y="1261"/>
                  </a:cubicBezTo>
                  <a:cubicBezTo>
                    <a:pt x="20586" y="3448"/>
                    <a:pt x="20926" y="8161"/>
                    <a:pt x="21252" y="12715"/>
                  </a:cubicBezTo>
                  <a:lnTo>
                    <a:pt x="21330" y="13783"/>
                  </a:lnTo>
                  <a:cubicBezTo>
                    <a:pt x="21422" y="17722"/>
                    <a:pt x="17056" y="21046"/>
                    <a:pt x="15996" y="21234"/>
                  </a:cubicBezTo>
                  <a:cubicBezTo>
                    <a:pt x="15765" y="21270"/>
                    <a:pt x="15532" y="21284"/>
                    <a:pt x="15298" y="21277"/>
                  </a:cubicBezTo>
                  <a:close/>
                  <a:moveTo>
                    <a:pt x="6139" y="16244"/>
                  </a:moveTo>
                  <a:lnTo>
                    <a:pt x="6231" y="16244"/>
                  </a:lnTo>
                  <a:cubicBezTo>
                    <a:pt x="6338" y="16270"/>
                    <a:pt x="6424" y="16344"/>
                    <a:pt x="6461" y="16441"/>
                  </a:cubicBezTo>
                  <a:cubicBezTo>
                    <a:pt x="6546" y="16641"/>
                    <a:pt x="6652" y="16832"/>
                    <a:pt x="6777" y="17013"/>
                  </a:cubicBezTo>
                  <a:cubicBezTo>
                    <a:pt x="6823" y="17082"/>
                    <a:pt x="6874" y="17154"/>
                    <a:pt x="6920" y="17235"/>
                  </a:cubicBezTo>
                  <a:cubicBezTo>
                    <a:pt x="8843" y="20341"/>
                    <a:pt x="14816" y="20816"/>
                    <a:pt x="15830" y="20594"/>
                  </a:cubicBezTo>
                  <a:cubicBezTo>
                    <a:pt x="16698" y="20453"/>
                    <a:pt x="20706" y="17381"/>
                    <a:pt x="20619" y="13796"/>
                  </a:cubicBezTo>
                  <a:lnTo>
                    <a:pt x="20541" y="12745"/>
                  </a:lnTo>
                  <a:cubicBezTo>
                    <a:pt x="20224" y="8332"/>
                    <a:pt x="19898" y="3773"/>
                    <a:pt x="17056" y="1756"/>
                  </a:cubicBezTo>
                  <a:cubicBezTo>
                    <a:pt x="15431" y="607"/>
                    <a:pt x="13108" y="342"/>
                    <a:pt x="9959" y="940"/>
                  </a:cubicBezTo>
                  <a:cubicBezTo>
                    <a:pt x="7140" y="1478"/>
                    <a:pt x="5308" y="2448"/>
                    <a:pt x="4354" y="3897"/>
                  </a:cubicBezTo>
                  <a:cubicBezTo>
                    <a:pt x="3399" y="5345"/>
                    <a:pt x="3307" y="7439"/>
                    <a:pt x="4156" y="10340"/>
                  </a:cubicBezTo>
                  <a:cubicBezTo>
                    <a:pt x="4187" y="10439"/>
                    <a:pt x="4163" y="10546"/>
                    <a:pt x="4092" y="10626"/>
                  </a:cubicBezTo>
                  <a:cubicBezTo>
                    <a:pt x="4020" y="10705"/>
                    <a:pt x="3914" y="10749"/>
                    <a:pt x="3803" y="10745"/>
                  </a:cubicBezTo>
                  <a:cubicBezTo>
                    <a:pt x="2856" y="10667"/>
                    <a:pt x="1925" y="11004"/>
                    <a:pt x="1282" y="11655"/>
                  </a:cubicBezTo>
                  <a:cubicBezTo>
                    <a:pt x="703" y="12326"/>
                    <a:pt x="516" y="13220"/>
                    <a:pt x="782" y="14044"/>
                  </a:cubicBezTo>
                  <a:cubicBezTo>
                    <a:pt x="1006" y="15244"/>
                    <a:pt x="1890" y="16247"/>
                    <a:pt x="3109" y="16689"/>
                  </a:cubicBezTo>
                  <a:cubicBezTo>
                    <a:pt x="4057" y="17014"/>
                    <a:pt x="5116" y="16869"/>
                    <a:pt x="5924" y="16304"/>
                  </a:cubicBezTo>
                  <a:cubicBezTo>
                    <a:pt x="5988" y="16260"/>
                    <a:pt x="6068" y="16238"/>
                    <a:pt x="6149" y="16244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1" name="자유형: 도형 200"/>
            <p:cNvSpPr/>
            <p:nvPr/>
          </p:nvSpPr>
          <p:spPr>
            <a:xfrm>
              <a:off x="831504" y="1673084"/>
              <a:ext cx="116197" cy="86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11" h="15683" extrusionOk="0">
                  <a:moveTo>
                    <a:pt x="15888" y="499"/>
                  </a:moveTo>
                  <a:cubicBezTo>
                    <a:pt x="13758" y="-834"/>
                    <a:pt x="10946" y="721"/>
                    <a:pt x="8858" y="2597"/>
                  </a:cubicBezTo>
                  <a:cubicBezTo>
                    <a:pt x="3384" y="1733"/>
                    <a:pt x="1105" y="3091"/>
                    <a:pt x="231" y="5411"/>
                  </a:cubicBezTo>
                  <a:cubicBezTo>
                    <a:pt x="-1686" y="10546"/>
                    <a:pt x="8752" y="20766"/>
                    <a:pt x="14908" y="12669"/>
                  </a:cubicBezTo>
                  <a:cubicBezTo>
                    <a:pt x="17784" y="8843"/>
                    <a:pt x="19914" y="2918"/>
                    <a:pt x="15888" y="499"/>
                  </a:cubicBezTo>
                  <a:close/>
                </a:path>
              </a:pathLst>
            </a:custGeom>
            <a:solidFill>
              <a:srgbClr val="FF7E86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2" name="자유형: 도형 201"/>
            <p:cNvSpPr/>
            <p:nvPr/>
          </p:nvSpPr>
          <p:spPr>
            <a:xfrm>
              <a:off x="761185" y="1579012"/>
              <a:ext cx="32507" cy="43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110" h="16135" extrusionOk="0">
                  <a:moveTo>
                    <a:pt x="9235" y="637"/>
                  </a:moveTo>
                  <a:cubicBezTo>
                    <a:pt x="-2962" y="-3429"/>
                    <a:pt x="-2072" y="13190"/>
                    <a:pt x="6060" y="15884"/>
                  </a:cubicBezTo>
                  <a:cubicBezTo>
                    <a:pt x="18638" y="18171"/>
                    <a:pt x="16542" y="4194"/>
                    <a:pt x="9235" y="637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3" name="자유형: 도형 202"/>
            <p:cNvSpPr/>
            <p:nvPr/>
          </p:nvSpPr>
          <p:spPr>
            <a:xfrm>
              <a:off x="919410" y="1545184"/>
              <a:ext cx="30919" cy="42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705" h="16637" extrusionOk="0">
                  <a:moveTo>
                    <a:pt x="14842" y="3189"/>
                  </a:moveTo>
                  <a:cubicBezTo>
                    <a:pt x="7486" y="-4155"/>
                    <a:pt x="-1983" y="2541"/>
                    <a:pt x="365" y="9615"/>
                  </a:cubicBezTo>
                  <a:cubicBezTo>
                    <a:pt x="912" y="12752"/>
                    <a:pt x="3926" y="15431"/>
                    <a:pt x="8191" y="16581"/>
                  </a:cubicBezTo>
                  <a:cubicBezTo>
                    <a:pt x="19068" y="17445"/>
                    <a:pt x="19617" y="7941"/>
                    <a:pt x="14842" y="3189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4" name="자유형: 도형 203"/>
            <p:cNvSpPr/>
            <p:nvPr/>
          </p:nvSpPr>
          <p:spPr>
            <a:xfrm>
              <a:off x="491824" y="1648252"/>
              <a:ext cx="92402" cy="111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674" h="18492" extrusionOk="0">
                  <a:moveTo>
                    <a:pt x="4941" y="406"/>
                  </a:moveTo>
                  <a:cubicBezTo>
                    <a:pt x="-2785" y="-2808"/>
                    <a:pt x="-14" y="14257"/>
                    <a:pt x="3586" y="10545"/>
                  </a:cubicBezTo>
                  <a:cubicBezTo>
                    <a:pt x="3604" y="9594"/>
                    <a:pt x="3372" y="8657"/>
                    <a:pt x="2918" y="7852"/>
                  </a:cubicBezTo>
                  <a:cubicBezTo>
                    <a:pt x="289" y="-522"/>
                    <a:pt x="6963" y="3642"/>
                    <a:pt x="8986" y="7852"/>
                  </a:cubicBezTo>
                  <a:cubicBezTo>
                    <a:pt x="4941" y="8168"/>
                    <a:pt x="4941" y="15207"/>
                    <a:pt x="8298" y="17199"/>
                  </a:cubicBezTo>
                  <a:cubicBezTo>
                    <a:pt x="9589" y="18394"/>
                    <a:pt x="11324" y="18792"/>
                    <a:pt x="12930" y="18262"/>
                  </a:cubicBezTo>
                  <a:cubicBezTo>
                    <a:pt x="14184" y="17651"/>
                    <a:pt x="13739" y="15252"/>
                    <a:pt x="12444" y="15026"/>
                  </a:cubicBezTo>
                  <a:cubicBezTo>
                    <a:pt x="7307" y="15026"/>
                    <a:pt x="7327" y="9707"/>
                    <a:pt x="10139" y="11541"/>
                  </a:cubicBezTo>
                  <a:cubicBezTo>
                    <a:pt x="18815" y="15366"/>
                    <a:pt x="8480" y="247"/>
                    <a:pt x="4941" y="406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5" name="자유형: 도형 204"/>
            <p:cNvSpPr/>
            <p:nvPr/>
          </p:nvSpPr>
          <p:spPr>
            <a:xfrm>
              <a:off x="718364" y="1487140"/>
              <a:ext cx="65871" cy="41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851" h="9985" extrusionOk="0">
                  <a:moveTo>
                    <a:pt x="14442" y="1947"/>
                  </a:moveTo>
                  <a:cubicBezTo>
                    <a:pt x="7047" y="-6402"/>
                    <a:pt x="-6418" y="15198"/>
                    <a:pt x="3535" y="8771"/>
                  </a:cubicBezTo>
                  <a:cubicBezTo>
                    <a:pt x="6564" y="5978"/>
                    <a:pt x="10255" y="4143"/>
                    <a:pt x="14196" y="3470"/>
                  </a:cubicBezTo>
                  <a:cubicBezTo>
                    <a:pt x="15182" y="3305"/>
                    <a:pt x="14874" y="2510"/>
                    <a:pt x="14442" y="1947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6" name="자유형: 도형 205"/>
            <p:cNvSpPr/>
            <p:nvPr/>
          </p:nvSpPr>
          <p:spPr>
            <a:xfrm>
              <a:off x="888628" y="1455093"/>
              <a:ext cx="71728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350" h="8987" extrusionOk="0">
                  <a:moveTo>
                    <a:pt x="79" y="6285"/>
                  </a:moveTo>
                  <a:cubicBezTo>
                    <a:pt x="3332" y="-10245"/>
                    <a:pt x="21515" y="11355"/>
                    <a:pt x="11234" y="8769"/>
                  </a:cubicBezTo>
                  <a:cubicBezTo>
                    <a:pt x="7847" y="6807"/>
                    <a:pt x="4229" y="6630"/>
                    <a:pt x="790" y="8262"/>
                  </a:cubicBezTo>
                  <a:cubicBezTo>
                    <a:pt x="-58" y="8668"/>
                    <a:pt x="-85" y="7552"/>
                    <a:pt x="79" y="6285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7" name="자유형: 도형 206"/>
            <p:cNvSpPr/>
            <p:nvPr/>
          </p:nvSpPr>
          <p:spPr>
            <a:xfrm>
              <a:off x="853386" y="1519687"/>
              <a:ext cx="54652" cy="133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68" h="21359" extrusionOk="0">
                  <a:moveTo>
                    <a:pt x="8913" y="21357"/>
                  </a:moveTo>
                  <a:cubicBezTo>
                    <a:pt x="8168" y="21357"/>
                    <a:pt x="7444" y="21217"/>
                    <a:pt x="6866" y="20962"/>
                  </a:cubicBezTo>
                  <a:cubicBezTo>
                    <a:pt x="5610" y="20357"/>
                    <a:pt x="5483" y="19326"/>
                    <a:pt x="6580" y="18637"/>
                  </a:cubicBezTo>
                  <a:cubicBezTo>
                    <a:pt x="7889" y="17573"/>
                    <a:pt x="8913" y="16413"/>
                    <a:pt x="9609" y="15193"/>
                  </a:cubicBezTo>
                  <a:lnTo>
                    <a:pt x="6826" y="14513"/>
                  </a:lnTo>
                  <a:lnTo>
                    <a:pt x="6457" y="14513"/>
                  </a:lnTo>
                  <a:cubicBezTo>
                    <a:pt x="-4922" y="10718"/>
                    <a:pt x="2159" y="1352"/>
                    <a:pt x="2364" y="1023"/>
                  </a:cubicBezTo>
                  <a:cubicBezTo>
                    <a:pt x="3006" y="181"/>
                    <a:pt x="4803" y="-221"/>
                    <a:pt x="6375" y="123"/>
                  </a:cubicBezTo>
                  <a:cubicBezTo>
                    <a:pt x="7947" y="468"/>
                    <a:pt x="8696" y="1431"/>
                    <a:pt x="8054" y="2273"/>
                  </a:cubicBezTo>
                  <a:cubicBezTo>
                    <a:pt x="8054" y="2273"/>
                    <a:pt x="2733" y="9293"/>
                    <a:pt x="9445" y="11683"/>
                  </a:cubicBezTo>
                  <a:lnTo>
                    <a:pt x="14562" y="12912"/>
                  </a:lnTo>
                  <a:cubicBezTo>
                    <a:pt x="15962" y="13243"/>
                    <a:pt x="16678" y="14079"/>
                    <a:pt x="16240" y="14864"/>
                  </a:cubicBezTo>
                  <a:cubicBezTo>
                    <a:pt x="15160" y="17018"/>
                    <a:pt x="13432" y="19063"/>
                    <a:pt x="11123" y="20918"/>
                  </a:cubicBezTo>
                  <a:cubicBezTo>
                    <a:pt x="10530" y="21221"/>
                    <a:pt x="9732" y="21379"/>
                    <a:pt x="8913" y="21357"/>
                  </a:cubicBezTo>
                  <a:close/>
                </a:path>
              </a:pathLst>
            </a:custGeom>
            <a:solidFill>
              <a:srgbClr val="FFA6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8" name="자유형: 도형 207"/>
            <p:cNvSpPr/>
            <p:nvPr/>
          </p:nvSpPr>
          <p:spPr>
            <a:xfrm>
              <a:off x="419979" y="3416719"/>
              <a:ext cx="1478609" cy="1456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80" y="1336"/>
                  </a:moveTo>
                  <a:lnTo>
                    <a:pt x="4113" y="4016"/>
                  </a:lnTo>
                  <a:cubicBezTo>
                    <a:pt x="4003" y="4343"/>
                    <a:pt x="3939" y="4684"/>
                    <a:pt x="3923" y="5030"/>
                  </a:cubicBezTo>
                  <a:cubicBezTo>
                    <a:pt x="3873" y="5694"/>
                    <a:pt x="2030" y="8778"/>
                    <a:pt x="1679" y="10649"/>
                  </a:cubicBezTo>
                  <a:cubicBezTo>
                    <a:pt x="1328" y="12520"/>
                    <a:pt x="0" y="18511"/>
                    <a:pt x="0" y="18511"/>
                  </a:cubicBezTo>
                  <a:lnTo>
                    <a:pt x="11142" y="19096"/>
                  </a:lnTo>
                  <a:lnTo>
                    <a:pt x="11170" y="21600"/>
                  </a:lnTo>
                  <a:lnTo>
                    <a:pt x="21600" y="20992"/>
                  </a:lnTo>
                  <a:lnTo>
                    <a:pt x="19334" y="6982"/>
                  </a:lnTo>
                  <a:lnTo>
                    <a:pt x="18064" y="3852"/>
                  </a:lnTo>
                  <a:lnTo>
                    <a:pt x="18210" y="0"/>
                  </a:ln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89" name="자유형: 도형 208"/>
            <p:cNvSpPr/>
            <p:nvPr/>
          </p:nvSpPr>
          <p:spPr>
            <a:xfrm>
              <a:off x="413134" y="3410699"/>
              <a:ext cx="1491865" cy="1469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2" h="21599" extrusionOk="0">
                  <a:moveTo>
                    <a:pt x="11166" y="21593"/>
                  </a:moveTo>
                  <a:cubicBezTo>
                    <a:pt x="11141" y="21594"/>
                    <a:pt x="11117" y="21584"/>
                    <a:pt x="11099" y="21567"/>
                  </a:cubicBezTo>
                  <a:cubicBezTo>
                    <a:pt x="11079" y="21548"/>
                    <a:pt x="11067" y="21522"/>
                    <a:pt x="11067" y="21495"/>
                  </a:cubicBezTo>
                  <a:lnTo>
                    <a:pt x="11041" y="19109"/>
                  </a:lnTo>
                  <a:lnTo>
                    <a:pt x="93" y="18532"/>
                  </a:lnTo>
                  <a:cubicBezTo>
                    <a:pt x="64" y="18530"/>
                    <a:pt x="37" y="18515"/>
                    <a:pt x="20" y="18492"/>
                  </a:cubicBezTo>
                  <a:cubicBezTo>
                    <a:pt x="3" y="18468"/>
                    <a:pt x="-4" y="18438"/>
                    <a:pt x="2" y="18410"/>
                  </a:cubicBezTo>
                  <a:cubicBezTo>
                    <a:pt x="16" y="18349"/>
                    <a:pt x="1321" y="12455"/>
                    <a:pt x="1665" y="10625"/>
                  </a:cubicBezTo>
                  <a:cubicBezTo>
                    <a:pt x="1863" y="9524"/>
                    <a:pt x="2583" y="8026"/>
                    <a:pt x="3155" y="6821"/>
                  </a:cubicBezTo>
                  <a:cubicBezTo>
                    <a:pt x="3537" y="6018"/>
                    <a:pt x="3867" y="5321"/>
                    <a:pt x="3887" y="5068"/>
                  </a:cubicBezTo>
                  <a:cubicBezTo>
                    <a:pt x="3906" y="4726"/>
                    <a:pt x="3968" y="4388"/>
                    <a:pt x="4073" y="4063"/>
                  </a:cubicBezTo>
                  <a:lnTo>
                    <a:pt x="3647" y="1434"/>
                  </a:lnTo>
                  <a:cubicBezTo>
                    <a:pt x="3643" y="1407"/>
                    <a:pt x="3650" y="1378"/>
                    <a:pt x="3667" y="1356"/>
                  </a:cubicBezTo>
                  <a:cubicBezTo>
                    <a:pt x="3684" y="1334"/>
                    <a:pt x="3709" y="1320"/>
                    <a:pt x="3736" y="1318"/>
                  </a:cubicBezTo>
                  <a:lnTo>
                    <a:pt x="18129" y="0"/>
                  </a:lnTo>
                  <a:cubicBezTo>
                    <a:pt x="18157" y="-1"/>
                    <a:pt x="18185" y="9"/>
                    <a:pt x="18206" y="28"/>
                  </a:cubicBezTo>
                  <a:cubicBezTo>
                    <a:pt x="18226" y="48"/>
                    <a:pt x="18237" y="76"/>
                    <a:pt x="18236" y="105"/>
                  </a:cubicBezTo>
                  <a:lnTo>
                    <a:pt x="18095" y="3905"/>
                  </a:lnTo>
                  <a:lnTo>
                    <a:pt x="19345" y="6978"/>
                  </a:lnTo>
                  <a:lnTo>
                    <a:pt x="19345" y="7000"/>
                  </a:lnTo>
                  <a:lnTo>
                    <a:pt x="21590" y="20880"/>
                  </a:lnTo>
                  <a:cubicBezTo>
                    <a:pt x="21596" y="20908"/>
                    <a:pt x="21589" y="20937"/>
                    <a:pt x="21571" y="20958"/>
                  </a:cubicBezTo>
                  <a:cubicBezTo>
                    <a:pt x="21553" y="20980"/>
                    <a:pt x="21527" y="20994"/>
                    <a:pt x="21499" y="20996"/>
                  </a:cubicBezTo>
                  <a:lnTo>
                    <a:pt x="11166" y="21599"/>
                  </a:lnTo>
                  <a:close/>
                  <a:moveTo>
                    <a:pt x="221" y="18337"/>
                  </a:moveTo>
                  <a:lnTo>
                    <a:pt x="11144" y="18912"/>
                  </a:lnTo>
                  <a:cubicBezTo>
                    <a:pt x="11197" y="18915"/>
                    <a:pt x="11237" y="18959"/>
                    <a:pt x="11237" y="19012"/>
                  </a:cubicBezTo>
                  <a:lnTo>
                    <a:pt x="11263" y="21386"/>
                  </a:lnTo>
                  <a:lnTo>
                    <a:pt x="21385" y="20784"/>
                  </a:lnTo>
                  <a:lnTo>
                    <a:pt x="19157" y="7032"/>
                  </a:lnTo>
                  <a:lnTo>
                    <a:pt x="17903" y="3951"/>
                  </a:lnTo>
                  <a:cubicBezTo>
                    <a:pt x="17900" y="3937"/>
                    <a:pt x="17900" y="3922"/>
                    <a:pt x="17903" y="3909"/>
                  </a:cubicBezTo>
                  <a:lnTo>
                    <a:pt x="18044" y="211"/>
                  </a:lnTo>
                  <a:lnTo>
                    <a:pt x="3859" y="1495"/>
                  </a:lnTo>
                  <a:lnTo>
                    <a:pt x="4282" y="4051"/>
                  </a:lnTo>
                  <a:cubicBezTo>
                    <a:pt x="4286" y="4069"/>
                    <a:pt x="4286" y="4088"/>
                    <a:pt x="4282" y="4105"/>
                  </a:cubicBezTo>
                  <a:cubicBezTo>
                    <a:pt x="4176" y="4421"/>
                    <a:pt x="4115" y="4750"/>
                    <a:pt x="4100" y="5084"/>
                  </a:cubicBezTo>
                  <a:cubicBezTo>
                    <a:pt x="4079" y="5375"/>
                    <a:pt x="3756" y="6052"/>
                    <a:pt x="3349" y="6909"/>
                  </a:cubicBezTo>
                  <a:cubicBezTo>
                    <a:pt x="2783" y="8102"/>
                    <a:pt x="2077" y="9587"/>
                    <a:pt x="1875" y="10663"/>
                  </a:cubicBezTo>
                  <a:cubicBezTo>
                    <a:pt x="1543" y="12352"/>
                    <a:pt x="407" y="17498"/>
                    <a:pt x="221" y="18337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0" name="자유형: 도형 209"/>
            <p:cNvSpPr/>
            <p:nvPr/>
          </p:nvSpPr>
          <p:spPr>
            <a:xfrm>
              <a:off x="1456048" y="6958301"/>
              <a:ext cx="388383" cy="524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61" h="19594" extrusionOk="0">
                  <a:moveTo>
                    <a:pt x="17173" y="1716"/>
                  </a:moveTo>
                  <a:cubicBezTo>
                    <a:pt x="15560" y="874"/>
                    <a:pt x="9915" y="-1613"/>
                    <a:pt x="4479" y="1589"/>
                  </a:cubicBezTo>
                  <a:cubicBezTo>
                    <a:pt x="4269" y="1715"/>
                    <a:pt x="4157" y="1905"/>
                    <a:pt x="4177" y="2099"/>
                  </a:cubicBezTo>
                  <a:cubicBezTo>
                    <a:pt x="4220" y="3162"/>
                    <a:pt x="4234" y="6772"/>
                    <a:pt x="2737" y="8967"/>
                  </a:cubicBezTo>
                  <a:cubicBezTo>
                    <a:pt x="951" y="11567"/>
                    <a:pt x="-201" y="12031"/>
                    <a:pt x="29" y="15024"/>
                  </a:cubicBezTo>
                  <a:cubicBezTo>
                    <a:pt x="32" y="16293"/>
                    <a:pt x="775" y="17506"/>
                    <a:pt x="2081" y="18373"/>
                  </a:cubicBezTo>
                  <a:cubicBezTo>
                    <a:pt x="4277" y="19747"/>
                    <a:pt x="11593" y="19987"/>
                    <a:pt x="17158" y="18961"/>
                  </a:cubicBezTo>
                  <a:cubicBezTo>
                    <a:pt x="20557" y="18327"/>
                    <a:pt x="21399" y="15963"/>
                    <a:pt x="19376" y="10152"/>
                  </a:cubicBezTo>
                  <a:cubicBezTo>
                    <a:pt x="17799" y="5623"/>
                    <a:pt x="17633" y="3192"/>
                    <a:pt x="17633" y="2339"/>
                  </a:cubicBezTo>
                  <a:cubicBezTo>
                    <a:pt x="17633" y="2091"/>
                    <a:pt x="17461" y="1858"/>
                    <a:pt x="17173" y="171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1" name="자유형: 도형 210"/>
            <p:cNvSpPr/>
            <p:nvPr/>
          </p:nvSpPr>
          <p:spPr>
            <a:xfrm>
              <a:off x="1449217" y="6951778"/>
              <a:ext cx="402475" cy="537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6" h="19936" extrusionOk="0">
                  <a:moveTo>
                    <a:pt x="9896" y="19936"/>
                  </a:moveTo>
                  <a:cubicBezTo>
                    <a:pt x="6460" y="19936"/>
                    <a:pt x="3423" y="19495"/>
                    <a:pt x="2124" y="18664"/>
                  </a:cubicBezTo>
                  <a:cubicBezTo>
                    <a:pt x="787" y="17756"/>
                    <a:pt x="29" y="16486"/>
                    <a:pt x="29" y="15157"/>
                  </a:cubicBezTo>
                  <a:cubicBezTo>
                    <a:pt x="-146" y="12811"/>
                    <a:pt x="503" y="11960"/>
                    <a:pt x="1579" y="10551"/>
                  </a:cubicBezTo>
                  <a:cubicBezTo>
                    <a:pt x="1914" y="10120"/>
                    <a:pt x="2277" y="9633"/>
                    <a:pt x="2689" y="9031"/>
                  </a:cubicBezTo>
                  <a:cubicBezTo>
                    <a:pt x="4121" y="6907"/>
                    <a:pt x="4086" y="3370"/>
                    <a:pt x="4086" y="2331"/>
                  </a:cubicBezTo>
                  <a:cubicBezTo>
                    <a:pt x="4075" y="2066"/>
                    <a:pt x="4228" y="1811"/>
                    <a:pt x="4505" y="1637"/>
                  </a:cubicBezTo>
                  <a:cubicBezTo>
                    <a:pt x="9973" y="-1657"/>
                    <a:pt x="15644" y="897"/>
                    <a:pt x="17250" y="1759"/>
                  </a:cubicBezTo>
                  <a:cubicBezTo>
                    <a:pt x="17605" y="1947"/>
                    <a:pt x="17817" y="2245"/>
                    <a:pt x="17823" y="2564"/>
                  </a:cubicBezTo>
                  <a:cubicBezTo>
                    <a:pt x="17823" y="3385"/>
                    <a:pt x="17983" y="5782"/>
                    <a:pt x="19506" y="10257"/>
                  </a:cubicBezTo>
                  <a:cubicBezTo>
                    <a:pt x="21454" y="15988"/>
                    <a:pt x="20756" y="18608"/>
                    <a:pt x="17096" y="19302"/>
                  </a:cubicBezTo>
                  <a:cubicBezTo>
                    <a:pt x="14742" y="19730"/>
                    <a:pt x="12323" y="19943"/>
                    <a:pt x="9896" y="19936"/>
                  </a:cubicBezTo>
                  <a:close/>
                  <a:moveTo>
                    <a:pt x="10413" y="512"/>
                  </a:moveTo>
                  <a:cubicBezTo>
                    <a:pt x="8388" y="520"/>
                    <a:pt x="6436" y="1060"/>
                    <a:pt x="4917" y="2032"/>
                  </a:cubicBezTo>
                  <a:cubicBezTo>
                    <a:pt x="4804" y="2105"/>
                    <a:pt x="4742" y="2212"/>
                    <a:pt x="4749" y="2321"/>
                  </a:cubicBezTo>
                  <a:cubicBezTo>
                    <a:pt x="4791" y="3390"/>
                    <a:pt x="4805" y="7034"/>
                    <a:pt x="3304" y="9259"/>
                  </a:cubicBezTo>
                  <a:cubicBezTo>
                    <a:pt x="2892" y="9877"/>
                    <a:pt x="2515" y="10368"/>
                    <a:pt x="2179" y="10809"/>
                  </a:cubicBezTo>
                  <a:cubicBezTo>
                    <a:pt x="1125" y="12182"/>
                    <a:pt x="545" y="12938"/>
                    <a:pt x="713" y="15142"/>
                  </a:cubicBezTo>
                  <a:cubicBezTo>
                    <a:pt x="701" y="16336"/>
                    <a:pt x="1380" y="17480"/>
                    <a:pt x="2584" y="18294"/>
                  </a:cubicBezTo>
                  <a:cubicBezTo>
                    <a:pt x="4589" y="19576"/>
                    <a:pt x="11544" y="19814"/>
                    <a:pt x="16887" y="18801"/>
                  </a:cubicBezTo>
                  <a:cubicBezTo>
                    <a:pt x="20071" y="18198"/>
                    <a:pt x="20623" y="15760"/>
                    <a:pt x="18793" y="10373"/>
                  </a:cubicBezTo>
                  <a:cubicBezTo>
                    <a:pt x="17250" y="5813"/>
                    <a:pt x="17089" y="3395"/>
                    <a:pt x="17089" y="2554"/>
                  </a:cubicBezTo>
                  <a:cubicBezTo>
                    <a:pt x="17083" y="2397"/>
                    <a:pt x="16977" y="2252"/>
                    <a:pt x="16803" y="2159"/>
                  </a:cubicBezTo>
                  <a:cubicBezTo>
                    <a:pt x="14957" y="1146"/>
                    <a:pt x="12726" y="568"/>
                    <a:pt x="10413" y="502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2" name="자유형: 도형 211"/>
            <p:cNvSpPr/>
            <p:nvPr/>
          </p:nvSpPr>
          <p:spPr>
            <a:xfrm>
              <a:off x="1548820" y="6974979"/>
              <a:ext cx="203905" cy="312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92" h="21441" extrusionOk="0">
                  <a:moveTo>
                    <a:pt x="11460" y="21428"/>
                  </a:moveTo>
                  <a:lnTo>
                    <a:pt x="11098" y="21428"/>
                  </a:lnTo>
                  <a:cubicBezTo>
                    <a:pt x="5979" y="21334"/>
                    <a:pt x="2496" y="20968"/>
                    <a:pt x="928" y="19410"/>
                  </a:cubicBezTo>
                  <a:cubicBezTo>
                    <a:pt x="-908" y="17532"/>
                    <a:pt x="84" y="14518"/>
                    <a:pt x="2991" y="8368"/>
                  </a:cubicBezTo>
                  <a:cubicBezTo>
                    <a:pt x="3835" y="6603"/>
                    <a:pt x="1946" y="2209"/>
                    <a:pt x="1155" y="669"/>
                  </a:cubicBezTo>
                  <a:cubicBezTo>
                    <a:pt x="1030" y="425"/>
                    <a:pt x="1209" y="156"/>
                    <a:pt x="1557" y="68"/>
                  </a:cubicBezTo>
                  <a:cubicBezTo>
                    <a:pt x="1906" y="-21"/>
                    <a:pt x="2289" y="105"/>
                    <a:pt x="2415" y="349"/>
                  </a:cubicBezTo>
                  <a:cubicBezTo>
                    <a:pt x="2536" y="584"/>
                    <a:pt x="5430" y="6227"/>
                    <a:pt x="4264" y="8668"/>
                  </a:cubicBezTo>
                  <a:cubicBezTo>
                    <a:pt x="1584" y="14302"/>
                    <a:pt x="539" y="17372"/>
                    <a:pt x="2026" y="18865"/>
                  </a:cubicBezTo>
                  <a:cubicBezTo>
                    <a:pt x="3098" y="19935"/>
                    <a:pt x="5658" y="20396"/>
                    <a:pt x="11138" y="20489"/>
                  </a:cubicBezTo>
                  <a:cubicBezTo>
                    <a:pt x="13128" y="20664"/>
                    <a:pt x="15118" y="20165"/>
                    <a:pt x="16498" y="19147"/>
                  </a:cubicBezTo>
                  <a:cubicBezTo>
                    <a:pt x="19245" y="16846"/>
                    <a:pt x="17838" y="12030"/>
                    <a:pt x="16900" y="8819"/>
                  </a:cubicBezTo>
                  <a:cubicBezTo>
                    <a:pt x="16645" y="7936"/>
                    <a:pt x="16418" y="7185"/>
                    <a:pt x="16324" y="6612"/>
                  </a:cubicBezTo>
                  <a:cubicBezTo>
                    <a:pt x="15978" y="4327"/>
                    <a:pt x="16863" y="2033"/>
                    <a:pt x="18803" y="180"/>
                  </a:cubicBezTo>
                  <a:cubicBezTo>
                    <a:pt x="19024" y="-21"/>
                    <a:pt x="19435" y="-59"/>
                    <a:pt x="19723" y="96"/>
                  </a:cubicBezTo>
                  <a:cubicBezTo>
                    <a:pt x="19729" y="99"/>
                    <a:pt x="19735" y="102"/>
                    <a:pt x="19741" y="105"/>
                  </a:cubicBezTo>
                  <a:cubicBezTo>
                    <a:pt x="20027" y="267"/>
                    <a:pt x="20076" y="560"/>
                    <a:pt x="19848" y="763"/>
                  </a:cubicBezTo>
                  <a:cubicBezTo>
                    <a:pt x="18149" y="2425"/>
                    <a:pt x="17368" y="4464"/>
                    <a:pt x="17650" y="6500"/>
                  </a:cubicBezTo>
                  <a:cubicBezTo>
                    <a:pt x="17744" y="7035"/>
                    <a:pt x="17959" y="7767"/>
                    <a:pt x="18213" y="8621"/>
                  </a:cubicBezTo>
                  <a:cubicBezTo>
                    <a:pt x="19205" y="11992"/>
                    <a:pt x="20692" y="17072"/>
                    <a:pt x="17530" y="19719"/>
                  </a:cubicBezTo>
                  <a:cubicBezTo>
                    <a:pt x="15987" y="20911"/>
                    <a:pt x="13750" y="21541"/>
                    <a:pt x="11460" y="2142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3" name="자유형: 도형 212"/>
            <p:cNvSpPr/>
            <p:nvPr/>
          </p:nvSpPr>
          <p:spPr>
            <a:xfrm>
              <a:off x="1459496" y="7397985"/>
              <a:ext cx="388075" cy="5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235" extrusionOk="0">
                  <a:moveTo>
                    <a:pt x="9915" y="21235"/>
                  </a:moveTo>
                  <a:lnTo>
                    <a:pt x="8893" y="21235"/>
                  </a:lnTo>
                  <a:cubicBezTo>
                    <a:pt x="2302" y="20292"/>
                    <a:pt x="180" y="5822"/>
                    <a:pt x="97" y="5213"/>
                  </a:cubicBezTo>
                  <a:cubicBezTo>
                    <a:pt x="-43" y="4076"/>
                    <a:pt x="-30" y="2324"/>
                    <a:pt x="125" y="1298"/>
                  </a:cubicBezTo>
                  <a:cubicBezTo>
                    <a:pt x="265" y="378"/>
                    <a:pt x="475" y="345"/>
                    <a:pt x="620" y="1221"/>
                  </a:cubicBezTo>
                  <a:cubicBezTo>
                    <a:pt x="620" y="1221"/>
                    <a:pt x="2673" y="14804"/>
                    <a:pt x="8908" y="15691"/>
                  </a:cubicBezTo>
                  <a:cubicBezTo>
                    <a:pt x="17832" y="17077"/>
                    <a:pt x="20870" y="722"/>
                    <a:pt x="20900" y="555"/>
                  </a:cubicBezTo>
                  <a:cubicBezTo>
                    <a:pt x="21068" y="-365"/>
                    <a:pt x="21305" y="-115"/>
                    <a:pt x="21431" y="1110"/>
                  </a:cubicBezTo>
                  <a:cubicBezTo>
                    <a:pt x="21557" y="2252"/>
                    <a:pt x="21533" y="3926"/>
                    <a:pt x="21377" y="4852"/>
                  </a:cubicBezTo>
                  <a:cubicBezTo>
                    <a:pt x="21372" y="4880"/>
                    <a:pt x="21368" y="4908"/>
                    <a:pt x="21362" y="4935"/>
                  </a:cubicBezTo>
                  <a:cubicBezTo>
                    <a:pt x="21211" y="5546"/>
                    <a:pt x="18324" y="21235"/>
                    <a:pt x="9915" y="21235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4" name="자유형: 도형 213"/>
            <p:cNvSpPr/>
            <p:nvPr/>
          </p:nvSpPr>
          <p:spPr>
            <a:xfrm>
              <a:off x="179607" y="6911927"/>
              <a:ext cx="384541" cy="532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4" h="19732" extrusionOk="0">
                  <a:moveTo>
                    <a:pt x="5842" y="692"/>
                  </a:moveTo>
                  <a:cubicBezTo>
                    <a:pt x="7558" y="155"/>
                    <a:pt x="13473" y="-1278"/>
                    <a:pt x="18101" y="2747"/>
                  </a:cubicBezTo>
                  <a:cubicBezTo>
                    <a:pt x="18270" y="2897"/>
                    <a:pt x="18343" y="3090"/>
                    <a:pt x="18301" y="3279"/>
                  </a:cubicBezTo>
                  <a:cubicBezTo>
                    <a:pt x="18058" y="4292"/>
                    <a:pt x="17357" y="7790"/>
                    <a:pt x="18394" y="10170"/>
                  </a:cubicBezTo>
                  <a:cubicBezTo>
                    <a:pt x="19624" y="12985"/>
                    <a:pt x="20654" y="13618"/>
                    <a:pt x="19824" y="16484"/>
                  </a:cubicBezTo>
                  <a:cubicBezTo>
                    <a:pt x="19612" y="17676"/>
                    <a:pt x="18653" y="18738"/>
                    <a:pt x="17214" y="19375"/>
                  </a:cubicBezTo>
                  <a:cubicBezTo>
                    <a:pt x="14832" y="20322"/>
                    <a:pt x="7744" y="19299"/>
                    <a:pt x="2573" y="17350"/>
                  </a:cubicBezTo>
                  <a:cubicBezTo>
                    <a:pt x="-588" y="16155"/>
                    <a:pt x="-946" y="13725"/>
                    <a:pt x="2108" y="8459"/>
                  </a:cubicBezTo>
                  <a:cubicBezTo>
                    <a:pt x="4483" y="4352"/>
                    <a:pt x="5105" y="2028"/>
                    <a:pt x="5269" y="1208"/>
                  </a:cubicBezTo>
                  <a:cubicBezTo>
                    <a:pt x="5315" y="976"/>
                    <a:pt x="5533" y="779"/>
                    <a:pt x="5842" y="69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5" name="자유형: 도형 214"/>
            <p:cNvSpPr/>
            <p:nvPr/>
          </p:nvSpPr>
          <p:spPr>
            <a:xfrm>
              <a:off x="172919" y="6905229"/>
              <a:ext cx="397153" cy="546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86" h="20224" extrusionOk="0">
                  <a:moveTo>
                    <a:pt x="14639" y="20220"/>
                  </a:moveTo>
                  <a:cubicBezTo>
                    <a:pt x="11405" y="20220"/>
                    <a:pt x="6613" y="19304"/>
                    <a:pt x="2713" y="17811"/>
                  </a:cubicBezTo>
                  <a:cubicBezTo>
                    <a:pt x="-697" y="16500"/>
                    <a:pt x="-879" y="13832"/>
                    <a:pt x="2089" y="8603"/>
                  </a:cubicBezTo>
                  <a:cubicBezTo>
                    <a:pt x="4411" y="4518"/>
                    <a:pt x="5014" y="2214"/>
                    <a:pt x="5168" y="1414"/>
                  </a:cubicBezTo>
                  <a:cubicBezTo>
                    <a:pt x="5220" y="1109"/>
                    <a:pt x="5485" y="843"/>
                    <a:pt x="5870" y="711"/>
                  </a:cubicBezTo>
                  <a:cubicBezTo>
                    <a:pt x="7596" y="154"/>
                    <a:pt x="13587" y="-1314"/>
                    <a:pt x="18308" y="2837"/>
                  </a:cubicBezTo>
                  <a:cubicBezTo>
                    <a:pt x="18540" y="3040"/>
                    <a:pt x="18637" y="3307"/>
                    <a:pt x="18574" y="3566"/>
                  </a:cubicBezTo>
                  <a:cubicBezTo>
                    <a:pt x="18343" y="4578"/>
                    <a:pt x="17662" y="8010"/>
                    <a:pt x="18659" y="10339"/>
                  </a:cubicBezTo>
                  <a:cubicBezTo>
                    <a:pt x="18939" y="11002"/>
                    <a:pt x="19213" y="11544"/>
                    <a:pt x="19458" y="12020"/>
                  </a:cubicBezTo>
                  <a:cubicBezTo>
                    <a:pt x="20244" y="13579"/>
                    <a:pt x="20721" y="14520"/>
                    <a:pt x="20104" y="16778"/>
                  </a:cubicBezTo>
                  <a:cubicBezTo>
                    <a:pt x="19711" y="18231"/>
                    <a:pt x="18792" y="19263"/>
                    <a:pt x="17368" y="19815"/>
                  </a:cubicBezTo>
                  <a:cubicBezTo>
                    <a:pt x="16516" y="20106"/>
                    <a:pt x="15580" y="20245"/>
                    <a:pt x="14639" y="20220"/>
                  </a:cubicBezTo>
                  <a:close/>
                  <a:moveTo>
                    <a:pt x="6220" y="1171"/>
                  </a:moveTo>
                  <a:cubicBezTo>
                    <a:pt x="6041" y="1226"/>
                    <a:pt x="5915" y="1346"/>
                    <a:pt x="5891" y="1485"/>
                  </a:cubicBezTo>
                  <a:cubicBezTo>
                    <a:pt x="5736" y="2305"/>
                    <a:pt x="5119" y="4654"/>
                    <a:pt x="2769" y="8795"/>
                  </a:cubicBezTo>
                  <a:cubicBezTo>
                    <a:pt x="-37" y="13725"/>
                    <a:pt x="61" y="16206"/>
                    <a:pt x="3071" y="17365"/>
                  </a:cubicBezTo>
                  <a:cubicBezTo>
                    <a:pt x="8087" y="19299"/>
                    <a:pt x="14905" y="20286"/>
                    <a:pt x="17101" y="19390"/>
                  </a:cubicBezTo>
                  <a:cubicBezTo>
                    <a:pt x="18350" y="18884"/>
                    <a:pt x="19136" y="17998"/>
                    <a:pt x="19493" y="16672"/>
                  </a:cubicBezTo>
                  <a:cubicBezTo>
                    <a:pt x="20069" y="14556"/>
                    <a:pt x="19648" y="13715"/>
                    <a:pt x="18876" y="12187"/>
                  </a:cubicBezTo>
                  <a:cubicBezTo>
                    <a:pt x="18631" y="11680"/>
                    <a:pt x="18357" y="11174"/>
                    <a:pt x="18062" y="10486"/>
                  </a:cubicBezTo>
                  <a:cubicBezTo>
                    <a:pt x="17024" y="8051"/>
                    <a:pt x="17719" y="4507"/>
                    <a:pt x="17957" y="3480"/>
                  </a:cubicBezTo>
                  <a:cubicBezTo>
                    <a:pt x="17986" y="3363"/>
                    <a:pt x="17942" y="3242"/>
                    <a:pt x="17838" y="3151"/>
                  </a:cubicBezTo>
                  <a:cubicBezTo>
                    <a:pt x="13439" y="-732"/>
                    <a:pt x="7834" y="655"/>
                    <a:pt x="6220" y="1171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6" name="자유형: 도형 215"/>
            <p:cNvSpPr/>
            <p:nvPr/>
          </p:nvSpPr>
          <p:spPr>
            <a:xfrm>
              <a:off x="297706" y="6910747"/>
              <a:ext cx="211751" cy="3340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54" h="21479" extrusionOk="0">
                  <a:moveTo>
                    <a:pt x="12861" y="21470"/>
                  </a:moveTo>
                  <a:cubicBezTo>
                    <a:pt x="10793" y="21414"/>
                    <a:pt x="8739" y="21211"/>
                    <a:pt x="6734" y="20864"/>
                  </a:cubicBezTo>
                  <a:cubicBezTo>
                    <a:pt x="4339" y="20601"/>
                    <a:pt x="2239" y="19636"/>
                    <a:pt x="998" y="18228"/>
                  </a:cubicBezTo>
                  <a:cubicBezTo>
                    <a:pt x="-1357" y="15319"/>
                    <a:pt x="998" y="10969"/>
                    <a:pt x="2519" y="8095"/>
                  </a:cubicBezTo>
                  <a:cubicBezTo>
                    <a:pt x="2910" y="7357"/>
                    <a:pt x="3261" y="6715"/>
                    <a:pt x="3443" y="6250"/>
                  </a:cubicBezTo>
                  <a:cubicBezTo>
                    <a:pt x="4071" y="4361"/>
                    <a:pt x="3717" y="2384"/>
                    <a:pt x="2441" y="652"/>
                  </a:cubicBezTo>
                  <a:cubicBezTo>
                    <a:pt x="2268" y="438"/>
                    <a:pt x="2385" y="171"/>
                    <a:pt x="2701" y="54"/>
                  </a:cubicBezTo>
                  <a:cubicBezTo>
                    <a:pt x="3018" y="-63"/>
                    <a:pt x="3413" y="16"/>
                    <a:pt x="3586" y="230"/>
                  </a:cubicBezTo>
                  <a:cubicBezTo>
                    <a:pt x="5026" y="2158"/>
                    <a:pt x="5422" y="4365"/>
                    <a:pt x="4705" y="6469"/>
                  </a:cubicBezTo>
                  <a:cubicBezTo>
                    <a:pt x="4497" y="6979"/>
                    <a:pt x="4145" y="7638"/>
                    <a:pt x="3742" y="8394"/>
                  </a:cubicBezTo>
                  <a:cubicBezTo>
                    <a:pt x="2285" y="11127"/>
                    <a:pt x="61" y="15248"/>
                    <a:pt x="2142" y="17806"/>
                  </a:cubicBezTo>
                  <a:cubicBezTo>
                    <a:pt x="3201" y="18990"/>
                    <a:pt x="4992" y="19791"/>
                    <a:pt x="7020" y="19985"/>
                  </a:cubicBezTo>
                  <a:cubicBezTo>
                    <a:pt x="12145" y="20767"/>
                    <a:pt x="14617" y="20776"/>
                    <a:pt x="15814" y="19985"/>
                  </a:cubicBezTo>
                  <a:cubicBezTo>
                    <a:pt x="17505" y="18895"/>
                    <a:pt x="17114" y="15881"/>
                    <a:pt x="15619" y="10318"/>
                  </a:cubicBezTo>
                  <a:cubicBezTo>
                    <a:pt x="14981" y="7902"/>
                    <a:pt x="18767" y="3218"/>
                    <a:pt x="18936" y="3016"/>
                  </a:cubicBezTo>
                  <a:cubicBezTo>
                    <a:pt x="19102" y="2806"/>
                    <a:pt x="19488" y="2728"/>
                    <a:pt x="19799" y="2841"/>
                  </a:cubicBezTo>
                  <a:cubicBezTo>
                    <a:pt x="19806" y="2843"/>
                    <a:pt x="19814" y="2846"/>
                    <a:pt x="19820" y="2848"/>
                  </a:cubicBezTo>
                  <a:cubicBezTo>
                    <a:pt x="20126" y="2957"/>
                    <a:pt x="20243" y="3211"/>
                    <a:pt x="20083" y="3418"/>
                  </a:cubicBezTo>
                  <a:cubicBezTo>
                    <a:pt x="20078" y="3424"/>
                    <a:pt x="20072" y="3431"/>
                    <a:pt x="20067" y="3437"/>
                  </a:cubicBezTo>
                  <a:cubicBezTo>
                    <a:pt x="19027" y="4712"/>
                    <a:pt x="16438" y="8411"/>
                    <a:pt x="16893" y="10160"/>
                  </a:cubicBezTo>
                  <a:cubicBezTo>
                    <a:pt x="18506" y="16312"/>
                    <a:pt x="18858" y="19221"/>
                    <a:pt x="16711" y="20609"/>
                  </a:cubicBezTo>
                  <a:cubicBezTo>
                    <a:pt x="15646" y="21228"/>
                    <a:pt x="14262" y="21537"/>
                    <a:pt x="12861" y="2147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7" name="자유형: 도형 216"/>
            <p:cNvSpPr/>
            <p:nvPr/>
          </p:nvSpPr>
          <p:spPr>
            <a:xfrm>
              <a:off x="174924" y="7281722"/>
              <a:ext cx="376656" cy="1177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21476" extrusionOk="0">
                  <a:moveTo>
                    <a:pt x="17592" y="21476"/>
                  </a:moveTo>
                  <a:cubicBezTo>
                    <a:pt x="15780" y="21386"/>
                    <a:pt x="13977" y="20644"/>
                    <a:pt x="12217" y="19258"/>
                  </a:cubicBezTo>
                  <a:cubicBezTo>
                    <a:pt x="2980" y="12405"/>
                    <a:pt x="203" y="2535"/>
                    <a:pt x="94" y="2136"/>
                  </a:cubicBezTo>
                  <a:cubicBezTo>
                    <a:pt x="-46" y="1611"/>
                    <a:pt x="-28" y="826"/>
                    <a:pt x="133" y="367"/>
                  </a:cubicBezTo>
                  <a:cubicBezTo>
                    <a:pt x="280" y="-114"/>
                    <a:pt x="523" y="-124"/>
                    <a:pt x="673" y="350"/>
                  </a:cubicBezTo>
                  <a:cubicBezTo>
                    <a:pt x="675" y="355"/>
                    <a:pt x="677" y="362"/>
                    <a:pt x="679" y="367"/>
                  </a:cubicBezTo>
                  <a:cubicBezTo>
                    <a:pt x="679" y="367"/>
                    <a:pt x="3448" y="10087"/>
                    <a:pt x="12381" y="16691"/>
                  </a:cubicBezTo>
                  <a:cubicBezTo>
                    <a:pt x="18621" y="21302"/>
                    <a:pt x="20884" y="17065"/>
                    <a:pt x="20907" y="17040"/>
                  </a:cubicBezTo>
                  <a:cubicBezTo>
                    <a:pt x="21086" y="16681"/>
                    <a:pt x="21322" y="16851"/>
                    <a:pt x="21435" y="17422"/>
                  </a:cubicBezTo>
                  <a:cubicBezTo>
                    <a:pt x="21435" y="17429"/>
                    <a:pt x="21437" y="17434"/>
                    <a:pt x="21438" y="17439"/>
                  </a:cubicBezTo>
                  <a:cubicBezTo>
                    <a:pt x="21554" y="18017"/>
                    <a:pt x="21502" y="18787"/>
                    <a:pt x="21321" y="19158"/>
                  </a:cubicBezTo>
                  <a:cubicBezTo>
                    <a:pt x="21266" y="19408"/>
                    <a:pt x="20197" y="21476"/>
                    <a:pt x="17592" y="2147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8" name="자유형: 도형 217"/>
            <p:cNvSpPr/>
            <p:nvPr/>
          </p:nvSpPr>
          <p:spPr>
            <a:xfrm>
              <a:off x="298071" y="7016301"/>
              <a:ext cx="197897" cy="104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832" extrusionOk="0">
                  <a:moveTo>
                    <a:pt x="0" y="13116"/>
                  </a:moveTo>
                  <a:cubicBezTo>
                    <a:pt x="0" y="13116"/>
                    <a:pt x="13097" y="10523"/>
                    <a:pt x="21600" y="19832"/>
                  </a:cubicBezTo>
                  <a:lnTo>
                    <a:pt x="21600" y="7385"/>
                  </a:lnTo>
                  <a:cubicBezTo>
                    <a:pt x="21600" y="7385"/>
                    <a:pt x="17035" y="-1768"/>
                    <a:pt x="597" y="306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399" name="자유형: 도형 218"/>
            <p:cNvSpPr/>
            <p:nvPr/>
          </p:nvSpPr>
          <p:spPr>
            <a:xfrm>
              <a:off x="291209" y="7009479"/>
              <a:ext cx="210910" cy="118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9" h="20013" extrusionOk="0">
                  <a:moveTo>
                    <a:pt x="20950" y="20013"/>
                  </a:moveTo>
                  <a:cubicBezTo>
                    <a:pt x="20820" y="20020"/>
                    <a:pt x="20691" y="19955"/>
                    <a:pt x="20586" y="19828"/>
                  </a:cubicBezTo>
                  <a:cubicBezTo>
                    <a:pt x="12909" y="11820"/>
                    <a:pt x="898" y="13995"/>
                    <a:pt x="772" y="14019"/>
                  </a:cubicBezTo>
                  <a:cubicBezTo>
                    <a:pt x="566" y="14051"/>
                    <a:pt x="362" y="13931"/>
                    <a:pt x="212" y="13695"/>
                  </a:cubicBezTo>
                  <a:cubicBezTo>
                    <a:pt x="61" y="13465"/>
                    <a:pt x="-17" y="13130"/>
                    <a:pt x="2" y="12792"/>
                  </a:cubicBezTo>
                  <a:lnTo>
                    <a:pt x="492" y="1336"/>
                  </a:lnTo>
                  <a:cubicBezTo>
                    <a:pt x="513" y="762"/>
                    <a:pt x="788" y="306"/>
                    <a:pt x="1135" y="271"/>
                  </a:cubicBezTo>
                  <a:cubicBezTo>
                    <a:pt x="16713" y="-1580"/>
                    <a:pt x="21215" y="6636"/>
                    <a:pt x="21411" y="6983"/>
                  </a:cubicBezTo>
                  <a:cubicBezTo>
                    <a:pt x="21514" y="7194"/>
                    <a:pt x="21573" y="7453"/>
                    <a:pt x="21579" y="7724"/>
                  </a:cubicBezTo>
                  <a:lnTo>
                    <a:pt x="21579" y="18856"/>
                  </a:lnTo>
                  <a:cubicBezTo>
                    <a:pt x="21583" y="19275"/>
                    <a:pt x="21449" y="19663"/>
                    <a:pt x="21229" y="19874"/>
                  </a:cubicBezTo>
                  <a:cubicBezTo>
                    <a:pt x="21143" y="19951"/>
                    <a:pt x="21047" y="19997"/>
                    <a:pt x="20950" y="20013"/>
                  </a:cubicBezTo>
                  <a:close/>
                  <a:moveTo>
                    <a:pt x="4743" y="11404"/>
                  </a:moveTo>
                  <a:cubicBezTo>
                    <a:pt x="8826" y="11404"/>
                    <a:pt x="15146" y="12260"/>
                    <a:pt x="20237" y="16842"/>
                  </a:cubicBezTo>
                  <a:lnTo>
                    <a:pt x="20237" y="8233"/>
                  </a:lnTo>
                  <a:cubicBezTo>
                    <a:pt x="19341" y="6914"/>
                    <a:pt x="14643" y="1174"/>
                    <a:pt x="1890" y="2516"/>
                  </a:cubicBezTo>
                  <a:lnTo>
                    <a:pt x="1513" y="11589"/>
                  </a:lnTo>
                  <a:cubicBezTo>
                    <a:pt x="2198" y="11496"/>
                    <a:pt x="3331" y="11404"/>
                    <a:pt x="4743" y="11404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0" name="자유형: 도형 219"/>
            <p:cNvSpPr/>
            <p:nvPr/>
          </p:nvSpPr>
          <p:spPr>
            <a:xfrm>
              <a:off x="287821" y="7118571"/>
              <a:ext cx="215663" cy="94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589" extrusionOk="0">
                  <a:moveTo>
                    <a:pt x="0" y="13027"/>
                  </a:moveTo>
                  <a:cubicBezTo>
                    <a:pt x="0" y="13027"/>
                    <a:pt x="13455" y="8869"/>
                    <a:pt x="21600" y="18589"/>
                  </a:cubicBezTo>
                  <a:lnTo>
                    <a:pt x="20888" y="7789"/>
                  </a:lnTo>
                  <a:cubicBezTo>
                    <a:pt x="20888" y="7789"/>
                    <a:pt x="17630" y="-3011"/>
                    <a:pt x="452" y="823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1" name="자유형: 도형 220"/>
            <p:cNvSpPr/>
            <p:nvPr/>
          </p:nvSpPr>
          <p:spPr>
            <a:xfrm>
              <a:off x="281521" y="7111849"/>
              <a:ext cx="229376" cy="1076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18787" extrusionOk="0">
                  <a:moveTo>
                    <a:pt x="20923" y="18782"/>
                  </a:moveTo>
                  <a:cubicBezTo>
                    <a:pt x="20806" y="18775"/>
                    <a:pt x="20692" y="18718"/>
                    <a:pt x="20589" y="18615"/>
                  </a:cubicBezTo>
                  <a:cubicBezTo>
                    <a:pt x="13238" y="10365"/>
                    <a:pt x="862" y="13846"/>
                    <a:pt x="747" y="13846"/>
                  </a:cubicBezTo>
                  <a:cubicBezTo>
                    <a:pt x="553" y="13913"/>
                    <a:pt x="352" y="13808"/>
                    <a:pt x="207" y="13560"/>
                  </a:cubicBezTo>
                  <a:cubicBezTo>
                    <a:pt x="66" y="13305"/>
                    <a:pt x="-10" y="12947"/>
                    <a:pt x="1" y="12583"/>
                  </a:cubicBezTo>
                  <a:lnTo>
                    <a:pt x="426" y="1876"/>
                  </a:lnTo>
                  <a:cubicBezTo>
                    <a:pt x="453" y="1311"/>
                    <a:pt x="688" y="856"/>
                    <a:pt x="991" y="780"/>
                  </a:cubicBezTo>
                  <a:cubicBezTo>
                    <a:pt x="17363" y="-2797"/>
                    <a:pt x="20679" y="7074"/>
                    <a:pt x="20807" y="7504"/>
                  </a:cubicBezTo>
                  <a:cubicBezTo>
                    <a:pt x="20856" y="7640"/>
                    <a:pt x="20887" y="7795"/>
                    <a:pt x="20897" y="7957"/>
                  </a:cubicBezTo>
                  <a:lnTo>
                    <a:pt x="21566" y="17494"/>
                  </a:lnTo>
                  <a:cubicBezTo>
                    <a:pt x="21590" y="17954"/>
                    <a:pt x="21477" y="18403"/>
                    <a:pt x="21270" y="18663"/>
                  </a:cubicBezTo>
                  <a:cubicBezTo>
                    <a:pt x="21162" y="18763"/>
                    <a:pt x="21043" y="18803"/>
                    <a:pt x="20923" y="18782"/>
                  </a:cubicBezTo>
                  <a:close/>
                  <a:moveTo>
                    <a:pt x="6993" y="10675"/>
                  </a:moveTo>
                  <a:cubicBezTo>
                    <a:pt x="11507" y="10429"/>
                    <a:pt x="15995" y="12058"/>
                    <a:pt x="20126" y="15443"/>
                  </a:cubicBezTo>
                  <a:lnTo>
                    <a:pt x="19638" y="8648"/>
                  </a:lnTo>
                  <a:cubicBezTo>
                    <a:pt x="19137" y="7504"/>
                    <a:pt x="15448" y="303"/>
                    <a:pt x="1646" y="3140"/>
                  </a:cubicBezTo>
                  <a:lnTo>
                    <a:pt x="1312" y="11390"/>
                  </a:lnTo>
                  <a:cubicBezTo>
                    <a:pt x="3180" y="10949"/>
                    <a:pt x="5058" y="10711"/>
                    <a:pt x="6941" y="10675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2" name="자유형: 도형 221"/>
            <p:cNvSpPr/>
            <p:nvPr/>
          </p:nvSpPr>
          <p:spPr>
            <a:xfrm>
              <a:off x="1525347" y="7170466"/>
              <a:ext cx="228373" cy="78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998" extrusionOk="0">
                  <a:moveTo>
                    <a:pt x="21600" y="15998"/>
                  </a:moveTo>
                  <a:cubicBezTo>
                    <a:pt x="21600" y="15998"/>
                    <a:pt x="8337" y="8192"/>
                    <a:pt x="0" y="15438"/>
                  </a:cubicBezTo>
                  <a:lnTo>
                    <a:pt x="1500" y="4695"/>
                  </a:lnTo>
                  <a:cubicBezTo>
                    <a:pt x="1500" y="4695"/>
                    <a:pt x="7110" y="-5602"/>
                    <a:pt x="21083" y="4303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3" name="자유형: 도형 222"/>
            <p:cNvSpPr/>
            <p:nvPr/>
          </p:nvSpPr>
          <p:spPr>
            <a:xfrm>
              <a:off x="1518622" y="7163789"/>
              <a:ext cx="241948" cy="91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6" h="16585" extrusionOk="0">
                  <a:moveTo>
                    <a:pt x="20936" y="16583"/>
                  </a:moveTo>
                  <a:lnTo>
                    <a:pt x="20778" y="16583"/>
                  </a:lnTo>
                  <a:cubicBezTo>
                    <a:pt x="20656" y="16583"/>
                    <a:pt x="8401" y="9882"/>
                    <a:pt x="831" y="16064"/>
                  </a:cubicBezTo>
                  <a:cubicBezTo>
                    <a:pt x="614" y="16235"/>
                    <a:pt x="368" y="16138"/>
                    <a:pt x="198" y="15817"/>
                  </a:cubicBezTo>
                  <a:cubicBezTo>
                    <a:pt x="25" y="15501"/>
                    <a:pt x="-42" y="15008"/>
                    <a:pt x="27" y="14556"/>
                  </a:cubicBezTo>
                  <a:lnTo>
                    <a:pt x="1427" y="5060"/>
                  </a:lnTo>
                  <a:cubicBezTo>
                    <a:pt x="1459" y="4830"/>
                    <a:pt x="1522" y="4625"/>
                    <a:pt x="1610" y="4467"/>
                  </a:cubicBezTo>
                  <a:cubicBezTo>
                    <a:pt x="1841" y="4071"/>
                    <a:pt x="7318" y="-5004"/>
                    <a:pt x="20632" y="3898"/>
                  </a:cubicBezTo>
                  <a:cubicBezTo>
                    <a:pt x="20862" y="4039"/>
                    <a:pt x="21026" y="4449"/>
                    <a:pt x="21046" y="4937"/>
                  </a:cubicBezTo>
                  <a:lnTo>
                    <a:pt x="21545" y="15273"/>
                  </a:lnTo>
                  <a:cubicBezTo>
                    <a:pt x="21558" y="15678"/>
                    <a:pt x="21476" y="16072"/>
                    <a:pt x="21326" y="16336"/>
                  </a:cubicBezTo>
                  <a:cubicBezTo>
                    <a:pt x="21214" y="16509"/>
                    <a:pt x="21076" y="16596"/>
                    <a:pt x="20936" y="16583"/>
                  </a:cubicBezTo>
                  <a:close/>
                  <a:moveTo>
                    <a:pt x="8961" y="10871"/>
                  </a:moveTo>
                  <a:cubicBezTo>
                    <a:pt x="12761" y="10973"/>
                    <a:pt x="16545" y="11927"/>
                    <a:pt x="20242" y="13715"/>
                  </a:cubicBezTo>
                  <a:lnTo>
                    <a:pt x="19877" y="5951"/>
                  </a:lnTo>
                  <a:cubicBezTo>
                    <a:pt x="8632" y="-1468"/>
                    <a:pt x="3411" y="4887"/>
                    <a:pt x="2534" y="6123"/>
                  </a:cubicBezTo>
                  <a:lnTo>
                    <a:pt x="1537" y="12874"/>
                  </a:lnTo>
                  <a:cubicBezTo>
                    <a:pt x="3947" y="11455"/>
                    <a:pt x="6451" y="10780"/>
                    <a:pt x="8961" y="10871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4" name="자유형: 도형 223"/>
            <p:cNvSpPr/>
            <p:nvPr/>
          </p:nvSpPr>
          <p:spPr>
            <a:xfrm>
              <a:off x="1545301" y="7068081"/>
              <a:ext cx="210060" cy="78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981" extrusionOk="0">
                  <a:moveTo>
                    <a:pt x="21600" y="15981"/>
                  </a:moveTo>
                  <a:cubicBezTo>
                    <a:pt x="21600" y="15981"/>
                    <a:pt x="9064" y="8157"/>
                    <a:pt x="0" y="15394"/>
                  </a:cubicBezTo>
                  <a:lnTo>
                    <a:pt x="1616" y="4692"/>
                  </a:lnTo>
                  <a:cubicBezTo>
                    <a:pt x="1616" y="4692"/>
                    <a:pt x="7729" y="-5619"/>
                    <a:pt x="21038" y="4329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5" name="자유형: 도형 224"/>
            <p:cNvSpPr/>
            <p:nvPr/>
          </p:nvSpPr>
          <p:spPr>
            <a:xfrm>
              <a:off x="1538841" y="7061401"/>
              <a:ext cx="223664" cy="91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16567" extrusionOk="0">
                  <a:moveTo>
                    <a:pt x="20875" y="16546"/>
                  </a:moveTo>
                  <a:cubicBezTo>
                    <a:pt x="20810" y="16573"/>
                    <a:pt x="20742" y="16573"/>
                    <a:pt x="20677" y="16546"/>
                  </a:cubicBezTo>
                  <a:cubicBezTo>
                    <a:pt x="20559" y="16546"/>
                    <a:pt x="9043" y="9862"/>
                    <a:pt x="913" y="16004"/>
                  </a:cubicBezTo>
                  <a:cubicBezTo>
                    <a:pt x="577" y="16265"/>
                    <a:pt x="191" y="15969"/>
                    <a:pt x="51" y="15340"/>
                  </a:cubicBezTo>
                  <a:cubicBezTo>
                    <a:pt x="-8" y="15074"/>
                    <a:pt x="-16" y="14775"/>
                    <a:pt x="30" y="14499"/>
                  </a:cubicBezTo>
                  <a:lnTo>
                    <a:pt x="1545" y="5027"/>
                  </a:lnTo>
                  <a:cubicBezTo>
                    <a:pt x="1586" y="4798"/>
                    <a:pt x="1659" y="4593"/>
                    <a:pt x="1756" y="4435"/>
                  </a:cubicBezTo>
                  <a:cubicBezTo>
                    <a:pt x="1993" y="4065"/>
                    <a:pt x="7923" y="-5012"/>
                    <a:pt x="20612" y="3917"/>
                  </a:cubicBezTo>
                  <a:cubicBezTo>
                    <a:pt x="20846" y="4085"/>
                    <a:pt x="21009" y="4487"/>
                    <a:pt x="21033" y="4953"/>
                  </a:cubicBezTo>
                  <a:lnTo>
                    <a:pt x="21560" y="15264"/>
                  </a:lnTo>
                  <a:cubicBezTo>
                    <a:pt x="21584" y="15670"/>
                    <a:pt x="21494" y="16070"/>
                    <a:pt x="21323" y="16324"/>
                  </a:cubicBezTo>
                  <a:cubicBezTo>
                    <a:pt x="21197" y="16509"/>
                    <a:pt x="21034" y="16588"/>
                    <a:pt x="20875" y="16546"/>
                  </a:cubicBezTo>
                  <a:close/>
                  <a:moveTo>
                    <a:pt x="9214" y="10848"/>
                  </a:moveTo>
                  <a:cubicBezTo>
                    <a:pt x="12898" y="10920"/>
                    <a:pt x="16564" y="11857"/>
                    <a:pt x="20124" y="13636"/>
                  </a:cubicBezTo>
                  <a:lnTo>
                    <a:pt x="19729" y="5915"/>
                  </a:lnTo>
                  <a:cubicBezTo>
                    <a:pt x="9122" y="-1312"/>
                    <a:pt x="3640" y="4854"/>
                    <a:pt x="2705" y="6088"/>
                  </a:cubicBezTo>
                  <a:lnTo>
                    <a:pt x="1625" y="12822"/>
                  </a:lnTo>
                  <a:cubicBezTo>
                    <a:pt x="4086" y="11448"/>
                    <a:pt x="6646" y="10782"/>
                    <a:pt x="9214" y="10848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6" name="자유형: 도형 225"/>
            <p:cNvSpPr/>
            <p:nvPr/>
          </p:nvSpPr>
          <p:spPr>
            <a:xfrm>
              <a:off x="430774" y="1090771"/>
              <a:ext cx="739537" cy="733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321" extrusionOk="0">
                  <a:moveTo>
                    <a:pt x="20732" y="14718"/>
                  </a:moveTo>
                  <a:cubicBezTo>
                    <a:pt x="20099" y="13469"/>
                    <a:pt x="18918" y="13026"/>
                    <a:pt x="18675" y="10448"/>
                  </a:cubicBezTo>
                  <a:cubicBezTo>
                    <a:pt x="18675" y="10448"/>
                    <a:pt x="21106" y="7151"/>
                    <a:pt x="19038" y="4585"/>
                  </a:cubicBezTo>
                  <a:cubicBezTo>
                    <a:pt x="16970" y="2018"/>
                    <a:pt x="15307" y="12"/>
                    <a:pt x="12926" y="1587"/>
                  </a:cubicBezTo>
                  <a:cubicBezTo>
                    <a:pt x="12926" y="1587"/>
                    <a:pt x="10758" y="-1279"/>
                    <a:pt x="6270" y="693"/>
                  </a:cubicBezTo>
                  <a:cubicBezTo>
                    <a:pt x="2940" y="2154"/>
                    <a:pt x="1516" y="4948"/>
                    <a:pt x="1073" y="5807"/>
                  </a:cubicBezTo>
                  <a:cubicBezTo>
                    <a:pt x="359" y="7189"/>
                    <a:pt x="-162" y="10199"/>
                    <a:pt x="46" y="11728"/>
                  </a:cubicBezTo>
                  <a:cubicBezTo>
                    <a:pt x="208" y="12913"/>
                    <a:pt x="1242" y="14030"/>
                    <a:pt x="2311" y="14597"/>
                  </a:cubicBezTo>
                  <a:cubicBezTo>
                    <a:pt x="2952" y="14938"/>
                    <a:pt x="3666" y="14840"/>
                    <a:pt x="4310" y="15165"/>
                  </a:cubicBezTo>
                  <a:cubicBezTo>
                    <a:pt x="5336" y="15684"/>
                    <a:pt x="5306" y="16808"/>
                    <a:pt x="5082" y="17796"/>
                  </a:cubicBezTo>
                  <a:cubicBezTo>
                    <a:pt x="4792" y="19026"/>
                    <a:pt x="3835" y="19666"/>
                    <a:pt x="2871" y="20321"/>
                  </a:cubicBezTo>
                  <a:cubicBezTo>
                    <a:pt x="4966" y="19799"/>
                    <a:pt x="6343" y="17565"/>
                    <a:pt x="5452" y="15616"/>
                  </a:cubicBezTo>
                  <a:cubicBezTo>
                    <a:pt x="5066" y="14798"/>
                    <a:pt x="4754" y="14101"/>
                    <a:pt x="4815" y="13166"/>
                  </a:cubicBezTo>
                  <a:cubicBezTo>
                    <a:pt x="4904" y="11917"/>
                    <a:pt x="6336" y="11690"/>
                    <a:pt x="7516" y="10161"/>
                  </a:cubicBezTo>
                  <a:cubicBezTo>
                    <a:pt x="7601" y="10055"/>
                    <a:pt x="8365" y="9211"/>
                    <a:pt x="8554" y="9002"/>
                  </a:cubicBezTo>
                  <a:cubicBezTo>
                    <a:pt x="8581" y="9381"/>
                    <a:pt x="8203" y="9960"/>
                    <a:pt x="8338" y="10289"/>
                  </a:cubicBezTo>
                  <a:cubicBezTo>
                    <a:pt x="8531" y="10218"/>
                    <a:pt x="9033" y="10089"/>
                    <a:pt x="9253" y="10036"/>
                  </a:cubicBezTo>
                  <a:cubicBezTo>
                    <a:pt x="9279" y="9496"/>
                    <a:pt x="9410" y="8967"/>
                    <a:pt x="9639" y="8476"/>
                  </a:cubicBezTo>
                  <a:cubicBezTo>
                    <a:pt x="9764" y="8996"/>
                    <a:pt x="9764" y="9538"/>
                    <a:pt x="9639" y="10059"/>
                  </a:cubicBezTo>
                  <a:cubicBezTo>
                    <a:pt x="9943" y="10146"/>
                    <a:pt x="10105" y="10153"/>
                    <a:pt x="10302" y="9937"/>
                  </a:cubicBezTo>
                  <a:cubicBezTo>
                    <a:pt x="10576" y="9382"/>
                    <a:pt x="10725" y="8775"/>
                    <a:pt x="10738" y="8158"/>
                  </a:cubicBezTo>
                  <a:cubicBezTo>
                    <a:pt x="11124" y="8575"/>
                    <a:pt x="11047" y="9582"/>
                    <a:pt x="10900" y="10104"/>
                  </a:cubicBezTo>
                  <a:cubicBezTo>
                    <a:pt x="11371" y="9975"/>
                    <a:pt x="11749" y="10066"/>
                    <a:pt x="11950" y="9703"/>
                  </a:cubicBezTo>
                  <a:cubicBezTo>
                    <a:pt x="12247" y="9161"/>
                    <a:pt x="11896" y="8245"/>
                    <a:pt x="11819" y="7693"/>
                  </a:cubicBezTo>
                  <a:cubicBezTo>
                    <a:pt x="12247" y="8276"/>
                    <a:pt x="12466" y="8983"/>
                    <a:pt x="12440" y="9703"/>
                  </a:cubicBezTo>
                  <a:cubicBezTo>
                    <a:pt x="13655" y="9373"/>
                    <a:pt x="13015" y="8567"/>
                    <a:pt x="12679" y="7670"/>
                  </a:cubicBezTo>
                  <a:cubicBezTo>
                    <a:pt x="13179" y="8077"/>
                    <a:pt x="13543" y="8622"/>
                    <a:pt x="13725" y="9233"/>
                  </a:cubicBezTo>
                  <a:cubicBezTo>
                    <a:pt x="14300" y="8949"/>
                    <a:pt x="14311" y="9093"/>
                    <a:pt x="14381" y="8559"/>
                  </a:cubicBezTo>
                  <a:cubicBezTo>
                    <a:pt x="14410" y="8026"/>
                    <a:pt x="14311" y="7493"/>
                    <a:pt x="14091" y="7004"/>
                  </a:cubicBezTo>
                  <a:cubicBezTo>
                    <a:pt x="15754" y="7969"/>
                    <a:pt x="17726" y="9392"/>
                    <a:pt x="17900" y="10789"/>
                  </a:cubicBezTo>
                  <a:cubicBezTo>
                    <a:pt x="18201" y="13208"/>
                    <a:pt x="21438" y="14870"/>
                    <a:pt x="19794" y="17762"/>
                  </a:cubicBezTo>
                  <a:cubicBezTo>
                    <a:pt x="19771" y="17754"/>
                    <a:pt x="21361" y="15971"/>
                    <a:pt x="20732" y="14718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7" name="자유형: 도형 226"/>
            <p:cNvSpPr/>
            <p:nvPr/>
          </p:nvSpPr>
          <p:spPr>
            <a:xfrm>
              <a:off x="423990" y="1083581"/>
              <a:ext cx="753184" cy="747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2" h="20557" extrusionOk="0">
                  <a:moveTo>
                    <a:pt x="3003" y="20558"/>
                  </a:moveTo>
                  <a:cubicBezTo>
                    <a:pt x="2929" y="20558"/>
                    <a:pt x="2862" y="20515"/>
                    <a:pt x="2832" y="20449"/>
                  </a:cubicBezTo>
                  <a:cubicBezTo>
                    <a:pt x="2793" y="20366"/>
                    <a:pt x="2820" y="20268"/>
                    <a:pt x="2896" y="20216"/>
                  </a:cubicBezTo>
                  <a:lnTo>
                    <a:pt x="2927" y="20193"/>
                  </a:lnTo>
                  <a:cubicBezTo>
                    <a:pt x="3853" y="19558"/>
                    <a:pt x="4727" y="18957"/>
                    <a:pt x="4997" y="17819"/>
                  </a:cubicBezTo>
                  <a:cubicBezTo>
                    <a:pt x="5289" y="16579"/>
                    <a:pt x="5076" y="15794"/>
                    <a:pt x="4347" y="15422"/>
                  </a:cubicBezTo>
                  <a:cubicBezTo>
                    <a:pt x="4057" y="15291"/>
                    <a:pt x="3748" y="15204"/>
                    <a:pt x="3432" y="15166"/>
                  </a:cubicBezTo>
                  <a:cubicBezTo>
                    <a:pt x="3063" y="15122"/>
                    <a:pt x="2705" y="15016"/>
                    <a:pt x="2372" y="14854"/>
                  </a:cubicBezTo>
                  <a:cubicBezTo>
                    <a:pt x="1339" y="14302"/>
                    <a:pt x="222" y="13164"/>
                    <a:pt x="48" y="11849"/>
                  </a:cubicBezTo>
                  <a:cubicBezTo>
                    <a:pt x="-165" y="10289"/>
                    <a:pt x="355" y="7265"/>
                    <a:pt x="1077" y="5860"/>
                  </a:cubicBezTo>
                  <a:cubicBezTo>
                    <a:pt x="1552" y="4928"/>
                    <a:pt x="2976" y="2163"/>
                    <a:pt x="6284" y="698"/>
                  </a:cubicBezTo>
                  <a:cubicBezTo>
                    <a:pt x="10215" y="-1042"/>
                    <a:pt x="12433" y="953"/>
                    <a:pt x="12946" y="1509"/>
                  </a:cubicBezTo>
                  <a:cubicBezTo>
                    <a:pt x="15396" y="6"/>
                    <a:pt x="17105" y="2133"/>
                    <a:pt x="19080" y="4605"/>
                  </a:cubicBezTo>
                  <a:cubicBezTo>
                    <a:pt x="21055" y="7077"/>
                    <a:pt x="19080" y="10120"/>
                    <a:pt x="18769" y="10590"/>
                  </a:cubicBezTo>
                  <a:cubicBezTo>
                    <a:pt x="18837" y="11723"/>
                    <a:pt x="19289" y="12801"/>
                    <a:pt x="20053" y="13648"/>
                  </a:cubicBezTo>
                  <a:cubicBezTo>
                    <a:pt x="20327" y="13972"/>
                    <a:pt x="20566" y="14323"/>
                    <a:pt x="20767" y="14697"/>
                  </a:cubicBezTo>
                  <a:cubicBezTo>
                    <a:pt x="21435" y="16034"/>
                    <a:pt x="19859" y="17838"/>
                    <a:pt x="19794" y="17913"/>
                  </a:cubicBezTo>
                  <a:cubicBezTo>
                    <a:pt x="19730" y="17995"/>
                    <a:pt x="19611" y="18010"/>
                    <a:pt x="19528" y="17946"/>
                  </a:cubicBezTo>
                  <a:cubicBezTo>
                    <a:pt x="19451" y="17887"/>
                    <a:pt x="19431" y="17780"/>
                    <a:pt x="19483" y="17698"/>
                  </a:cubicBezTo>
                  <a:cubicBezTo>
                    <a:pt x="20436" y="16012"/>
                    <a:pt x="19631" y="14779"/>
                    <a:pt x="18776" y="13472"/>
                  </a:cubicBezTo>
                  <a:cubicBezTo>
                    <a:pt x="18252" y="12671"/>
                    <a:pt x="17713" y="11841"/>
                    <a:pt x="17595" y="10894"/>
                  </a:cubicBezTo>
                  <a:cubicBezTo>
                    <a:pt x="17451" y="9715"/>
                    <a:pt x="15856" y="8475"/>
                    <a:pt x="14382" y="7562"/>
                  </a:cubicBezTo>
                  <a:cubicBezTo>
                    <a:pt x="14499" y="7925"/>
                    <a:pt x="14543" y="8308"/>
                    <a:pt x="14511" y="8689"/>
                  </a:cubicBezTo>
                  <a:cubicBezTo>
                    <a:pt x="14450" y="9144"/>
                    <a:pt x="14397" y="9222"/>
                    <a:pt x="14055" y="9365"/>
                  </a:cubicBezTo>
                  <a:cubicBezTo>
                    <a:pt x="13979" y="9395"/>
                    <a:pt x="13884" y="9437"/>
                    <a:pt x="13759" y="9497"/>
                  </a:cubicBezTo>
                  <a:cubicBezTo>
                    <a:pt x="13666" y="9544"/>
                    <a:pt x="13551" y="9508"/>
                    <a:pt x="13503" y="9416"/>
                  </a:cubicBezTo>
                  <a:cubicBezTo>
                    <a:pt x="13497" y="9404"/>
                    <a:pt x="13493" y="9392"/>
                    <a:pt x="13489" y="9380"/>
                  </a:cubicBezTo>
                  <a:cubicBezTo>
                    <a:pt x="13435" y="9180"/>
                    <a:pt x="13356" y="8986"/>
                    <a:pt x="13254" y="8805"/>
                  </a:cubicBezTo>
                  <a:cubicBezTo>
                    <a:pt x="13326" y="9019"/>
                    <a:pt x="13316" y="9252"/>
                    <a:pt x="13227" y="9459"/>
                  </a:cubicBezTo>
                  <a:cubicBezTo>
                    <a:pt x="13064" y="9735"/>
                    <a:pt x="12786" y="9925"/>
                    <a:pt x="12468" y="9978"/>
                  </a:cubicBezTo>
                  <a:cubicBezTo>
                    <a:pt x="12411" y="9995"/>
                    <a:pt x="12350" y="9984"/>
                    <a:pt x="12304" y="9948"/>
                  </a:cubicBezTo>
                  <a:cubicBezTo>
                    <a:pt x="12256" y="9914"/>
                    <a:pt x="12226" y="9860"/>
                    <a:pt x="12225" y="9801"/>
                  </a:cubicBezTo>
                  <a:cubicBezTo>
                    <a:pt x="12225" y="9722"/>
                    <a:pt x="12225" y="9636"/>
                    <a:pt x="12225" y="9546"/>
                  </a:cubicBezTo>
                  <a:cubicBezTo>
                    <a:pt x="12207" y="9664"/>
                    <a:pt x="12168" y="9779"/>
                    <a:pt x="12111" y="9884"/>
                  </a:cubicBezTo>
                  <a:cubicBezTo>
                    <a:pt x="11945" y="10153"/>
                    <a:pt x="11647" y="10315"/>
                    <a:pt x="11328" y="10308"/>
                  </a:cubicBezTo>
                  <a:cubicBezTo>
                    <a:pt x="11200" y="10322"/>
                    <a:pt x="11073" y="10344"/>
                    <a:pt x="10948" y="10376"/>
                  </a:cubicBezTo>
                  <a:cubicBezTo>
                    <a:pt x="10848" y="10405"/>
                    <a:pt x="10742" y="10348"/>
                    <a:pt x="10713" y="10248"/>
                  </a:cubicBezTo>
                  <a:cubicBezTo>
                    <a:pt x="10703" y="10214"/>
                    <a:pt x="10703" y="10177"/>
                    <a:pt x="10713" y="10143"/>
                  </a:cubicBezTo>
                  <a:cubicBezTo>
                    <a:pt x="10798" y="9818"/>
                    <a:pt x="10833" y="9482"/>
                    <a:pt x="10815" y="9147"/>
                  </a:cubicBezTo>
                  <a:cubicBezTo>
                    <a:pt x="10757" y="9505"/>
                    <a:pt x="10627" y="9849"/>
                    <a:pt x="10436" y="10158"/>
                  </a:cubicBezTo>
                  <a:cubicBezTo>
                    <a:pt x="10225" y="10398"/>
                    <a:pt x="9878" y="10469"/>
                    <a:pt x="9589" y="10331"/>
                  </a:cubicBezTo>
                  <a:cubicBezTo>
                    <a:pt x="9492" y="10303"/>
                    <a:pt x="9434" y="10206"/>
                    <a:pt x="9456" y="10109"/>
                  </a:cubicBezTo>
                  <a:cubicBezTo>
                    <a:pt x="9507" y="9900"/>
                    <a:pt x="9533" y="9686"/>
                    <a:pt x="9535" y="9470"/>
                  </a:cubicBezTo>
                  <a:cubicBezTo>
                    <a:pt x="9489" y="9688"/>
                    <a:pt x="9461" y="9909"/>
                    <a:pt x="9452" y="10132"/>
                  </a:cubicBezTo>
                  <a:cubicBezTo>
                    <a:pt x="9449" y="10216"/>
                    <a:pt x="9390" y="10288"/>
                    <a:pt x="9308" y="10308"/>
                  </a:cubicBezTo>
                  <a:cubicBezTo>
                    <a:pt x="9045" y="10376"/>
                    <a:pt x="8594" y="10492"/>
                    <a:pt x="8430" y="10552"/>
                  </a:cubicBezTo>
                  <a:cubicBezTo>
                    <a:pt x="8335" y="10589"/>
                    <a:pt x="8227" y="10544"/>
                    <a:pt x="8187" y="10451"/>
                  </a:cubicBezTo>
                  <a:cubicBezTo>
                    <a:pt x="8123" y="10228"/>
                    <a:pt x="8136" y="9990"/>
                    <a:pt x="8225" y="9775"/>
                  </a:cubicBezTo>
                  <a:cubicBezTo>
                    <a:pt x="7982" y="10045"/>
                    <a:pt x="7747" y="10312"/>
                    <a:pt x="7705" y="10365"/>
                  </a:cubicBezTo>
                  <a:cubicBezTo>
                    <a:pt x="7268" y="10912"/>
                    <a:pt x="6757" y="11398"/>
                    <a:pt x="6185" y="11807"/>
                  </a:cubicBezTo>
                  <a:cubicBezTo>
                    <a:pt x="5574" y="12277"/>
                    <a:pt x="5133" y="12615"/>
                    <a:pt x="5088" y="13250"/>
                  </a:cubicBezTo>
                  <a:cubicBezTo>
                    <a:pt x="5027" y="14125"/>
                    <a:pt x="5339" y="14805"/>
                    <a:pt x="5699" y="15587"/>
                  </a:cubicBezTo>
                  <a:cubicBezTo>
                    <a:pt x="6109" y="16491"/>
                    <a:pt x="6086" y="17530"/>
                    <a:pt x="5639" y="18416"/>
                  </a:cubicBezTo>
                  <a:cubicBezTo>
                    <a:pt x="5121" y="19459"/>
                    <a:pt x="4170" y="20227"/>
                    <a:pt x="3033" y="20520"/>
                  </a:cubicBezTo>
                  <a:close/>
                  <a:moveTo>
                    <a:pt x="9323" y="386"/>
                  </a:moveTo>
                  <a:cubicBezTo>
                    <a:pt x="8325" y="405"/>
                    <a:pt x="7342" y="635"/>
                    <a:pt x="6440" y="1058"/>
                  </a:cubicBezTo>
                  <a:cubicBezTo>
                    <a:pt x="3250" y="2471"/>
                    <a:pt x="1882" y="5146"/>
                    <a:pt x="1426" y="6025"/>
                  </a:cubicBezTo>
                  <a:cubicBezTo>
                    <a:pt x="731" y="7378"/>
                    <a:pt x="222" y="10342"/>
                    <a:pt x="424" y="11819"/>
                  </a:cubicBezTo>
                  <a:cubicBezTo>
                    <a:pt x="579" y="12976"/>
                    <a:pt x="1635" y="14032"/>
                    <a:pt x="2554" y="14524"/>
                  </a:cubicBezTo>
                  <a:cubicBezTo>
                    <a:pt x="2852" y="14666"/>
                    <a:pt x="3172" y="14757"/>
                    <a:pt x="3500" y="14794"/>
                  </a:cubicBezTo>
                  <a:cubicBezTo>
                    <a:pt x="3853" y="14839"/>
                    <a:pt x="4196" y="14938"/>
                    <a:pt x="4518" y="15087"/>
                  </a:cubicBezTo>
                  <a:cubicBezTo>
                    <a:pt x="5414" y="15542"/>
                    <a:pt x="5699" y="16489"/>
                    <a:pt x="5365" y="17905"/>
                  </a:cubicBezTo>
                  <a:cubicBezTo>
                    <a:pt x="5293" y="18240"/>
                    <a:pt x="5165" y="18560"/>
                    <a:pt x="4985" y="18852"/>
                  </a:cubicBezTo>
                  <a:cubicBezTo>
                    <a:pt x="5120" y="18674"/>
                    <a:pt x="5237" y="18484"/>
                    <a:pt x="5335" y="18285"/>
                  </a:cubicBezTo>
                  <a:cubicBezTo>
                    <a:pt x="5732" y="17500"/>
                    <a:pt x="5753" y="16580"/>
                    <a:pt x="5392" y="15779"/>
                  </a:cubicBezTo>
                  <a:cubicBezTo>
                    <a:pt x="5012" y="14982"/>
                    <a:pt x="4681" y="14231"/>
                    <a:pt x="4746" y="13258"/>
                  </a:cubicBezTo>
                  <a:cubicBezTo>
                    <a:pt x="4803" y="12457"/>
                    <a:pt x="5354" y="12033"/>
                    <a:pt x="5988" y="11544"/>
                  </a:cubicBezTo>
                  <a:cubicBezTo>
                    <a:pt x="6531" y="11155"/>
                    <a:pt x="7017" y="10694"/>
                    <a:pt x="7431" y="10173"/>
                  </a:cubicBezTo>
                  <a:cubicBezTo>
                    <a:pt x="7526" y="10049"/>
                    <a:pt x="8343" y="9147"/>
                    <a:pt x="8464" y="9012"/>
                  </a:cubicBezTo>
                  <a:cubicBezTo>
                    <a:pt x="8516" y="8955"/>
                    <a:pt x="8597" y="8934"/>
                    <a:pt x="8669" y="8959"/>
                  </a:cubicBezTo>
                  <a:cubicBezTo>
                    <a:pt x="8742" y="8983"/>
                    <a:pt x="8792" y="9049"/>
                    <a:pt x="8795" y="9125"/>
                  </a:cubicBezTo>
                  <a:cubicBezTo>
                    <a:pt x="8791" y="9342"/>
                    <a:pt x="8749" y="9557"/>
                    <a:pt x="8669" y="9760"/>
                  </a:cubicBezTo>
                  <a:cubicBezTo>
                    <a:pt x="8622" y="9891"/>
                    <a:pt x="8586" y="10025"/>
                    <a:pt x="8559" y="10162"/>
                  </a:cubicBezTo>
                  <a:cubicBezTo>
                    <a:pt x="8745" y="10105"/>
                    <a:pt x="8970" y="10049"/>
                    <a:pt x="9110" y="10011"/>
                  </a:cubicBezTo>
                  <a:cubicBezTo>
                    <a:pt x="9145" y="9492"/>
                    <a:pt x="9273" y="8983"/>
                    <a:pt x="9490" y="8509"/>
                  </a:cubicBezTo>
                  <a:cubicBezTo>
                    <a:pt x="9528" y="8442"/>
                    <a:pt x="9603" y="8404"/>
                    <a:pt x="9680" y="8411"/>
                  </a:cubicBezTo>
                  <a:cubicBezTo>
                    <a:pt x="9756" y="8419"/>
                    <a:pt x="9820" y="8471"/>
                    <a:pt x="9843" y="8542"/>
                  </a:cubicBezTo>
                  <a:cubicBezTo>
                    <a:pt x="9969" y="9034"/>
                    <a:pt x="9988" y="9546"/>
                    <a:pt x="9900" y="10045"/>
                  </a:cubicBezTo>
                  <a:cubicBezTo>
                    <a:pt x="10009" y="10077"/>
                    <a:pt x="10126" y="10034"/>
                    <a:pt x="10189" y="9940"/>
                  </a:cubicBezTo>
                  <a:cubicBezTo>
                    <a:pt x="10416" y="9432"/>
                    <a:pt x="10545" y="8887"/>
                    <a:pt x="10569" y="8332"/>
                  </a:cubicBezTo>
                  <a:cubicBezTo>
                    <a:pt x="10553" y="8249"/>
                    <a:pt x="10595" y="8166"/>
                    <a:pt x="10671" y="8129"/>
                  </a:cubicBezTo>
                  <a:cubicBezTo>
                    <a:pt x="10747" y="8092"/>
                    <a:pt x="10840" y="8110"/>
                    <a:pt x="10895" y="8174"/>
                  </a:cubicBezTo>
                  <a:cubicBezTo>
                    <a:pt x="11275" y="8591"/>
                    <a:pt x="11275" y="9440"/>
                    <a:pt x="11161" y="9985"/>
                  </a:cubicBezTo>
                  <a:lnTo>
                    <a:pt x="11279" y="9985"/>
                  </a:lnTo>
                  <a:cubicBezTo>
                    <a:pt x="11564" y="9944"/>
                    <a:pt x="11693" y="9921"/>
                    <a:pt x="11780" y="9756"/>
                  </a:cubicBezTo>
                  <a:cubicBezTo>
                    <a:pt x="11962" y="9418"/>
                    <a:pt x="11833" y="8835"/>
                    <a:pt x="11727" y="8370"/>
                  </a:cubicBezTo>
                  <a:cubicBezTo>
                    <a:pt x="11685" y="8189"/>
                    <a:pt x="11647" y="8020"/>
                    <a:pt x="11628" y="7877"/>
                  </a:cubicBezTo>
                  <a:cubicBezTo>
                    <a:pt x="11611" y="7775"/>
                    <a:pt x="11680" y="7678"/>
                    <a:pt x="11784" y="7661"/>
                  </a:cubicBezTo>
                  <a:cubicBezTo>
                    <a:pt x="11851" y="7650"/>
                    <a:pt x="11919" y="7675"/>
                    <a:pt x="11962" y="7727"/>
                  </a:cubicBezTo>
                  <a:cubicBezTo>
                    <a:pt x="12372" y="8270"/>
                    <a:pt x="12598" y="8928"/>
                    <a:pt x="12608" y="9606"/>
                  </a:cubicBezTo>
                  <a:cubicBezTo>
                    <a:pt x="12732" y="9562"/>
                    <a:pt x="12837" y="9477"/>
                    <a:pt x="12904" y="9365"/>
                  </a:cubicBezTo>
                  <a:cubicBezTo>
                    <a:pt x="13011" y="9144"/>
                    <a:pt x="12851" y="8775"/>
                    <a:pt x="12680" y="8385"/>
                  </a:cubicBezTo>
                  <a:cubicBezTo>
                    <a:pt x="12612" y="8231"/>
                    <a:pt x="12544" y="8076"/>
                    <a:pt x="12487" y="7915"/>
                  </a:cubicBezTo>
                  <a:cubicBezTo>
                    <a:pt x="12456" y="7835"/>
                    <a:pt x="12484" y="7745"/>
                    <a:pt x="12555" y="7697"/>
                  </a:cubicBezTo>
                  <a:cubicBezTo>
                    <a:pt x="12624" y="7646"/>
                    <a:pt x="12718" y="7646"/>
                    <a:pt x="12787" y="7697"/>
                  </a:cubicBezTo>
                  <a:cubicBezTo>
                    <a:pt x="13247" y="8079"/>
                    <a:pt x="13598" y="8572"/>
                    <a:pt x="13808" y="9129"/>
                  </a:cubicBezTo>
                  <a:lnTo>
                    <a:pt x="13926" y="9080"/>
                  </a:lnTo>
                  <a:cubicBezTo>
                    <a:pt x="14112" y="9001"/>
                    <a:pt x="14112" y="9001"/>
                    <a:pt x="14154" y="8704"/>
                  </a:cubicBezTo>
                  <a:cubicBezTo>
                    <a:pt x="14177" y="8206"/>
                    <a:pt x="14082" y="7709"/>
                    <a:pt x="13877" y="7254"/>
                  </a:cubicBezTo>
                  <a:cubicBezTo>
                    <a:pt x="13839" y="7157"/>
                    <a:pt x="13888" y="7048"/>
                    <a:pt x="13986" y="7011"/>
                  </a:cubicBezTo>
                  <a:cubicBezTo>
                    <a:pt x="14040" y="6991"/>
                    <a:pt x="14100" y="6996"/>
                    <a:pt x="14150" y="7025"/>
                  </a:cubicBezTo>
                  <a:cubicBezTo>
                    <a:pt x="15802" y="7994"/>
                    <a:pt x="17812" y="9452"/>
                    <a:pt x="17990" y="10902"/>
                  </a:cubicBezTo>
                  <a:cubicBezTo>
                    <a:pt x="18096" y="11762"/>
                    <a:pt x="18590" y="12521"/>
                    <a:pt x="19130" y="13321"/>
                  </a:cubicBezTo>
                  <a:cubicBezTo>
                    <a:pt x="19771" y="14302"/>
                    <a:pt x="20432" y="15309"/>
                    <a:pt x="20318" y="16519"/>
                  </a:cubicBezTo>
                  <a:cubicBezTo>
                    <a:pt x="20601" y="16030"/>
                    <a:pt x="20653" y="15444"/>
                    <a:pt x="20459" y="14914"/>
                  </a:cubicBezTo>
                  <a:cubicBezTo>
                    <a:pt x="20270" y="14565"/>
                    <a:pt x="20045" y="14237"/>
                    <a:pt x="19787" y="13934"/>
                  </a:cubicBezTo>
                  <a:cubicBezTo>
                    <a:pt x="18965" y="13009"/>
                    <a:pt x="18483" y="11838"/>
                    <a:pt x="18415" y="10609"/>
                  </a:cubicBezTo>
                  <a:cubicBezTo>
                    <a:pt x="18413" y="10563"/>
                    <a:pt x="18426" y="10518"/>
                    <a:pt x="18454" y="10481"/>
                  </a:cubicBezTo>
                  <a:cubicBezTo>
                    <a:pt x="18476" y="10451"/>
                    <a:pt x="20732" y="7295"/>
                    <a:pt x="18814" y="4890"/>
                  </a:cubicBezTo>
                  <a:cubicBezTo>
                    <a:pt x="16627" y="2148"/>
                    <a:pt x="15176" y="540"/>
                    <a:pt x="13053" y="1964"/>
                  </a:cubicBezTo>
                  <a:cubicBezTo>
                    <a:pt x="12969" y="2020"/>
                    <a:pt x="12855" y="2002"/>
                    <a:pt x="12794" y="1922"/>
                  </a:cubicBezTo>
                  <a:cubicBezTo>
                    <a:pt x="11935" y="914"/>
                    <a:pt x="10656" y="350"/>
                    <a:pt x="9323" y="393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8" name="자유형: 도형 227"/>
            <p:cNvSpPr/>
            <p:nvPr/>
          </p:nvSpPr>
          <p:spPr>
            <a:xfrm>
              <a:off x="814498" y="1231247"/>
              <a:ext cx="121304" cy="119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6" h="21553" extrusionOk="0">
                  <a:moveTo>
                    <a:pt x="20227" y="21553"/>
                  </a:moveTo>
                  <a:cubicBezTo>
                    <a:pt x="19660" y="21556"/>
                    <a:pt x="19170" y="21157"/>
                    <a:pt x="19045" y="20593"/>
                  </a:cubicBezTo>
                  <a:cubicBezTo>
                    <a:pt x="17380" y="11295"/>
                    <a:pt x="10197" y="4052"/>
                    <a:pt x="1069" y="2467"/>
                  </a:cubicBezTo>
                  <a:cubicBezTo>
                    <a:pt x="408" y="2377"/>
                    <a:pt x="-65" y="1765"/>
                    <a:pt x="7" y="1087"/>
                  </a:cubicBezTo>
                  <a:cubicBezTo>
                    <a:pt x="118" y="425"/>
                    <a:pt x="702" y="-44"/>
                    <a:pt x="1358" y="4"/>
                  </a:cubicBezTo>
                  <a:cubicBezTo>
                    <a:pt x="11439" y="1841"/>
                    <a:pt x="19390" y="9798"/>
                    <a:pt x="21385" y="20051"/>
                  </a:cubicBezTo>
                  <a:cubicBezTo>
                    <a:pt x="21535" y="20714"/>
                    <a:pt x="21127" y="21375"/>
                    <a:pt x="20478" y="21526"/>
                  </a:cubicBezTo>
                  <a:cubicBezTo>
                    <a:pt x="20476" y="21528"/>
                    <a:pt x="20471" y="21528"/>
                    <a:pt x="20469" y="21529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09" name="자유형: 도형 228"/>
            <p:cNvSpPr/>
            <p:nvPr/>
          </p:nvSpPr>
          <p:spPr>
            <a:xfrm>
              <a:off x="419431" y="3494347"/>
              <a:ext cx="771901" cy="12100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17" y="144"/>
                  </a:moveTo>
                  <a:lnTo>
                    <a:pt x="9565" y="3784"/>
                  </a:lnTo>
                  <a:lnTo>
                    <a:pt x="9037" y="4689"/>
                  </a:lnTo>
                  <a:lnTo>
                    <a:pt x="9037" y="5548"/>
                  </a:lnTo>
                  <a:cubicBezTo>
                    <a:pt x="9037" y="5548"/>
                    <a:pt x="5465" y="9912"/>
                    <a:pt x="5465" y="10168"/>
                  </a:cubicBezTo>
                  <a:cubicBezTo>
                    <a:pt x="5465" y="10424"/>
                    <a:pt x="3102" y="19683"/>
                    <a:pt x="3102" y="19683"/>
                  </a:cubicBezTo>
                  <a:lnTo>
                    <a:pt x="654" y="19587"/>
                  </a:lnTo>
                  <a:lnTo>
                    <a:pt x="0" y="20680"/>
                  </a:lnTo>
                  <a:lnTo>
                    <a:pt x="21344" y="21600"/>
                  </a:lnTo>
                  <a:lnTo>
                    <a:pt x="21600" y="20219"/>
                  </a:lnTo>
                  <a:lnTo>
                    <a:pt x="5805" y="19683"/>
                  </a:lnTo>
                  <a:cubicBezTo>
                    <a:pt x="5805" y="19683"/>
                    <a:pt x="7484" y="10627"/>
                    <a:pt x="7480" y="10412"/>
                  </a:cubicBezTo>
                  <a:cubicBezTo>
                    <a:pt x="7477" y="10197"/>
                    <a:pt x="10800" y="5343"/>
                    <a:pt x="10800" y="5343"/>
                  </a:cubicBezTo>
                  <a:lnTo>
                    <a:pt x="10800" y="4677"/>
                  </a:lnTo>
                  <a:lnTo>
                    <a:pt x="11182" y="4147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0" name="자유형: 도형 229"/>
            <p:cNvSpPr/>
            <p:nvPr/>
          </p:nvSpPr>
          <p:spPr>
            <a:xfrm>
              <a:off x="413137" y="3488575"/>
              <a:ext cx="786061" cy="1222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593" extrusionOk="0">
                  <a:moveTo>
                    <a:pt x="21133" y="21592"/>
                  </a:moveTo>
                  <a:lnTo>
                    <a:pt x="176" y="20694"/>
                  </a:lnTo>
                  <a:cubicBezTo>
                    <a:pt x="116" y="20692"/>
                    <a:pt x="61" y="20672"/>
                    <a:pt x="30" y="20639"/>
                  </a:cubicBezTo>
                  <a:cubicBezTo>
                    <a:pt x="-2" y="20606"/>
                    <a:pt x="-9" y="20566"/>
                    <a:pt x="11" y="20530"/>
                  </a:cubicBezTo>
                  <a:lnTo>
                    <a:pt x="653" y="19451"/>
                  </a:lnTo>
                  <a:cubicBezTo>
                    <a:pt x="681" y="19401"/>
                    <a:pt x="758" y="19368"/>
                    <a:pt x="841" y="19371"/>
                  </a:cubicBezTo>
                  <a:lnTo>
                    <a:pt x="3074" y="19458"/>
                  </a:lnTo>
                  <a:cubicBezTo>
                    <a:pt x="3730" y="16854"/>
                    <a:pt x="5352" y="10415"/>
                    <a:pt x="5363" y="10171"/>
                  </a:cubicBezTo>
                  <a:cubicBezTo>
                    <a:pt x="5374" y="9927"/>
                    <a:pt x="8016" y="6623"/>
                    <a:pt x="8868" y="5573"/>
                  </a:cubicBezTo>
                  <a:lnTo>
                    <a:pt x="8868" y="4752"/>
                  </a:lnTo>
                  <a:cubicBezTo>
                    <a:pt x="8864" y="4738"/>
                    <a:pt x="8864" y="4724"/>
                    <a:pt x="8868" y="4709"/>
                  </a:cubicBezTo>
                  <a:lnTo>
                    <a:pt x="9367" y="3847"/>
                  </a:lnTo>
                  <a:lnTo>
                    <a:pt x="8241" y="280"/>
                  </a:lnTo>
                  <a:cubicBezTo>
                    <a:pt x="8220" y="215"/>
                    <a:pt x="8286" y="151"/>
                    <a:pt x="8387" y="138"/>
                  </a:cubicBezTo>
                  <a:cubicBezTo>
                    <a:pt x="8395" y="137"/>
                    <a:pt x="8402" y="136"/>
                    <a:pt x="8410" y="135"/>
                  </a:cubicBezTo>
                  <a:lnTo>
                    <a:pt x="10760" y="0"/>
                  </a:lnTo>
                  <a:cubicBezTo>
                    <a:pt x="10810" y="-3"/>
                    <a:pt x="10860" y="8"/>
                    <a:pt x="10899" y="29"/>
                  </a:cubicBezTo>
                  <a:cubicBezTo>
                    <a:pt x="10939" y="50"/>
                    <a:pt x="10963" y="81"/>
                    <a:pt x="10966" y="114"/>
                  </a:cubicBezTo>
                  <a:lnTo>
                    <a:pt x="11341" y="4217"/>
                  </a:lnTo>
                  <a:cubicBezTo>
                    <a:pt x="11342" y="4237"/>
                    <a:pt x="11336" y="4256"/>
                    <a:pt x="11323" y="4275"/>
                  </a:cubicBezTo>
                  <a:lnTo>
                    <a:pt x="10974" y="4772"/>
                  </a:lnTo>
                  <a:lnTo>
                    <a:pt x="10974" y="5407"/>
                  </a:lnTo>
                  <a:cubicBezTo>
                    <a:pt x="10977" y="5422"/>
                    <a:pt x="10977" y="5439"/>
                    <a:pt x="10974" y="5455"/>
                  </a:cubicBezTo>
                  <a:cubicBezTo>
                    <a:pt x="9698" y="7333"/>
                    <a:pt x="7784" y="10210"/>
                    <a:pt x="7727" y="10429"/>
                  </a:cubicBezTo>
                  <a:cubicBezTo>
                    <a:pt x="7727" y="10617"/>
                    <a:pt x="6361" y="18104"/>
                    <a:pt x="6110" y="19470"/>
                  </a:cubicBezTo>
                  <a:lnTo>
                    <a:pt x="21407" y="19994"/>
                  </a:lnTo>
                  <a:cubicBezTo>
                    <a:pt x="21459" y="19996"/>
                    <a:pt x="21508" y="20012"/>
                    <a:pt x="21542" y="20038"/>
                  </a:cubicBezTo>
                  <a:cubicBezTo>
                    <a:pt x="21576" y="20063"/>
                    <a:pt x="21591" y="20096"/>
                    <a:pt x="21583" y="20129"/>
                  </a:cubicBezTo>
                  <a:lnTo>
                    <a:pt x="21335" y="21495"/>
                  </a:lnTo>
                  <a:cubicBezTo>
                    <a:pt x="21315" y="21556"/>
                    <a:pt x="21228" y="21597"/>
                    <a:pt x="21133" y="21592"/>
                  </a:cubicBezTo>
                  <a:close/>
                  <a:moveTo>
                    <a:pt x="454" y="20453"/>
                  </a:moveTo>
                  <a:lnTo>
                    <a:pt x="20968" y="21343"/>
                  </a:lnTo>
                  <a:lnTo>
                    <a:pt x="21174" y="20219"/>
                  </a:lnTo>
                  <a:lnTo>
                    <a:pt x="5873" y="19695"/>
                  </a:lnTo>
                  <a:cubicBezTo>
                    <a:pt x="5821" y="19693"/>
                    <a:pt x="5772" y="19677"/>
                    <a:pt x="5738" y="19651"/>
                  </a:cubicBezTo>
                  <a:cubicBezTo>
                    <a:pt x="5704" y="19626"/>
                    <a:pt x="5689" y="19593"/>
                    <a:pt x="5697" y="19560"/>
                  </a:cubicBezTo>
                  <a:cubicBezTo>
                    <a:pt x="6260" y="16487"/>
                    <a:pt x="7329" y="10617"/>
                    <a:pt x="7337" y="10412"/>
                  </a:cubicBezTo>
                  <a:cubicBezTo>
                    <a:pt x="7344" y="10207"/>
                    <a:pt x="9589" y="6838"/>
                    <a:pt x="10594" y="5373"/>
                  </a:cubicBezTo>
                  <a:lnTo>
                    <a:pt x="10594" y="4738"/>
                  </a:lnTo>
                  <a:cubicBezTo>
                    <a:pt x="10589" y="4721"/>
                    <a:pt x="10589" y="4704"/>
                    <a:pt x="10594" y="4687"/>
                  </a:cubicBezTo>
                  <a:lnTo>
                    <a:pt x="10944" y="4193"/>
                  </a:lnTo>
                  <a:lnTo>
                    <a:pt x="10591" y="239"/>
                  </a:lnTo>
                  <a:lnTo>
                    <a:pt x="8643" y="353"/>
                  </a:lnTo>
                  <a:lnTo>
                    <a:pt x="9739" y="3821"/>
                  </a:lnTo>
                  <a:cubicBezTo>
                    <a:pt x="9748" y="3843"/>
                    <a:pt x="9748" y="3866"/>
                    <a:pt x="9739" y="3888"/>
                  </a:cubicBezTo>
                  <a:lnTo>
                    <a:pt x="9251" y="4765"/>
                  </a:lnTo>
                  <a:lnTo>
                    <a:pt x="9251" y="5592"/>
                  </a:lnTo>
                  <a:cubicBezTo>
                    <a:pt x="9251" y="5612"/>
                    <a:pt x="9243" y="5631"/>
                    <a:pt x="9228" y="5648"/>
                  </a:cubicBezTo>
                  <a:cubicBezTo>
                    <a:pt x="7911" y="7270"/>
                    <a:pt x="5802" y="9932"/>
                    <a:pt x="5746" y="10171"/>
                  </a:cubicBezTo>
                  <a:cubicBezTo>
                    <a:pt x="5746" y="10412"/>
                    <a:pt x="3659" y="18657"/>
                    <a:pt x="3423" y="19596"/>
                  </a:cubicBezTo>
                  <a:cubicBezTo>
                    <a:pt x="3413" y="19658"/>
                    <a:pt x="3327" y="19704"/>
                    <a:pt x="3229" y="19698"/>
                  </a:cubicBezTo>
                  <a:cubicBezTo>
                    <a:pt x="3229" y="19697"/>
                    <a:pt x="3228" y="19697"/>
                    <a:pt x="3228" y="19697"/>
                  </a:cubicBezTo>
                  <a:lnTo>
                    <a:pt x="976" y="19608"/>
                  </a:ln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1" name="자유형: 도형 230"/>
            <p:cNvSpPr/>
            <p:nvPr/>
          </p:nvSpPr>
          <p:spPr>
            <a:xfrm>
              <a:off x="1183813" y="4760028"/>
              <a:ext cx="714774" cy="113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45" y="0"/>
                  </a:moveTo>
                  <a:lnTo>
                    <a:pt x="0" y="6965"/>
                  </a:lnTo>
                  <a:lnTo>
                    <a:pt x="25" y="21600"/>
                  </a:lnTo>
                  <a:lnTo>
                    <a:pt x="21600" y="13722"/>
                  </a:lnTo>
                  <a:lnTo>
                    <a:pt x="21245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2" name="자유형: 도형 231"/>
            <p:cNvSpPr/>
            <p:nvPr/>
          </p:nvSpPr>
          <p:spPr>
            <a:xfrm>
              <a:off x="1176980" y="4753166"/>
              <a:ext cx="728430" cy="126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0" h="21540" extrusionOk="0">
                  <a:moveTo>
                    <a:pt x="227" y="21539"/>
                  </a:moveTo>
                  <a:cubicBezTo>
                    <a:pt x="176" y="21549"/>
                    <a:pt x="126" y="21440"/>
                    <a:pt x="90" y="21238"/>
                  </a:cubicBezTo>
                  <a:cubicBezTo>
                    <a:pt x="48" y="21024"/>
                    <a:pt x="24" y="20720"/>
                    <a:pt x="25" y="20403"/>
                  </a:cubicBezTo>
                  <a:lnTo>
                    <a:pt x="0" y="7384"/>
                  </a:lnTo>
                  <a:cubicBezTo>
                    <a:pt x="-2" y="6760"/>
                    <a:pt x="82" y="6238"/>
                    <a:pt x="191" y="6201"/>
                  </a:cubicBezTo>
                  <a:lnTo>
                    <a:pt x="21028" y="5"/>
                  </a:lnTo>
                  <a:cubicBezTo>
                    <a:pt x="21131" y="-51"/>
                    <a:pt x="21224" y="369"/>
                    <a:pt x="21238" y="956"/>
                  </a:cubicBezTo>
                  <a:lnTo>
                    <a:pt x="21587" y="13186"/>
                  </a:lnTo>
                  <a:cubicBezTo>
                    <a:pt x="21598" y="13506"/>
                    <a:pt x="21583" y="13840"/>
                    <a:pt x="21546" y="14091"/>
                  </a:cubicBezTo>
                  <a:cubicBezTo>
                    <a:pt x="21510" y="14346"/>
                    <a:pt x="21457" y="14504"/>
                    <a:pt x="21400" y="14531"/>
                  </a:cubicBezTo>
                  <a:lnTo>
                    <a:pt x="239" y="21493"/>
                  </a:lnTo>
                  <a:close/>
                  <a:moveTo>
                    <a:pt x="405" y="8475"/>
                  </a:moveTo>
                  <a:lnTo>
                    <a:pt x="426" y="19149"/>
                  </a:lnTo>
                  <a:lnTo>
                    <a:pt x="21153" y="12188"/>
                  </a:lnTo>
                  <a:lnTo>
                    <a:pt x="20866" y="2279"/>
                  </a:ln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3" name="자유형: 도형 232"/>
            <p:cNvSpPr/>
            <p:nvPr/>
          </p:nvSpPr>
          <p:spPr>
            <a:xfrm>
              <a:off x="1063822" y="4002424"/>
              <a:ext cx="406441" cy="1861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9" h="21421" extrusionOk="0">
                  <a:moveTo>
                    <a:pt x="441" y="21405"/>
                  </a:moveTo>
                  <a:cubicBezTo>
                    <a:pt x="241" y="21492"/>
                    <a:pt x="47" y="21211"/>
                    <a:pt x="7" y="20777"/>
                  </a:cubicBezTo>
                  <a:cubicBezTo>
                    <a:pt x="-33" y="20343"/>
                    <a:pt x="97" y="19920"/>
                    <a:pt x="296" y="19833"/>
                  </a:cubicBezTo>
                  <a:lnTo>
                    <a:pt x="21013" y="70"/>
                  </a:lnTo>
                  <a:cubicBezTo>
                    <a:pt x="21194" y="-108"/>
                    <a:pt x="21408" y="68"/>
                    <a:pt x="21490" y="463"/>
                  </a:cubicBezTo>
                  <a:cubicBezTo>
                    <a:pt x="21567" y="862"/>
                    <a:pt x="21484" y="1321"/>
                    <a:pt x="21302" y="1500"/>
                  </a:cubicBezTo>
                  <a:lnTo>
                    <a:pt x="622" y="21327"/>
                  </a:lnTo>
                  <a:cubicBezTo>
                    <a:pt x="566" y="21390"/>
                    <a:pt x="503" y="21417"/>
                    <a:pt x="441" y="21405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4" name="자유형: 도형 233"/>
            <p:cNvSpPr/>
            <p:nvPr/>
          </p:nvSpPr>
          <p:spPr>
            <a:xfrm>
              <a:off x="1096472" y="4171898"/>
              <a:ext cx="387790" cy="604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380" extrusionOk="0">
                  <a:moveTo>
                    <a:pt x="404" y="21376"/>
                  </a:moveTo>
                  <a:cubicBezTo>
                    <a:pt x="194" y="21458"/>
                    <a:pt x="14" y="20438"/>
                    <a:pt x="1" y="19105"/>
                  </a:cubicBezTo>
                  <a:cubicBezTo>
                    <a:pt x="-12" y="17771"/>
                    <a:pt x="148" y="16626"/>
                    <a:pt x="358" y="16544"/>
                  </a:cubicBezTo>
                  <a:lnTo>
                    <a:pt x="21137" y="18"/>
                  </a:lnTo>
                  <a:cubicBezTo>
                    <a:pt x="21347" y="-142"/>
                    <a:pt x="21538" y="810"/>
                    <a:pt x="21563" y="2144"/>
                  </a:cubicBezTo>
                  <a:cubicBezTo>
                    <a:pt x="21588" y="3477"/>
                    <a:pt x="21438" y="4690"/>
                    <a:pt x="21229" y="4850"/>
                  </a:cubicBezTo>
                  <a:lnTo>
                    <a:pt x="495" y="21328"/>
                  </a:ln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5" name="자유형: 도형 234"/>
            <p:cNvSpPr/>
            <p:nvPr/>
          </p:nvSpPr>
          <p:spPr>
            <a:xfrm>
              <a:off x="1184999" y="4202525"/>
              <a:ext cx="54610" cy="431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9" h="21587" extrusionOk="0">
                  <a:moveTo>
                    <a:pt x="2691" y="21587"/>
                  </a:moveTo>
                  <a:lnTo>
                    <a:pt x="2424" y="21587"/>
                  </a:lnTo>
                  <a:cubicBezTo>
                    <a:pt x="953" y="21569"/>
                    <a:pt x="-127" y="21402"/>
                    <a:pt x="12" y="21214"/>
                  </a:cubicBezTo>
                  <a:cubicBezTo>
                    <a:pt x="17" y="21213"/>
                    <a:pt x="17" y="21212"/>
                    <a:pt x="17" y="21211"/>
                  </a:cubicBezTo>
                  <a:lnTo>
                    <a:pt x="16060" y="310"/>
                  </a:lnTo>
                  <a:cubicBezTo>
                    <a:pt x="16173" y="125"/>
                    <a:pt x="17430" y="-13"/>
                    <a:pt x="18874" y="1"/>
                  </a:cubicBezTo>
                  <a:cubicBezTo>
                    <a:pt x="18901" y="1"/>
                    <a:pt x="18922" y="2"/>
                    <a:pt x="18948" y="2"/>
                  </a:cubicBezTo>
                  <a:cubicBezTo>
                    <a:pt x="20392" y="16"/>
                    <a:pt x="21473" y="177"/>
                    <a:pt x="21360" y="362"/>
                  </a:cubicBezTo>
                  <a:cubicBezTo>
                    <a:pt x="21360" y="365"/>
                    <a:pt x="21355" y="368"/>
                    <a:pt x="21355" y="371"/>
                  </a:cubicBezTo>
                  <a:lnTo>
                    <a:pt x="5311" y="21279"/>
                  </a:lnTo>
                  <a:cubicBezTo>
                    <a:pt x="5151" y="21451"/>
                    <a:pt x="4039" y="21581"/>
                    <a:pt x="2691" y="21587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6" name="자유형: 도형 235"/>
            <p:cNvSpPr/>
            <p:nvPr/>
          </p:nvSpPr>
          <p:spPr>
            <a:xfrm>
              <a:off x="1066124" y="3508416"/>
              <a:ext cx="348445" cy="336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9" h="20653" extrusionOk="0">
                  <a:moveTo>
                    <a:pt x="1962" y="20653"/>
                  </a:moveTo>
                  <a:cubicBezTo>
                    <a:pt x="1499" y="20653"/>
                    <a:pt x="1124" y="20278"/>
                    <a:pt x="1124" y="19815"/>
                  </a:cubicBezTo>
                  <a:cubicBezTo>
                    <a:pt x="1124" y="19570"/>
                    <a:pt x="1231" y="19337"/>
                    <a:pt x="1417" y="19178"/>
                  </a:cubicBezTo>
                  <a:cubicBezTo>
                    <a:pt x="3597" y="17242"/>
                    <a:pt x="5404" y="14924"/>
                    <a:pt x="6748" y="12338"/>
                  </a:cubicBezTo>
                  <a:cubicBezTo>
                    <a:pt x="4510" y="12279"/>
                    <a:pt x="1040" y="10444"/>
                    <a:pt x="152" y="8357"/>
                  </a:cubicBezTo>
                  <a:cubicBezTo>
                    <a:pt x="-51" y="7886"/>
                    <a:pt x="-51" y="7353"/>
                    <a:pt x="152" y="6882"/>
                  </a:cubicBezTo>
                  <a:cubicBezTo>
                    <a:pt x="1258" y="4233"/>
                    <a:pt x="8617" y="1199"/>
                    <a:pt x="10076" y="620"/>
                  </a:cubicBezTo>
                  <a:lnTo>
                    <a:pt x="10226" y="570"/>
                  </a:lnTo>
                  <a:cubicBezTo>
                    <a:pt x="11618" y="302"/>
                    <a:pt x="18692" y="-947"/>
                    <a:pt x="20762" y="1408"/>
                  </a:cubicBezTo>
                  <a:cubicBezTo>
                    <a:pt x="21403" y="2184"/>
                    <a:pt x="21549" y="3256"/>
                    <a:pt x="21139" y="4174"/>
                  </a:cubicBezTo>
                  <a:cubicBezTo>
                    <a:pt x="20821" y="5252"/>
                    <a:pt x="19983" y="6099"/>
                    <a:pt x="18910" y="6429"/>
                  </a:cubicBezTo>
                  <a:cubicBezTo>
                    <a:pt x="17149" y="6957"/>
                    <a:pt x="14886" y="6077"/>
                    <a:pt x="13126" y="5113"/>
                  </a:cubicBezTo>
                  <a:cubicBezTo>
                    <a:pt x="14719" y="8575"/>
                    <a:pt x="16638" y="14476"/>
                    <a:pt x="14166" y="19278"/>
                  </a:cubicBezTo>
                  <a:cubicBezTo>
                    <a:pt x="13953" y="19691"/>
                    <a:pt x="13447" y="19852"/>
                    <a:pt x="13034" y="19639"/>
                  </a:cubicBezTo>
                  <a:cubicBezTo>
                    <a:pt x="12622" y="19426"/>
                    <a:pt x="12461" y="18920"/>
                    <a:pt x="12674" y="18507"/>
                  </a:cubicBezTo>
                  <a:cubicBezTo>
                    <a:pt x="14979" y="14031"/>
                    <a:pt x="12732" y="8122"/>
                    <a:pt x="11241" y="5096"/>
                  </a:cubicBezTo>
                  <a:cubicBezTo>
                    <a:pt x="10402" y="8659"/>
                    <a:pt x="8106" y="15540"/>
                    <a:pt x="2482" y="20427"/>
                  </a:cubicBezTo>
                  <a:cubicBezTo>
                    <a:pt x="2340" y="20560"/>
                    <a:pt x="2157" y="20640"/>
                    <a:pt x="1962" y="20653"/>
                  </a:cubicBezTo>
                  <a:close/>
                  <a:moveTo>
                    <a:pt x="10092" y="2431"/>
                  </a:moveTo>
                  <a:cubicBezTo>
                    <a:pt x="6740" y="3822"/>
                    <a:pt x="2306" y="6144"/>
                    <a:pt x="1711" y="7527"/>
                  </a:cubicBezTo>
                  <a:cubicBezTo>
                    <a:pt x="1711" y="7577"/>
                    <a:pt x="1660" y="7661"/>
                    <a:pt x="1711" y="7703"/>
                  </a:cubicBezTo>
                  <a:cubicBezTo>
                    <a:pt x="2147" y="8742"/>
                    <a:pt x="3957" y="9983"/>
                    <a:pt x="5759" y="10477"/>
                  </a:cubicBezTo>
                  <a:cubicBezTo>
                    <a:pt x="6250" y="10683"/>
                    <a:pt x="6795" y="10721"/>
                    <a:pt x="7310" y="10586"/>
                  </a:cubicBezTo>
                  <a:cubicBezTo>
                    <a:pt x="7678" y="8893"/>
                    <a:pt x="9841" y="3110"/>
                    <a:pt x="10092" y="2431"/>
                  </a:cubicBezTo>
                  <a:close/>
                  <a:moveTo>
                    <a:pt x="11475" y="2062"/>
                  </a:moveTo>
                  <a:cubicBezTo>
                    <a:pt x="12816" y="3085"/>
                    <a:pt x="16504" y="5415"/>
                    <a:pt x="18465" y="4853"/>
                  </a:cubicBezTo>
                  <a:cubicBezTo>
                    <a:pt x="19029" y="4678"/>
                    <a:pt x="19459" y="4220"/>
                    <a:pt x="19597" y="3646"/>
                  </a:cubicBezTo>
                  <a:cubicBezTo>
                    <a:pt x="19848" y="2900"/>
                    <a:pt x="19597" y="2632"/>
                    <a:pt x="19530" y="2531"/>
                  </a:cubicBezTo>
                  <a:cubicBezTo>
                    <a:pt x="18566" y="1425"/>
                    <a:pt x="14518" y="1568"/>
                    <a:pt x="11475" y="206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7" name="자유형: 도형 236"/>
            <p:cNvSpPr/>
            <p:nvPr/>
          </p:nvSpPr>
          <p:spPr>
            <a:xfrm>
              <a:off x="637085" y="5749511"/>
              <a:ext cx="54668" cy="136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9" h="21524" extrusionOk="0">
                  <a:moveTo>
                    <a:pt x="18502" y="21523"/>
                  </a:moveTo>
                  <a:cubicBezTo>
                    <a:pt x="17710" y="21528"/>
                    <a:pt x="16950" y="21385"/>
                    <a:pt x="16443" y="21136"/>
                  </a:cubicBezTo>
                  <a:cubicBezTo>
                    <a:pt x="5356" y="15555"/>
                    <a:pt x="2188" y="7928"/>
                    <a:pt x="23" y="1227"/>
                  </a:cubicBezTo>
                  <a:cubicBezTo>
                    <a:pt x="-167" y="632"/>
                    <a:pt x="863" y="87"/>
                    <a:pt x="2320" y="10"/>
                  </a:cubicBezTo>
                  <a:cubicBezTo>
                    <a:pt x="3777" y="-68"/>
                    <a:pt x="5113" y="352"/>
                    <a:pt x="5303" y="947"/>
                  </a:cubicBezTo>
                  <a:cubicBezTo>
                    <a:pt x="7309" y="7411"/>
                    <a:pt x="10319" y="14650"/>
                    <a:pt x="20509" y="19778"/>
                  </a:cubicBezTo>
                  <a:cubicBezTo>
                    <a:pt x="21433" y="20224"/>
                    <a:pt x="21290" y="20890"/>
                    <a:pt x="20203" y="21265"/>
                  </a:cubicBezTo>
                  <a:cubicBezTo>
                    <a:pt x="20181" y="21273"/>
                    <a:pt x="20160" y="21280"/>
                    <a:pt x="20139" y="21286"/>
                  </a:cubicBezTo>
                  <a:cubicBezTo>
                    <a:pt x="19685" y="21446"/>
                    <a:pt x="19104" y="21532"/>
                    <a:pt x="18502" y="21523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8" name="자유형: 도형 237"/>
            <p:cNvSpPr/>
            <p:nvPr/>
          </p:nvSpPr>
          <p:spPr>
            <a:xfrm>
              <a:off x="792269" y="5763933"/>
              <a:ext cx="37179" cy="61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5" h="21256" extrusionOk="0">
                  <a:moveTo>
                    <a:pt x="3816" y="21206"/>
                  </a:moveTo>
                  <a:cubicBezTo>
                    <a:pt x="3289" y="21272"/>
                    <a:pt x="2739" y="21272"/>
                    <a:pt x="2212" y="21206"/>
                  </a:cubicBezTo>
                  <a:cubicBezTo>
                    <a:pt x="301" y="20663"/>
                    <a:pt x="-532" y="19266"/>
                    <a:pt x="355" y="18094"/>
                  </a:cubicBezTo>
                  <a:cubicBezTo>
                    <a:pt x="363" y="18084"/>
                    <a:pt x="370" y="18075"/>
                    <a:pt x="378" y="18066"/>
                  </a:cubicBezTo>
                  <a:cubicBezTo>
                    <a:pt x="1906" y="16097"/>
                    <a:pt x="3587" y="14128"/>
                    <a:pt x="5344" y="12159"/>
                  </a:cubicBezTo>
                  <a:cubicBezTo>
                    <a:pt x="8523" y="8686"/>
                    <a:pt x="11250" y="5062"/>
                    <a:pt x="13520" y="1331"/>
                  </a:cubicBezTo>
                  <a:cubicBezTo>
                    <a:pt x="14429" y="164"/>
                    <a:pt x="16714" y="-328"/>
                    <a:pt x="18616" y="230"/>
                  </a:cubicBezTo>
                  <a:cubicBezTo>
                    <a:pt x="20205" y="698"/>
                    <a:pt x="21068" y="1772"/>
                    <a:pt x="20701" y="2832"/>
                  </a:cubicBezTo>
                  <a:cubicBezTo>
                    <a:pt x="18341" y="6811"/>
                    <a:pt x="15453" y="10669"/>
                    <a:pt x="12068" y="14363"/>
                  </a:cubicBezTo>
                  <a:cubicBezTo>
                    <a:pt x="10387" y="16284"/>
                    <a:pt x="8782" y="18160"/>
                    <a:pt x="7331" y="20081"/>
                  </a:cubicBezTo>
                  <a:cubicBezTo>
                    <a:pt x="6567" y="20812"/>
                    <a:pt x="5230" y="21244"/>
                    <a:pt x="3816" y="2120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19" name="자유형: 도형 238"/>
            <p:cNvSpPr/>
            <p:nvPr/>
          </p:nvSpPr>
          <p:spPr>
            <a:xfrm>
              <a:off x="1488405" y="5806109"/>
              <a:ext cx="86255" cy="115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426" extrusionOk="0">
                  <a:moveTo>
                    <a:pt x="19342" y="21228"/>
                  </a:moveTo>
                  <a:cubicBezTo>
                    <a:pt x="19132" y="21266"/>
                    <a:pt x="18909" y="21266"/>
                    <a:pt x="18699" y="21228"/>
                  </a:cubicBezTo>
                  <a:cubicBezTo>
                    <a:pt x="8915" y="18340"/>
                    <a:pt x="993" y="8559"/>
                    <a:pt x="11" y="1414"/>
                  </a:cubicBezTo>
                  <a:cubicBezTo>
                    <a:pt x="-91" y="715"/>
                    <a:pt x="583" y="84"/>
                    <a:pt x="1517" y="8"/>
                  </a:cubicBezTo>
                  <a:cubicBezTo>
                    <a:pt x="2452" y="-68"/>
                    <a:pt x="3295" y="436"/>
                    <a:pt x="3396" y="1136"/>
                  </a:cubicBezTo>
                  <a:cubicBezTo>
                    <a:pt x="4277" y="7470"/>
                    <a:pt x="11555" y="16338"/>
                    <a:pt x="19952" y="18872"/>
                  </a:cubicBezTo>
                  <a:cubicBezTo>
                    <a:pt x="20886" y="18998"/>
                    <a:pt x="21509" y="19667"/>
                    <a:pt x="21340" y="20367"/>
                  </a:cubicBezTo>
                  <a:cubicBezTo>
                    <a:pt x="21171" y="21066"/>
                    <a:pt x="20277" y="21532"/>
                    <a:pt x="19342" y="21405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20" name="자유형: 도형 239"/>
            <p:cNvSpPr/>
            <p:nvPr/>
          </p:nvSpPr>
          <p:spPr>
            <a:xfrm>
              <a:off x="1622108" y="5777104"/>
              <a:ext cx="50498" cy="1025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02" h="21560" extrusionOk="0">
                  <a:moveTo>
                    <a:pt x="2788" y="21556"/>
                  </a:moveTo>
                  <a:cubicBezTo>
                    <a:pt x="1617" y="21547"/>
                    <a:pt x="580" y="21170"/>
                    <a:pt x="167" y="20607"/>
                  </a:cubicBezTo>
                  <a:cubicBezTo>
                    <a:pt x="-357" y="19860"/>
                    <a:pt x="390" y="19038"/>
                    <a:pt x="1840" y="18768"/>
                  </a:cubicBezTo>
                  <a:cubicBezTo>
                    <a:pt x="11932" y="16843"/>
                    <a:pt x="15612" y="7589"/>
                    <a:pt x="14943" y="1524"/>
                  </a:cubicBezTo>
                  <a:cubicBezTo>
                    <a:pt x="14904" y="740"/>
                    <a:pt x="16052" y="76"/>
                    <a:pt x="17563" y="2"/>
                  </a:cubicBezTo>
                  <a:cubicBezTo>
                    <a:pt x="19113" y="-30"/>
                    <a:pt x="20429" y="582"/>
                    <a:pt x="20518" y="1381"/>
                  </a:cubicBezTo>
                  <a:cubicBezTo>
                    <a:pt x="21243" y="7991"/>
                    <a:pt x="17340" y="18797"/>
                    <a:pt x="3791" y="21499"/>
                  </a:cubicBezTo>
                  <a:cubicBezTo>
                    <a:pt x="3468" y="21550"/>
                    <a:pt x="3128" y="21570"/>
                    <a:pt x="2788" y="21556"/>
                  </a:cubicBezTo>
                  <a:close/>
                </a:path>
              </a:pathLst>
            </a:custGeom>
            <a:solidFill>
              <a:srgbClr val="132C4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grpSp>
        <p:nvGrpSpPr>
          <p:cNvPr id="424" name="그룹 617"/>
          <p:cNvGrpSpPr/>
          <p:nvPr/>
        </p:nvGrpSpPr>
        <p:grpSpPr>
          <a:xfrm>
            <a:off x="21022425" y="3032760"/>
            <a:ext cx="2854453" cy="1144497"/>
            <a:chOff x="0" y="0"/>
            <a:chExt cx="2854452" cy="1144495"/>
          </a:xfrm>
        </p:grpSpPr>
        <p:sp>
          <p:nvSpPr>
            <p:cNvPr id="422" name="자유형: 도형 613"/>
            <p:cNvSpPr/>
            <p:nvPr/>
          </p:nvSpPr>
          <p:spPr>
            <a:xfrm>
              <a:off x="682751" y="0"/>
              <a:ext cx="2171702" cy="581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8926" extrusionOk="0">
                  <a:moveTo>
                    <a:pt x="3393" y="7807"/>
                  </a:moveTo>
                  <a:cubicBezTo>
                    <a:pt x="3944" y="7805"/>
                    <a:pt x="4486" y="8243"/>
                    <a:pt x="4973" y="9084"/>
                  </a:cubicBezTo>
                  <a:cubicBezTo>
                    <a:pt x="6637" y="153"/>
                    <a:pt x="10197" y="-2674"/>
                    <a:pt x="12926" y="2770"/>
                  </a:cubicBezTo>
                  <a:cubicBezTo>
                    <a:pt x="13697" y="4310"/>
                    <a:pt x="14348" y="6419"/>
                    <a:pt x="14826" y="8929"/>
                  </a:cubicBezTo>
                  <a:cubicBezTo>
                    <a:pt x="16510" y="4049"/>
                    <a:pt x="19085" y="4562"/>
                    <a:pt x="20576" y="10076"/>
                  </a:cubicBezTo>
                  <a:cubicBezTo>
                    <a:pt x="21236" y="12517"/>
                    <a:pt x="21600" y="15666"/>
                    <a:pt x="21599" y="18926"/>
                  </a:cubicBezTo>
                  <a:lnTo>
                    <a:pt x="0" y="18926"/>
                  </a:lnTo>
                  <a:cubicBezTo>
                    <a:pt x="0" y="12790"/>
                    <a:pt x="1519" y="7813"/>
                    <a:pt x="3393" y="780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23" name="자유형: 도형 614"/>
            <p:cNvSpPr/>
            <p:nvPr/>
          </p:nvSpPr>
          <p:spPr>
            <a:xfrm>
              <a:off x="-1" y="892475"/>
              <a:ext cx="749427" cy="252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912" extrusionOk="0">
                  <a:moveTo>
                    <a:pt x="16988" y="6947"/>
                  </a:moveTo>
                  <a:cubicBezTo>
                    <a:pt x="15790" y="6941"/>
                    <a:pt x="14639" y="8157"/>
                    <a:pt x="13781" y="10335"/>
                  </a:cubicBezTo>
                  <a:cubicBezTo>
                    <a:pt x="11946" y="1003"/>
                    <a:pt x="7552" y="-2688"/>
                    <a:pt x="3968" y="2091"/>
                  </a:cubicBezTo>
                  <a:cubicBezTo>
                    <a:pt x="1542" y="5326"/>
                    <a:pt x="11" y="11815"/>
                    <a:pt x="0" y="18912"/>
                  </a:cubicBezTo>
                  <a:lnTo>
                    <a:pt x="21600" y="18912"/>
                  </a:lnTo>
                  <a:cubicBezTo>
                    <a:pt x="21591" y="12297"/>
                    <a:pt x="19528" y="6947"/>
                    <a:pt x="16988" y="694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grpSp>
        <p:nvGrpSpPr>
          <p:cNvPr id="427" name="그룹 618"/>
          <p:cNvGrpSpPr/>
          <p:nvPr/>
        </p:nvGrpSpPr>
        <p:grpSpPr>
          <a:xfrm>
            <a:off x="15127211" y="2572446"/>
            <a:ext cx="2750633" cy="2655799"/>
            <a:chOff x="0" y="0"/>
            <a:chExt cx="2750632" cy="2655797"/>
          </a:xfrm>
        </p:grpSpPr>
        <p:sp>
          <p:nvSpPr>
            <p:cNvPr id="425" name="자유형: 도형 615"/>
            <p:cNvSpPr/>
            <p:nvPr/>
          </p:nvSpPr>
          <p:spPr>
            <a:xfrm>
              <a:off x="961835" y="2172090"/>
              <a:ext cx="1788798" cy="483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911" extrusionOk="0">
                  <a:moveTo>
                    <a:pt x="2549" y="10696"/>
                  </a:moveTo>
                  <a:cubicBezTo>
                    <a:pt x="3296" y="10700"/>
                    <a:pt x="4005" y="11767"/>
                    <a:pt x="4488" y="13616"/>
                  </a:cubicBezTo>
                  <a:cubicBezTo>
                    <a:pt x="5388" y="7392"/>
                    <a:pt x="7677" y="4709"/>
                    <a:pt x="9599" y="7624"/>
                  </a:cubicBezTo>
                  <a:cubicBezTo>
                    <a:pt x="9976" y="8195"/>
                    <a:pt x="10322" y="8961"/>
                    <a:pt x="10623" y="9892"/>
                  </a:cubicBezTo>
                  <a:cubicBezTo>
                    <a:pt x="12163" y="711"/>
                    <a:pt x="15710" y="-2689"/>
                    <a:pt x="18546" y="2297"/>
                  </a:cubicBezTo>
                  <a:cubicBezTo>
                    <a:pt x="20427" y="5606"/>
                    <a:pt x="21599" y="11980"/>
                    <a:pt x="21600" y="18911"/>
                  </a:cubicBezTo>
                  <a:lnTo>
                    <a:pt x="0" y="18911"/>
                  </a:lnTo>
                  <a:cubicBezTo>
                    <a:pt x="6" y="14368"/>
                    <a:pt x="1146" y="10696"/>
                    <a:pt x="2549" y="1069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26" name="자유형: 도형 616"/>
            <p:cNvSpPr/>
            <p:nvPr/>
          </p:nvSpPr>
          <p:spPr>
            <a:xfrm>
              <a:off x="-1" y="0"/>
              <a:ext cx="2293621" cy="620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8913" extrusionOk="0">
                  <a:moveTo>
                    <a:pt x="19050" y="10664"/>
                  </a:moveTo>
                  <a:cubicBezTo>
                    <a:pt x="18302" y="10661"/>
                    <a:pt x="17592" y="11723"/>
                    <a:pt x="17109" y="13567"/>
                  </a:cubicBezTo>
                  <a:cubicBezTo>
                    <a:pt x="16202" y="7351"/>
                    <a:pt x="13910" y="4690"/>
                    <a:pt x="11989" y="7624"/>
                  </a:cubicBezTo>
                  <a:cubicBezTo>
                    <a:pt x="11615" y="8195"/>
                    <a:pt x="11272" y="8957"/>
                    <a:pt x="10974" y="9881"/>
                  </a:cubicBezTo>
                  <a:cubicBezTo>
                    <a:pt x="9433" y="709"/>
                    <a:pt x="5887" y="-2687"/>
                    <a:pt x="3053" y="2296"/>
                  </a:cubicBezTo>
                  <a:cubicBezTo>
                    <a:pt x="1170" y="5605"/>
                    <a:pt x="-1" y="11982"/>
                    <a:pt x="0" y="18913"/>
                  </a:cubicBezTo>
                  <a:lnTo>
                    <a:pt x="21599" y="18913"/>
                  </a:lnTo>
                  <a:cubicBezTo>
                    <a:pt x="21599" y="14357"/>
                    <a:pt x="20458" y="10664"/>
                    <a:pt x="19050" y="1066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grpSp>
        <p:nvGrpSpPr>
          <p:cNvPr id="493" name="그룹 1"/>
          <p:cNvGrpSpPr/>
          <p:nvPr/>
        </p:nvGrpSpPr>
        <p:grpSpPr>
          <a:xfrm>
            <a:off x="15702486" y="12416778"/>
            <a:ext cx="538917" cy="684225"/>
            <a:chOff x="0" y="0"/>
            <a:chExt cx="538915" cy="684223"/>
          </a:xfrm>
        </p:grpSpPr>
        <p:sp>
          <p:nvSpPr>
            <p:cNvPr id="428" name="자유형: 도형 543"/>
            <p:cNvSpPr/>
            <p:nvPr/>
          </p:nvSpPr>
          <p:spPr>
            <a:xfrm>
              <a:off x="204333" y="402581"/>
              <a:ext cx="130209" cy="267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05" y="0"/>
                    <a:pt x="0" y="1553"/>
                    <a:pt x="0" y="3453"/>
                  </a:cubicBezTo>
                  <a:lnTo>
                    <a:pt x="6756" y="21600"/>
                  </a:lnTo>
                  <a:lnTo>
                    <a:pt x="14844" y="21600"/>
                  </a:lnTo>
                  <a:lnTo>
                    <a:pt x="21600" y="3453"/>
                  </a:lnTo>
                  <a:cubicBezTo>
                    <a:pt x="21553" y="1553"/>
                    <a:pt x="16747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29" name="자유형: 도형 544"/>
            <p:cNvSpPr/>
            <p:nvPr/>
          </p:nvSpPr>
          <p:spPr>
            <a:xfrm>
              <a:off x="190281" y="388241"/>
              <a:ext cx="158317" cy="295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26" y="21600"/>
                  </a:moveTo>
                  <a:lnTo>
                    <a:pt x="7474" y="21600"/>
                  </a:lnTo>
                  <a:cubicBezTo>
                    <a:pt x="6532" y="21598"/>
                    <a:pt x="5726" y="21237"/>
                    <a:pt x="5556" y="20742"/>
                  </a:cubicBezTo>
                  <a:lnTo>
                    <a:pt x="0" y="4354"/>
                  </a:lnTo>
                  <a:cubicBezTo>
                    <a:pt x="0" y="1821"/>
                    <a:pt x="4696" y="0"/>
                    <a:pt x="10800" y="0"/>
                  </a:cubicBezTo>
                  <a:cubicBezTo>
                    <a:pt x="16904" y="0"/>
                    <a:pt x="21600" y="1821"/>
                    <a:pt x="21600" y="4186"/>
                  </a:cubicBezTo>
                  <a:lnTo>
                    <a:pt x="16004" y="20763"/>
                  </a:lnTo>
                  <a:cubicBezTo>
                    <a:pt x="15822" y="21243"/>
                    <a:pt x="15041" y="21590"/>
                    <a:pt x="14126" y="21600"/>
                  </a:cubicBezTo>
                  <a:close/>
                  <a:moveTo>
                    <a:pt x="9156" y="19507"/>
                  </a:moveTo>
                  <a:lnTo>
                    <a:pt x="12522" y="19507"/>
                  </a:lnTo>
                  <a:lnTo>
                    <a:pt x="17765" y="3977"/>
                  </a:lnTo>
                  <a:cubicBezTo>
                    <a:pt x="17765" y="3181"/>
                    <a:pt x="14909" y="2093"/>
                    <a:pt x="10839" y="2093"/>
                  </a:cubicBezTo>
                  <a:cubicBezTo>
                    <a:pt x="6770" y="2093"/>
                    <a:pt x="3913" y="3181"/>
                    <a:pt x="3913" y="418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0" name="자유형: 도형 545"/>
            <p:cNvSpPr/>
            <p:nvPr/>
          </p:nvSpPr>
          <p:spPr>
            <a:xfrm rot="16996800">
              <a:off x="45463" y="45463"/>
              <a:ext cx="447989" cy="447989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1" name="자유형: 도형 546"/>
            <p:cNvSpPr/>
            <p:nvPr/>
          </p:nvSpPr>
          <p:spPr>
            <a:xfrm>
              <a:off x="31103" y="31171"/>
              <a:ext cx="476669" cy="476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593" y="16762"/>
                    <a:pt x="16762" y="21593"/>
                    <a:pt x="10800" y="21600"/>
                  </a:cubicBezTo>
                  <a:close/>
                  <a:moveTo>
                    <a:pt x="10800" y="1300"/>
                  </a:moveTo>
                  <a:cubicBezTo>
                    <a:pt x="5553" y="1300"/>
                    <a:pt x="1300" y="5553"/>
                    <a:pt x="1300" y="10800"/>
                  </a:cubicBezTo>
                  <a:cubicBezTo>
                    <a:pt x="1300" y="16047"/>
                    <a:pt x="5553" y="20300"/>
                    <a:pt x="10800" y="20300"/>
                  </a:cubicBezTo>
                  <a:cubicBezTo>
                    <a:pt x="16047" y="20300"/>
                    <a:pt x="20300" y="16047"/>
                    <a:pt x="20300" y="10800"/>
                  </a:cubicBezTo>
                  <a:cubicBezTo>
                    <a:pt x="20293" y="5556"/>
                    <a:pt x="16044" y="1307"/>
                    <a:pt x="10800" y="13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2" name="자유형: 도형 547"/>
            <p:cNvSpPr/>
            <p:nvPr/>
          </p:nvSpPr>
          <p:spPr>
            <a:xfrm>
              <a:off x="248420" y="61490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3" name="자유형: 도형 548"/>
            <p:cNvSpPr/>
            <p:nvPr/>
          </p:nvSpPr>
          <p:spPr>
            <a:xfrm>
              <a:off x="309553" y="60627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4" name="자유형: 도형 549"/>
            <p:cNvSpPr/>
            <p:nvPr/>
          </p:nvSpPr>
          <p:spPr>
            <a:xfrm>
              <a:off x="370644" y="60631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026" extrusionOk="0">
                  <a:moveTo>
                    <a:pt x="20997" y="11600"/>
                  </a:moveTo>
                  <a:cubicBezTo>
                    <a:pt x="20394" y="17374"/>
                    <a:pt x="15221" y="21570"/>
                    <a:pt x="9440" y="20968"/>
                  </a:cubicBezTo>
                  <a:cubicBezTo>
                    <a:pt x="3654" y="20367"/>
                    <a:pt x="-545" y="15200"/>
                    <a:pt x="57" y="9424"/>
                  </a:cubicBezTo>
                  <a:cubicBezTo>
                    <a:pt x="612" y="4090"/>
                    <a:pt x="5102" y="28"/>
                    <a:pt x="10470" y="0"/>
                  </a:cubicBezTo>
                  <a:cubicBezTo>
                    <a:pt x="16284" y="-30"/>
                    <a:pt x="21022" y="4651"/>
                    <a:pt x="21055" y="10455"/>
                  </a:cubicBezTo>
                  <a:cubicBezTo>
                    <a:pt x="21055" y="10837"/>
                    <a:pt x="21035" y="11221"/>
                    <a:pt x="20997" y="116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5" name="자유형: 도형 550"/>
            <p:cNvSpPr/>
            <p:nvPr/>
          </p:nvSpPr>
          <p:spPr>
            <a:xfrm>
              <a:off x="65440" y="14839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6" name="자유형: 도형 551"/>
            <p:cNvSpPr/>
            <p:nvPr/>
          </p:nvSpPr>
          <p:spPr>
            <a:xfrm>
              <a:off x="126388" y="148392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597" extrusionOk="0">
                  <a:moveTo>
                    <a:pt x="21393" y="10800"/>
                  </a:moveTo>
                  <a:cubicBezTo>
                    <a:pt x="21600" y="16554"/>
                    <a:pt x="17067" y="21387"/>
                    <a:pt x="11267" y="21592"/>
                  </a:cubicBezTo>
                  <a:cubicBezTo>
                    <a:pt x="11139" y="21594"/>
                    <a:pt x="11011" y="21597"/>
                    <a:pt x="10885" y="21597"/>
                  </a:cubicBezTo>
                  <a:cubicBezTo>
                    <a:pt x="4873" y="21597"/>
                    <a:pt x="0" y="16762"/>
                    <a:pt x="0" y="10800"/>
                  </a:cubicBezTo>
                  <a:cubicBezTo>
                    <a:pt x="0" y="4835"/>
                    <a:pt x="4873" y="0"/>
                    <a:pt x="10885" y="0"/>
                  </a:cubicBezTo>
                  <a:cubicBezTo>
                    <a:pt x="16687" y="-3"/>
                    <a:pt x="21396" y="4661"/>
                    <a:pt x="21398" y="10420"/>
                  </a:cubicBezTo>
                  <a:cubicBezTo>
                    <a:pt x="21398" y="10545"/>
                    <a:pt x="21398" y="10672"/>
                    <a:pt x="21393" y="108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7" name="자유형: 도형 552"/>
            <p:cNvSpPr/>
            <p:nvPr/>
          </p:nvSpPr>
          <p:spPr>
            <a:xfrm>
              <a:off x="186758" y="14839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8" name="자유형: 도형 553"/>
            <p:cNvSpPr/>
            <p:nvPr/>
          </p:nvSpPr>
          <p:spPr>
            <a:xfrm>
              <a:off x="248420" y="14839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39" name="자유형: 도형 554"/>
            <p:cNvSpPr/>
            <p:nvPr/>
          </p:nvSpPr>
          <p:spPr>
            <a:xfrm>
              <a:off x="309510" y="14838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0" name="자유형: 도형 555"/>
            <p:cNvSpPr/>
            <p:nvPr/>
          </p:nvSpPr>
          <p:spPr>
            <a:xfrm>
              <a:off x="370598" y="14839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1" name="자유형: 도형 556"/>
            <p:cNvSpPr/>
            <p:nvPr/>
          </p:nvSpPr>
          <p:spPr>
            <a:xfrm>
              <a:off x="431402" y="14838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2" name="자유형: 도형 557"/>
            <p:cNvSpPr/>
            <p:nvPr/>
          </p:nvSpPr>
          <p:spPr>
            <a:xfrm>
              <a:off x="65440" y="235294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3" name="자유형: 도형 558"/>
            <p:cNvSpPr/>
            <p:nvPr/>
          </p:nvSpPr>
          <p:spPr>
            <a:xfrm>
              <a:off x="126388" y="235436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396" extrusionOk="0">
                  <a:moveTo>
                    <a:pt x="21390" y="10514"/>
                  </a:moveTo>
                  <a:cubicBezTo>
                    <a:pt x="21597" y="16312"/>
                    <a:pt x="17065" y="21181"/>
                    <a:pt x="11265" y="21388"/>
                  </a:cubicBezTo>
                  <a:cubicBezTo>
                    <a:pt x="11137" y="21393"/>
                    <a:pt x="11009" y="21396"/>
                    <a:pt x="10883" y="21396"/>
                  </a:cubicBezTo>
                  <a:cubicBezTo>
                    <a:pt x="4872" y="21396"/>
                    <a:pt x="0" y="16524"/>
                    <a:pt x="0" y="10514"/>
                  </a:cubicBezTo>
                  <a:cubicBezTo>
                    <a:pt x="-3" y="4710"/>
                    <a:pt x="4697" y="5"/>
                    <a:pt x="10501" y="0"/>
                  </a:cubicBezTo>
                  <a:cubicBezTo>
                    <a:pt x="10627" y="0"/>
                    <a:pt x="10755" y="3"/>
                    <a:pt x="10883" y="8"/>
                  </a:cubicBezTo>
                  <a:cubicBezTo>
                    <a:pt x="16473" y="-204"/>
                    <a:pt x="21178" y="4158"/>
                    <a:pt x="21390" y="9750"/>
                  </a:cubicBezTo>
                  <a:cubicBezTo>
                    <a:pt x="21401" y="10003"/>
                    <a:pt x="21401" y="10260"/>
                    <a:pt x="21390" y="10514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4" name="자유형: 도형 559"/>
            <p:cNvSpPr/>
            <p:nvPr/>
          </p:nvSpPr>
          <p:spPr>
            <a:xfrm>
              <a:off x="186901" y="236831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7" h="19914" extrusionOk="0">
                  <a:moveTo>
                    <a:pt x="20487" y="8116"/>
                  </a:moveTo>
                  <a:cubicBezTo>
                    <a:pt x="21540" y="13521"/>
                    <a:pt x="17851" y="18726"/>
                    <a:pt x="12243" y="19741"/>
                  </a:cubicBezTo>
                  <a:cubicBezTo>
                    <a:pt x="6633" y="20758"/>
                    <a:pt x="1232" y="17201"/>
                    <a:pt x="179" y="11798"/>
                  </a:cubicBezTo>
                  <a:cubicBezTo>
                    <a:pt x="-60" y="10582"/>
                    <a:pt x="-60" y="9334"/>
                    <a:pt x="179" y="8116"/>
                  </a:cubicBezTo>
                  <a:cubicBezTo>
                    <a:pt x="1232" y="2713"/>
                    <a:pt x="6633" y="-842"/>
                    <a:pt x="12243" y="173"/>
                  </a:cubicBezTo>
                  <a:cubicBezTo>
                    <a:pt x="16427" y="932"/>
                    <a:pt x="19699" y="4087"/>
                    <a:pt x="20487" y="811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5" name="자유형: 도형 560"/>
            <p:cNvSpPr/>
            <p:nvPr/>
          </p:nvSpPr>
          <p:spPr>
            <a:xfrm>
              <a:off x="248562" y="235436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6" h="21398" extrusionOk="0">
                  <a:moveTo>
                    <a:pt x="21396" y="10515"/>
                  </a:moveTo>
                  <a:cubicBezTo>
                    <a:pt x="21396" y="16526"/>
                    <a:pt x="16524" y="21398"/>
                    <a:pt x="10514" y="21398"/>
                  </a:cubicBezTo>
                  <a:cubicBezTo>
                    <a:pt x="4713" y="21401"/>
                    <a:pt x="5" y="16701"/>
                    <a:pt x="0" y="10897"/>
                  </a:cubicBezTo>
                  <a:cubicBezTo>
                    <a:pt x="0" y="10768"/>
                    <a:pt x="3" y="10643"/>
                    <a:pt x="8" y="10515"/>
                  </a:cubicBezTo>
                  <a:cubicBezTo>
                    <a:pt x="-204" y="4922"/>
                    <a:pt x="4158" y="220"/>
                    <a:pt x="9750" y="8"/>
                  </a:cubicBezTo>
                  <a:cubicBezTo>
                    <a:pt x="10003" y="-3"/>
                    <a:pt x="10260" y="-3"/>
                    <a:pt x="10514" y="8"/>
                  </a:cubicBezTo>
                  <a:cubicBezTo>
                    <a:pt x="16312" y="-199"/>
                    <a:pt x="21181" y="4333"/>
                    <a:pt x="21388" y="10133"/>
                  </a:cubicBezTo>
                  <a:cubicBezTo>
                    <a:pt x="21391" y="10261"/>
                    <a:pt x="21396" y="10386"/>
                    <a:pt x="21396" y="10515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6" name="자유형: 도형 561"/>
            <p:cNvSpPr/>
            <p:nvPr/>
          </p:nvSpPr>
          <p:spPr>
            <a:xfrm>
              <a:off x="309510" y="235294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7" name="자유형: 도형 562"/>
            <p:cNvSpPr/>
            <p:nvPr/>
          </p:nvSpPr>
          <p:spPr>
            <a:xfrm>
              <a:off x="370598" y="235294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8" name="자유형: 도형 563"/>
            <p:cNvSpPr/>
            <p:nvPr/>
          </p:nvSpPr>
          <p:spPr>
            <a:xfrm>
              <a:off x="431545" y="236831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7" h="19914" extrusionOk="0">
                  <a:moveTo>
                    <a:pt x="20487" y="8116"/>
                  </a:moveTo>
                  <a:cubicBezTo>
                    <a:pt x="21540" y="13521"/>
                    <a:pt x="17851" y="18726"/>
                    <a:pt x="12243" y="19741"/>
                  </a:cubicBezTo>
                  <a:cubicBezTo>
                    <a:pt x="6633" y="20758"/>
                    <a:pt x="1234" y="17201"/>
                    <a:pt x="179" y="11798"/>
                  </a:cubicBezTo>
                  <a:cubicBezTo>
                    <a:pt x="-60" y="10582"/>
                    <a:pt x="-60" y="9334"/>
                    <a:pt x="179" y="8116"/>
                  </a:cubicBezTo>
                  <a:cubicBezTo>
                    <a:pt x="1234" y="2713"/>
                    <a:pt x="6633" y="-842"/>
                    <a:pt x="12243" y="173"/>
                  </a:cubicBezTo>
                  <a:cubicBezTo>
                    <a:pt x="16424" y="932"/>
                    <a:pt x="19699" y="4087"/>
                    <a:pt x="20487" y="811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49" name="자유형: 도형 564"/>
            <p:cNvSpPr/>
            <p:nvPr/>
          </p:nvSpPr>
          <p:spPr>
            <a:xfrm>
              <a:off x="65445" y="32248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0" name="자유형: 도형 565"/>
            <p:cNvSpPr/>
            <p:nvPr/>
          </p:nvSpPr>
          <p:spPr>
            <a:xfrm>
              <a:off x="125620" y="322339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4" h="20667" extrusionOk="0">
                  <a:moveTo>
                    <a:pt x="20608" y="10154"/>
                  </a:moveTo>
                  <a:cubicBezTo>
                    <a:pt x="20790" y="15659"/>
                    <a:pt x="16797" y="20283"/>
                    <a:pt x="11692" y="20479"/>
                  </a:cubicBezTo>
                  <a:cubicBezTo>
                    <a:pt x="11581" y="20484"/>
                    <a:pt x="11468" y="20487"/>
                    <a:pt x="11355" y="20487"/>
                  </a:cubicBezTo>
                  <a:cubicBezTo>
                    <a:pt x="6155" y="21540"/>
                    <a:pt x="1146" y="17851"/>
                    <a:pt x="167" y="12243"/>
                  </a:cubicBezTo>
                  <a:cubicBezTo>
                    <a:pt x="-810" y="6636"/>
                    <a:pt x="2611" y="1234"/>
                    <a:pt x="7812" y="179"/>
                  </a:cubicBezTo>
                  <a:cubicBezTo>
                    <a:pt x="8984" y="-60"/>
                    <a:pt x="10185" y="-60"/>
                    <a:pt x="11355" y="179"/>
                  </a:cubicBezTo>
                  <a:cubicBezTo>
                    <a:pt x="16465" y="179"/>
                    <a:pt x="20608" y="4646"/>
                    <a:pt x="20608" y="10154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1" name="자유형: 도형 566"/>
            <p:cNvSpPr/>
            <p:nvPr/>
          </p:nvSpPr>
          <p:spPr>
            <a:xfrm>
              <a:off x="186901" y="323733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7" h="19914" extrusionOk="0">
                  <a:moveTo>
                    <a:pt x="20487" y="8118"/>
                  </a:moveTo>
                  <a:cubicBezTo>
                    <a:pt x="21540" y="13521"/>
                    <a:pt x="17851" y="18726"/>
                    <a:pt x="12243" y="19741"/>
                  </a:cubicBezTo>
                  <a:cubicBezTo>
                    <a:pt x="6633" y="20758"/>
                    <a:pt x="1232" y="17201"/>
                    <a:pt x="179" y="11798"/>
                  </a:cubicBezTo>
                  <a:cubicBezTo>
                    <a:pt x="-60" y="10582"/>
                    <a:pt x="-60" y="9332"/>
                    <a:pt x="179" y="8118"/>
                  </a:cubicBezTo>
                  <a:cubicBezTo>
                    <a:pt x="1232" y="2715"/>
                    <a:pt x="6633" y="-842"/>
                    <a:pt x="12243" y="173"/>
                  </a:cubicBezTo>
                  <a:cubicBezTo>
                    <a:pt x="16427" y="932"/>
                    <a:pt x="19699" y="4087"/>
                    <a:pt x="20487" y="811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2" name="자유형: 도형 567"/>
            <p:cNvSpPr/>
            <p:nvPr/>
          </p:nvSpPr>
          <p:spPr>
            <a:xfrm>
              <a:off x="249188" y="322339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38" h="21597" extrusionOk="0">
                  <a:moveTo>
                    <a:pt x="20638" y="10608"/>
                  </a:moveTo>
                  <a:cubicBezTo>
                    <a:pt x="20638" y="16680"/>
                    <a:pt x="15550" y="21597"/>
                    <a:pt x="9268" y="21597"/>
                  </a:cubicBezTo>
                  <a:cubicBezTo>
                    <a:pt x="3098" y="20474"/>
                    <a:pt x="-962" y="14730"/>
                    <a:pt x="197" y="8766"/>
                  </a:cubicBezTo>
                  <a:cubicBezTo>
                    <a:pt x="1064" y="4320"/>
                    <a:pt x="4664" y="837"/>
                    <a:pt x="9268" y="0"/>
                  </a:cubicBezTo>
                  <a:cubicBezTo>
                    <a:pt x="15397" y="-3"/>
                    <a:pt x="20427" y="4690"/>
                    <a:pt x="20638" y="1060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3" name="자유형: 도형 568"/>
            <p:cNvSpPr/>
            <p:nvPr/>
          </p:nvSpPr>
          <p:spPr>
            <a:xfrm>
              <a:off x="309516" y="32248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4" name="자유형: 도형 569"/>
            <p:cNvSpPr/>
            <p:nvPr/>
          </p:nvSpPr>
          <p:spPr>
            <a:xfrm>
              <a:off x="370604" y="32248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5" name="자유형: 도형 570"/>
            <p:cNvSpPr/>
            <p:nvPr/>
          </p:nvSpPr>
          <p:spPr>
            <a:xfrm>
              <a:off x="431404" y="32247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6" name="자유형: 도형 571"/>
            <p:cNvSpPr/>
            <p:nvPr/>
          </p:nvSpPr>
          <p:spPr>
            <a:xfrm>
              <a:off x="125619" y="409241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3" h="20667" extrusionOk="0">
                  <a:moveTo>
                    <a:pt x="20778" y="10511"/>
                  </a:moveTo>
                  <a:cubicBezTo>
                    <a:pt x="20778" y="16020"/>
                    <a:pt x="16601" y="20487"/>
                    <a:pt x="11449" y="20487"/>
                  </a:cubicBezTo>
                  <a:cubicBezTo>
                    <a:pt x="6206" y="21540"/>
                    <a:pt x="1155" y="17851"/>
                    <a:pt x="168" y="12243"/>
                  </a:cubicBezTo>
                  <a:cubicBezTo>
                    <a:pt x="-817" y="6633"/>
                    <a:pt x="2633" y="1234"/>
                    <a:pt x="7876" y="179"/>
                  </a:cubicBezTo>
                  <a:cubicBezTo>
                    <a:pt x="9058" y="-60"/>
                    <a:pt x="10269" y="-60"/>
                    <a:pt x="11449" y="179"/>
                  </a:cubicBezTo>
                  <a:cubicBezTo>
                    <a:pt x="16601" y="176"/>
                    <a:pt x="20781" y="4638"/>
                    <a:pt x="20783" y="10146"/>
                  </a:cubicBezTo>
                  <a:cubicBezTo>
                    <a:pt x="20783" y="10268"/>
                    <a:pt x="20781" y="10390"/>
                    <a:pt x="20778" y="10511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7" name="자유형: 도형 572"/>
            <p:cNvSpPr/>
            <p:nvPr/>
          </p:nvSpPr>
          <p:spPr>
            <a:xfrm>
              <a:off x="186758" y="409384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8" name="자유형: 도형 573"/>
            <p:cNvSpPr/>
            <p:nvPr/>
          </p:nvSpPr>
          <p:spPr>
            <a:xfrm>
              <a:off x="249188" y="409241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38" h="21597" extrusionOk="0">
                  <a:moveTo>
                    <a:pt x="20638" y="10989"/>
                  </a:moveTo>
                  <a:cubicBezTo>
                    <a:pt x="20427" y="16907"/>
                    <a:pt x="15397" y="21600"/>
                    <a:pt x="9268" y="21597"/>
                  </a:cubicBezTo>
                  <a:cubicBezTo>
                    <a:pt x="3098" y="20474"/>
                    <a:pt x="-962" y="14730"/>
                    <a:pt x="197" y="8767"/>
                  </a:cubicBezTo>
                  <a:cubicBezTo>
                    <a:pt x="1064" y="4320"/>
                    <a:pt x="4664" y="838"/>
                    <a:pt x="9268" y="0"/>
                  </a:cubicBezTo>
                  <a:cubicBezTo>
                    <a:pt x="15550" y="0"/>
                    <a:pt x="20638" y="4917"/>
                    <a:pt x="20638" y="10989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59" name="자유형: 도형 574"/>
            <p:cNvSpPr/>
            <p:nvPr/>
          </p:nvSpPr>
          <p:spPr>
            <a:xfrm>
              <a:off x="309510" y="409384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0" name="자유형: 도형 575"/>
            <p:cNvSpPr/>
            <p:nvPr/>
          </p:nvSpPr>
          <p:spPr>
            <a:xfrm>
              <a:off x="370598" y="409384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1" name="자유형: 도형 576"/>
            <p:cNvSpPr/>
            <p:nvPr/>
          </p:nvSpPr>
          <p:spPr>
            <a:xfrm>
              <a:off x="431545" y="407847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19914" extrusionOk="0">
                  <a:moveTo>
                    <a:pt x="20487" y="11798"/>
                  </a:moveTo>
                  <a:cubicBezTo>
                    <a:pt x="19434" y="17201"/>
                    <a:pt x="14033" y="20758"/>
                    <a:pt x="8425" y="19741"/>
                  </a:cubicBezTo>
                  <a:cubicBezTo>
                    <a:pt x="4242" y="18982"/>
                    <a:pt x="967" y="15829"/>
                    <a:pt x="179" y="11798"/>
                  </a:cubicBezTo>
                  <a:cubicBezTo>
                    <a:pt x="-874" y="6395"/>
                    <a:pt x="2818" y="1190"/>
                    <a:pt x="8425" y="173"/>
                  </a:cubicBezTo>
                  <a:cubicBezTo>
                    <a:pt x="14033" y="-842"/>
                    <a:pt x="19434" y="2715"/>
                    <a:pt x="20487" y="8118"/>
                  </a:cubicBezTo>
                  <a:cubicBezTo>
                    <a:pt x="20726" y="9332"/>
                    <a:pt x="20726" y="10582"/>
                    <a:pt x="20487" y="1179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2" name="자유형: 도형 577"/>
            <p:cNvSpPr/>
            <p:nvPr/>
          </p:nvSpPr>
          <p:spPr>
            <a:xfrm>
              <a:off x="96608" y="104655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38" h="21597" extrusionOk="0">
                  <a:moveTo>
                    <a:pt x="20638" y="10989"/>
                  </a:moveTo>
                  <a:cubicBezTo>
                    <a:pt x="20427" y="16907"/>
                    <a:pt x="15397" y="21600"/>
                    <a:pt x="9268" y="21597"/>
                  </a:cubicBezTo>
                  <a:cubicBezTo>
                    <a:pt x="3098" y="20474"/>
                    <a:pt x="-962" y="14730"/>
                    <a:pt x="197" y="8767"/>
                  </a:cubicBezTo>
                  <a:cubicBezTo>
                    <a:pt x="1064" y="4317"/>
                    <a:pt x="4667" y="838"/>
                    <a:pt x="9268" y="0"/>
                  </a:cubicBezTo>
                  <a:cubicBezTo>
                    <a:pt x="15548" y="0"/>
                    <a:pt x="20638" y="4920"/>
                    <a:pt x="20638" y="10989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3" name="자유형: 도형 578"/>
            <p:cNvSpPr/>
            <p:nvPr/>
          </p:nvSpPr>
          <p:spPr>
            <a:xfrm>
              <a:off x="158078" y="10479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4" name="자유형: 도형 579"/>
            <p:cNvSpPr/>
            <p:nvPr/>
          </p:nvSpPr>
          <p:spPr>
            <a:xfrm>
              <a:off x="218020" y="10479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5" name="자유형: 도형 580"/>
            <p:cNvSpPr/>
            <p:nvPr/>
          </p:nvSpPr>
          <p:spPr>
            <a:xfrm>
              <a:off x="278965" y="103259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19914" extrusionOk="0">
                  <a:moveTo>
                    <a:pt x="20487" y="11798"/>
                  </a:moveTo>
                  <a:cubicBezTo>
                    <a:pt x="19434" y="17201"/>
                    <a:pt x="14033" y="20758"/>
                    <a:pt x="8425" y="19741"/>
                  </a:cubicBezTo>
                  <a:cubicBezTo>
                    <a:pt x="4242" y="18984"/>
                    <a:pt x="967" y="15829"/>
                    <a:pt x="179" y="11798"/>
                  </a:cubicBezTo>
                  <a:cubicBezTo>
                    <a:pt x="-874" y="6395"/>
                    <a:pt x="2818" y="1190"/>
                    <a:pt x="8425" y="173"/>
                  </a:cubicBezTo>
                  <a:cubicBezTo>
                    <a:pt x="14033" y="-842"/>
                    <a:pt x="19434" y="2713"/>
                    <a:pt x="20487" y="8116"/>
                  </a:cubicBezTo>
                  <a:cubicBezTo>
                    <a:pt x="20726" y="9334"/>
                    <a:pt x="20726" y="10582"/>
                    <a:pt x="20487" y="1179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6" name="자유형: 도형 581"/>
            <p:cNvSpPr/>
            <p:nvPr/>
          </p:nvSpPr>
          <p:spPr>
            <a:xfrm>
              <a:off x="339910" y="10479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7" name="자유형: 도형 582"/>
            <p:cNvSpPr/>
            <p:nvPr/>
          </p:nvSpPr>
          <p:spPr>
            <a:xfrm>
              <a:off x="401000" y="10479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8" name="자유형: 도형 583"/>
            <p:cNvSpPr/>
            <p:nvPr/>
          </p:nvSpPr>
          <p:spPr>
            <a:xfrm>
              <a:off x="95982" y="191560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395" extrusionOk="0">
                  <a:moveTo>
                    <a:pt x="21398" y="10882"/>
                  </a:moveTo>
                  <a:cubicBezTo>
                    <a:pt x="21401" y="16683"/>
                    <a:pt x="16701" y="21391"/>
                    <a:pt x="10897" y="21393"/>
                  </a:cubicBezTo>
                  <a:cubicBezTo>
                    <a:pt x="10768" y="21393"/>
                    <a:pt x="10643" y="21393"/>
                    <a:pt x="10515" y="21388"/>
                  </a:cubicBezTo>
                  <a:cubicBezTo>
                    <a:pt x="4922" y="21600"/>
                    <a:pt x="220" y="17238"/>
                    <a:pt x="8" y="11646"/>
                  </a:cubicBezTo>
                  <a:cubicBezTo>
                    <a:pt x="-3" y="11393"/>
                    <a:pt x="-3" y="11136"/>
                    <a:pt x="8" y="10882"/>
                  </a:cubicBezTo>
                  <a:cubicBezTo>
                    <a:pt x="-199" y="5084"/>
                    <a:pt x="4333" y="215"/>
                    <a:pt x="10133" y="8"/>
                  </a:cubicBezTo>
                  <a:cubicBezTo>
                    <a:pt x="10261" y="3"/>
                    <a:pt x="10386" y="0"/>
                    <a:pt x="10515" y="0"/>
                  </a:cubicBezTo>
                  <a:cubicBezTo>
                    <a:pt x="16526" y="0"/>
                    <a:pt x="21398" y="4872"/>
                    <a:pt x="21398" y="10882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69" name="자유형: 도형 584"/>
            <p:cNvSpPr/>
            <p:nvPr/>
          </p:nvSpPr>
          <p:spPr>
            <a:xfrm>
              <a:off x="158078" y="191700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0" name="자유형: 도형 585"/>
            <p:cNvSpPr/>
            <p:nvPr/>
          </p:nvSpPr>
          <p:spPr>
            <a:xfrm>
              <a:off x="218020" y="191700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1" name="자유형: 도형 586"/>
            <p:cNvSpPr/>
            <p:nvPr/>
          </p:nvSpPr>
          <p:spPr>
            <a:xfrm>
              <a:off x="278965" y="190161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19914" extrusionOk="0">
                  <a:moveTo>
                    <a:pt x="20487" y="11798"/>
                  </a:moveTo>
                  <a:cubicBezTo>
                    <a:pt x="19434" y="17201"/>
                    <a:pt x="14033" y="20758"/>
                    <a:pt x="8425" y="19741"/>
                  </a:cubicBezTo>
                  <a:cubicBezTo>
                    <a:pt x="4242" y="18984"/>
                    <a:pt x="967" y="15829"/>
                    <a:pt x="179" y="11798"/>
                  </a:cubicBezTo>
                  <a:cubicBezTo>
                    <a:pt x="-874" y="6395"/>
                    <a:pt x="2818" y="1190"/>
                    <a:pt x="8425" y="173"/>
                  </a:cubicBezTo>
                  <a:cubicBezTo>
                    <a:pt x="14033" y="-842"/>
                    <a:pt x="19434" y="2713"/>
                    <a:pt x="20487" y="8116"/>
                  </a:cubicBezTo>
                  <a:cubicBezTo>
                    <a:pt x="20726" y="9334"/>
                    <a:pt x="20726" y="10582"/>
                    <a:pt x="20487" y="1179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2" name="자유형: 도형 587"/>
            <p:cNvSpPr/>
            <p:nvPr/>
          </p:nvSpPr>
          <p:spPr>
            <a:xfrm>
              <a:off x="340053" y="190161"/>
              <a:ext cx="25401" cy="25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19914" extrusionOk="0">
                  <a:moveTo>
                    <a:pt x="20487" y="11798"/>
                  </a:moveTo>
                  <a:cubicBezTo>
                    <a:pt x="19434" y="17201"/>
                    <a:pt x="14033" y="20758"/>
                    <a:pt x="8425" y="19741"/>
                  </a:cubicBezTo>
                  <a:cubicBezTo>
                    <a:pt x="4242" y="18984"/>
                    <a:pt x="967" y="15829"/>
                    <a:pt x="179" y="11798"/>
                  </a:cubicBezTo>
                  <a:cubicBezTo>
                    <a:pt x="-874" y="6395"/>
                    <a:pt x="2818" y="1190"/>
                    <a:pt x="8425" y="173"/>
                  </a:cubicBezTo>
                  <a:cubicBezTo>
                    <a:pt x="14033" y="-842"/>
                    <a:pt x="19434" y="2713"/>
                    <a:pt x="20487" y="8116"/>
                  </a:cubicBezTo>
                  <a:cubicBezTo>
                    <a:pt x="20726" y="9334"/>
                    <a:pt x="20726" y="10582"/>
                    <a:pt x="20487" y="11798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3" name="자유형: 도형 588"/>
            <p:cNvSpPr/>
            <p:nvPr/>
          </p:nvSpPr>
          <p:spPr>
            <a:xfrm>
              <a:off x="401000" y="191700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4" name="자유형: 도형 589"/>
            <p:cNvSpPr/>
            <p:nvPr/>
          </p:nvSpPr>
          <p:spPr>
            <a:xfrm>
              <a:off x="462090" y="191700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5" name="자유형: 도형 590"/>
            <p:cNvSpPr/>
            <p:nvPr/>
          </p:nvSpPr>
          <p:spPr>
            <a:xfrm>
              <a:off x="95840" y="2786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6" name="자유형: 도형 591"/>
            <p:cNvSpPr/>
            <p:nvPr/>
          </p:nvSpPr>
          <p:spPr>
            <a:xfrm>
              <a:off x="158078" y="2786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7" name="자유형: 도형 592"/>
            <p:cNvSpPr/>
            <p:nvPr/>
          </p:nvSpPr>
          <p:spPr>
            <a:xfrm>
              <a:off x="218020" y="2786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8" name="자유형: 도형 593"/>
            <p:cNvSpPr/>
            <p:nvPr/>
          </p:nvSpPr>
          <p:spPr>
            <a:xfrm>
              <a:off x="278822" y="278596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79" name="자유형: 도형 594"/>
            <p:cNvSpPr/>
            <p:nvPr/>
          </p:nvSpPr>
          <p:spPr>
            <a:xfrm>
              <a:off x="339910" y="2786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0" name="자유형: 도형 595"/>
            <p:cNvSpPr/>
            <p:nvPr/>
          </p:nvSpPr>
          <p:spPr>
            <a:xfrm>
              <a:off x="401000" y="2786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1" name="자유형: 도형 596"/>
            <p:cNvSpPr/>
            <p:nvPr/>
          </p:nvSpPr>
          <p:spPr>
            <a:xfrm>
              <a:off x="462090" y="2786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2" name="자유형: 도형 597"/>
            <p:cNvSpPr/>
            <p:nvPr/>
          </p:nvSpPr>
          <p:spPr>
            <a:xfrm>
              <a:off x="95840" y="3655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3" name="자유형: 도형 598"/>
            <p:cNvSpPr/>
            <p:nvPr/>
          </p:nvSpPr>
          <p:spPr>
            <a:xfrm>
              <a:off x="158078" y="3655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4" name="자유형: 도형 599"/>
            <p:cNvSpPr/>
            <p:nvPr/>
          </p:nvSpPr>
          <p:spPr>
            <a:xfrm>
              <a:off x="218020" y="3655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5" name="자유형: 도형 600"/>
            <p:cNvSpPr/>
            <p:nvPr/>
          </p:nvSpPr>
          <p:spPr>
            <a:xfrm>
              <a:off x="278822" y="36549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6" name="자유형: 도형 601"/>
            <p:cNvSpPr/>
            <p:nvPr/>
          </p:nvSpPr>
          <p:spPr>
            <a:xfrm>
              <a:off x="339910" y="3655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7" name="자유형: 도형 602"/>
            <p:cNvSpPr/>
            <p:nvPr/>
          </p:nvSpPr>
          <p:spPr>
            <a:xfrm>
              <a:off x="401000" y="3655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8" name="자유형: 도형 603"/>
            <p:cNvSpPr/>
            <p:nvPr/>
          </p:nvSpPr>
          <p:spPr>
            <a:xfrm>
              <a:off x="462090" y="36550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89" name="자유형: 도형 604"/>
            <p:cNvSpPr/>
            <p:nvPr/>
          </p:nvSpPr>
          <p:spPr>
            <a:xfrm>
              <a:off x="158078" y="45383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90" name="자유형: 도형 605"/>
            <p:cNvSpPr/>
            <p:nvPr/>
          </p:nvSpPr>
          <p:spPr>
            <a:xfrm>
              <a:off x="218020" y="45383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91" name="자유형: 도형 606"/>
            <p:cNvSpPr/>
            <p:nvPr/>
          </p:nvSpPr>
          <p:spPr>
            <a:xfrm>
              <a:off x="278822" y="453832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492" name="자유형: 도형 607"/>
            <p:cNvSpPr/>
            <p:nvPr/>
          </p:nvSpPr>
          <p:spPr>
            <a:xfrm>
              <a:off x="339910" y="453838"/>
              <a:ext cx="25401" cy="25401"/>
            </a:xfrm>
            <a:prstGeom prst="ellipse">
              <a:avLst/>
            </a:pr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4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그래픽 2"/>
          <p:cNvSpPr/>
          <p:nvPr/>
        </p:nvSpPr>
        <p:spPr>
          <a:xfrm>
            <a:off x="-1" y="-1"/>
            <a:ext cx="24384006" cy="2103122"/>
          </a:xfrm>
          <a:prstGeom prst="rect">
            <a:avLst/>
          </a:prstGeom>
          <a:solidFill>
            <a:srgbClr val="FDF7ED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0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2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4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6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8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PowerPoint Templates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03" name="Insert the title of your ppt"/>
          <p:cNvSpPr txBox="1">
            <a:spLocks noGrp="1"/>
          </p:cNvSpPr>
          <p:nvPr>
            <p:ph type="title" hasCustomPrompt="1"/>
          </p:nvPr>
        </p:nvSpPr>
        <p:spPr>
          <a:xfrm>
            <a:off x="2216728" y="767196"/>
            <a:ext cx="18288001" cy="1117310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1828800">
              <a:lnSpc>
                <a:spcPct val="90000"/>
              </a:lnSpc>
              <a:defRPr sz="6400" spc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Insert the title of your ppt</a:t>
            </a:r>
          </a:p>
        </p:txBody>
      </p:sp>
      <p:pic>
        <p:nvPicPr>
          <p:cNvPr id="504" name="그래픽 5" descr="그래픽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773"/>
            <a:ext cx="6248400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" name="그래픽 7" descr="그래픽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90" y="397165"/>
            <a:ext cx="1255975" cy="144303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0" name="그룹 154"/>
          <p:cNvGrpSpPr/>
          <p:nvPr/>
        </p:nvGrpSpPr>
        <p:grpSpPr>
          <a:xfrm>
            <a:off x="1184821" y="1623873"/>
            <a:ext cx="283481" cy="359916"/>
            <a:chOff x="0" y="0"/>
            <a:chExt cx="283479" cy="359914"/>
          </a:xfrm>
        </p:grpSpPr>
        <p:sp>
          <p:nvSpPr>
            <p:cNvPr id="506" name="자유형: 도형 6"/>
            <p:cNvSpPr/>
            <p:nvPr/>
          </p:nvSpPr>
          <p:spPr>
            <a:xfrm>
              <a:off x="107482" y="211766"/>
              <a:ext cx="68493" cy="140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06" y="0"/>
                    <a:pt x="0" y="1553"/>
                    <a:pt x="0" y="3453"/>
                  </a:cubicBezTo>
                  <a:lnTo>
                    <a:pt x="6756" y="21600"/>
                  </a:lnTo>
                  <a:lnTo>
                    <a:pt x="14844" y="21600"/>
                  </a:lnTo>
                  <a:lnTo>
                    <a:pt x="21600" y="3453"/>
                  </a:lnTo>
                  <a:cubicBezTo>
                    <a:pt x="21553" y="1553"/>
                    <a:pt x="16747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07" name="자유형: 도형 8"/>
            <p:cNvSpPr/>
            <p:nvPr/>
          </p:nvSpPr>
          <p:spPr>
            <a:xfrm>
              <a:off x="100090" y="204222"/>
              <a:ext cx="83277" cy="155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26" y="21600"/>
                  </a:moveTo>
                  <a:lnTo>
                    <a:pt x="7474" y="21600"/>
                  </a:lnTo>
                  <a:cubicBezTo>
                    <a:pt x="6532" y="21598"/>
                    <a:pt x="5726" y="21237"/>
                    <a:pt x="5556" y="20742"/>
                  </a:cubicBezTo>
                  <a:lnTo>
                    <a:pt x="0" y="4354"/>
                  </a:lnTo>
                  <a:cubicBezTo>
                    <a:pt x="0" y="1821"/>
                    <a:pt x="4696" y="0"/>
                    <a:pt x="10800" y="0"/>
                  </a:cubicBezTo>
                  <a:cubicBezTo>
                    <a:pt x="16905" y="0"/>
                    <a:pt x="21600" y="1821"/>
                    <a:pt x="21600" y="4186"/>
                  </a:cubicBezTo>
                  <a:lnTo>
                    <a:pt x="16005" y="20763"/>
                  </a:lnTo>
                  <a:cubicBezTo>
                    <a:pt x="15822" y="21242"/>
                    <a:pt x="15041" y="21590"/>
                    <a:pt x="14126" y="21600"/>
                  </a:cubicBezTo>
                  <a:close/>
                  <a:moveTo>
                    <a:pt x="9157" y="19507"/>
                  </a:moveTo>
                  <a:lnTo>
                    <a:pt x="12522" y="19507"/>
                  </a:lnTo>
                  <a:lnTo>
                    <a:pt x="17765" y="3977"/>
                  </a:lnTo>
                  <a:cubicBezTo>
                    <a:pt x="17765" y="3181"/>
                    <a:pt x="14909" y="2093"/>
                    <a:pt x="10839" y="2093"/>
                  </a:cubicBezTo>
                  <a:cubicBezTo>
                    <a:pt x="6770" y="2093"/>
                    <a:pt x="3913" y="3181"/>
                    <a:pt x="3913" y="418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08" name="자유형: 도형 9"/>
            <p:cNvSpPr/>
            <p:nvPr/>
          </p:nvSpPr>
          <p:spPr>
            <a:xfrm rot="16996800">
              <a:off x="23914" y="23914"/>
              <a:ext cx="235651" cy="23565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09" name="자유형: 도형 12"/>
            <p:cNvSpPr/>
            <p:nvPr/>
          </p:nvSpPr>
          <p:spPr>
            <a:xfrm>
              <a:off x="16360" y="16396"/>
              <a:ext cx="250737" cy="250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593" y="16762"/>
                    <a:pt x="16762" y="21593"/>
                    <a:pt x="10800" y="21600"/>
                  </a:cubicBezTo>
                  <a:close/>
                  <a:moveTo>
                    <a:pt x="10800" y="1300"/>
                  </a:moveTo>
                  <a:cubicBezTo>
                    <a:pt x="5553" y="1300"/>
                    <a:pt x="1300" y="5553"/>
                    <a:pt x="1300" y="10800"/>
                  </a:cubicBezTo>
                  <a:cubicBezTo>
                    <a:pt x="1300" y="16047"/>
                    <a:pt x="5553" y="20300"/>
                    <a:pt x="10800" y="20300"/>
                  </a:cubicBezTo>
                  <a:cubicBezTo>
                    <a:pt x="16047" y="20300"/>
                    <a:pt x="20300" y="16047"/>
                    <a:pt x="20300" y="10800"/>
                  </a:cubicBezTo>
                  <a:cubicBezTo>
                    <a:pt x="20293" y="5556"/>
                    <a:pt x="16044" y="1307"/>
                    <a:pt x="10800" y="13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51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그래픽 2"/>
          <p:cNvSpPr/>
          <p:nvPr/>
        </p:nvSpPr>
        <p:spPr>
          <a:xfrm>
            <a:off x="-1" y="-1"/>
            <a:ext cx="24384006" cy="2103122"/>
          </a:xfrm>
          <a:prstGeom prst="rect">
            <a:avLst/>
          </a:prstGeom>
          <a:solidFill>
            <a:srgbClr val="FDF7ED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19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2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4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6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8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PowerPoint Templates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20" name="Insert the title of your ppt"/>
          <p:cNvSpPr txBox="1">
            <a:spLocks noGrp="1"/>
          </p:cNvSpPr>
          <p:nvPr>
            <p:ph type="title" hasCustomPrompt="1"/>
          </p:nvPr>
        </p:nvSpPr>
        <p:spPr>
          <a:xfrm>
            <a:off x="2216728" y="767196"/>
            <a:ext cx="18288001" cy="1117310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1828800">
              <a:lnSpc>
                <a:spcPct val="90000"/>
              </a:lnSpc>
              <a:defRPr sz="6400" spc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Insert the title of your ppt</a:t>
            </a:r>
          </a:p>
        </p:txBody>
      </p:sp>
      <p:pic>
        <p:nvPicPr>
          <p:cNvPr id="521" name="그래픽 5" descr="그래픽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773"/>
            <a:ext cx="6248400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" name="그래픽 7" descr="그래픽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90" y="397165"/>
            <a:ext cx="1255975" cy="144303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7" name="그룹 154"/>
          <p:cNvGrpSpPr/>
          <p:nvPr/>
        </p:nvGrpSpPr>
        <p:grpSpPr>
          <a:xfrm>
            <a:off x="1184821" y="1623873"/>
            <a:ext cx="283481" cy="359916"/>
            <a:chOff x="0" y="0"/>
            <a:chExt cx="283479" cy="359914"/>
          </a:xfrm>
        </p:grpSpPr>
        <p:sp>
          <p:nvSpPr>
            <p:cNvPr id="523" name="자유형: 도형 6"/>
            <p:cNvSpPr/>
            <p:nvPr/>
          </p:nvSpPr>
          <p:spPr>
            <a:xfrm>
              <a:off x="107482" y="211766"/>
              <a:ext cx="68493" cy="140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06" y="0"/>
                    <a:pt x="0" y="1553"/>
                    <a:pt x="0" y="3453"/>
                  </a:cubicBezTo>
                  <a:lnTo>
                    <a:pt x="6756" y="21600"/>
                  </a:lnTo>
                  <a:lnTo>
                    <a:pt x="14844" y="21600"/>
                  </a:lnTo>
                  <a:lnTo>
                    <a:pt x="21600" y="3453"/>
                  </a:lnTo>
                  <a:cubicBezTo>
                    <a:pt x="21553" y="1553"/>
                    <a:pt x="16747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24" name="자유형: 도형 8"/>
            <p:cNvSpPr/>
            <p:nvPr/>
          </p:nvSpPr>
          <p:spPr>
            <a:xfrm>
              <a:off x="100090" y="204222"/>
              <a:ext cx="83277" cy="155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26" y="21600"/>
                  </a:moveTo>
                  <a:lnTo>
                    <a:pt x="7474" y="21600"/>
                  </a:lnTo>
                  <a:cubicBezTo>
                    <a:pt x="6532" y="21598"/>
                    <a:pt x="5726" y="21237"/>
                    <a:pt x="5556" y="20742"/>
                  </a:cubicBezTo>
                  <a:lnTo>
                    <a:pt x="0" y="4354"/>
                  </a:lnTo>
                  <a:cubicBezTo>
                    <a:pt x="0" y="1821"/>
                    <a:pt x="4696" y="0"/>
                    <a:pt x="10800" y="0"/>
                  </a:cubicBezTo>
                  <a:cubicBezTo>
                    <a:pt x="16905" y="0"/>
                    <a:pt x="21600" y="1821"/>
                    <a:pt x="21600" y="4186"/>
                  </a:cubicBezTo>
                  <a:lnTo>
                    <a:pt x="16005" y="20763"/>
                  </a:lnTo>
                  <a:cubicBezTo>
                    <a:pt x="15822" y="21242"/>
                    <a:pt x="15041" y="21590"/>
                    <a:pt x="14126" y="21600"/>
                  </a:cubicBezTo>
                  <a:close/>
                  <a:moveTo>
                    <a:pt x="9157" y="19507"/>
                  </a:moveTo>
                  <a:lnTo>
                    <a:pt x="12522" y="19507"/>
                  </a:lnTo>
                  <a:lnTo>
                    <a:pt x="17765" y="3977"/>
                  </a:lnTo>
                  <a:cubicBezTo>
                    <a:pt x="17765" y="3181"/>
                    <a:pt x="14909" y="2093"/>
                    <a:pt x="10839" y="2093"/>
                  </a:cubicBezTo>
                  <a:cubicBezTo>
                    <a:pt x="6770" y="2093"/>
                    <a:pt x="3913" y="3181"/>
                    <a:pt x="3913" y="418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25" name="자유형: 도형 9"/>
            <p:cNvSpPr/>
            <p:nvPr/>
          </p:nvSpPr>
          <p:spPr>
            <a:xfrm rot="16996800">
              <a:off x="23914" y="23914"/>
              <a:ext cx="235651" cy="23565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26" name="자유형: 도형 12"/>
            <p:cNvSpPr/>
            <p:nvPr/>
          </p:nvSpPr>
          <p:spPr>
            <a:xfrm>
              <a:off x="16360" y="16396"/>
              <a:ext cx="250737" cy="250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593" y="16762"/>
                    <a:pt x="16762" y="21593"/>
                    <a:pt x="10800" y="21600"/>
                  </a:cubicBezTo>
                  <a:close/>
                  <a:moveTo>
                    <a:pt x="10800" y="1300"/>
                  </a:moveTo>
                  <a:cubicBezTo>
                    <a:pt x="5553" y="1300"/>
                    <a:pt x="1300" y="5553"/>
                    <a:pt x="1300" y="10800"/>
                  </a:cubicBezTo>
                  <a:cubicBezTo>
                    <a:pt x="1300" y="16047"/>
                    <a:pt x="5553" y="20300"/>
                    <a:pt x="10800" y="20300"/>
                  </a:cubicBezTo>
                  <a:cubicBezTo>
                    <a:pt x="16047" y="20300"/>
                    <a:pt x="20300" y="16047"/>
                    <a:pt x="20300" y="10800"/>
                  </a:cubicBezTo>
                  <a:cubicBezTo>
                    <a:pt x="20293" y="5556"/>
                    <a:pt x="16044" y="1307"/>
                    <a:pt x="10800" y="13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52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그래픽 2"/>
          <p:cNvSpPr/>
          <p:nvPr/>
        </p:nvSpPr>
        <p:spPr>
          <a:xfrm>
            <a:off x="-1" y="-1"/>
            <a:ext cx="24384006" cy="2103122"/>
          </a:xfrm>
          <a:prstGeom prst="rect">
            <a:avLst/>
          </a:prstGeom>
          <a:solidFill>
            <a:srgbClr val="FDF7ED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36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2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4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6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800" defTabSz="1828800">
              <a:spcBef>
                <a:spcPts val="2000"/>
              </a:spcBef>
              <a:buSzTx/>
              <a:buNone/>
              <a:defRPr sz="2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PowerPoint Templates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7" name="Insert the title of your ppt"/>
          <p:cNvSpPr txBox="1">
            <a:spLocks noGrp="1"/>
          </p:cNvSpPr>
          <p:nvPr>
            <p:ph type="title" hasCustomPrompt="1"/>
          </p:nvPr>
        </p:nvSpPr>
        <p:spPr>
          <a:xfrm>
            <a:off x="2216728" y="767196"/>
            <a:ext cx="18288001" cy="1117310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1828800">
              <a:lnSpc>
                <a:spcPct val="90000"/>
              </a:lnSpc>
              <a:defRPr sz="6400" spc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Insert the title of your ppt</a:t>
            </a:r>
          </a:p>
        </p:txBody>
      </p:sp>
      <p:pic>
        <p:nvPicPr>
          <p:cNvPr id="538" name="그래픽 5" descr="그래픽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773"/>
            <a:ext cx="6248400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" name="그래픽 7" descr="그래픽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90" y="397165"/>
            <a:ext cx="1255975" cy="144303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4" name="그룹 154"/>
          <p:cNvGrpSpPr/>
          <p:nvPr/>
        </p:nvGrpSpPr>
        <p:grpSpPr>
          <a:xfrm>
            <a:off x="1184821" y="1623873"/>
            <a:ext cx="283481" cy="359916"/>
            <a:chOff x="0" y="0"/>
            <a:chExt cx="283479" cy="359914"/>
          </a:xfrm>
        </p:grpSpPr>
        <p:sp>
          <p:nvSpPr>
            <p:cNvPr id="540" name="자유형: 도형 6"/>
            <p:cNvSpPr/>
            <p:nvPr/>
          </p:nvSpPr>
          <p:spPr>
            <a:xfrm>
              <a:off x="107482" y="211766"/>
              <a:ext cx="68493" cy="140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06" y="0"/>
                    <a:pt x="0" y="1553"/>
                    <a:pt x="0" y="3453"/>
                  </a:cubicBezTo>
                  <a:lnTo>
                    <a:pt x="6756" y="21600"/>
                  </a:lnTo>
                  <a:lnTo>
                    <a:pt x="14844" y="21600"/>
                  </a:lnTo>
                  <a:lnTo>
                    <a:pt x="21600" y="3453"/>
                  </a:lnTo>
                  <a:cubicBezTo>
                    <a:pt x="21553" y="1553"/>
                    <a:pt x="16747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41" name="자유형: 도형 8"/>
            <p:cNvSpPr/>
            <p:nvPr/>
          </p:nvSpPr>
          <p:spPr>
            <a:xfrm>
              <a:off x="100090" y="204222"/>
              <a:ext cx="83277" cy="155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26" y="21600"/>
                  </a:moveTo>
                  <a:lnTo>
                    <a:pt x="7474" y="21600"/>
                  </a:lnTo>
                  <a:cubicBezTo>
                    <a:pt x="6532" y="21598"/>
                    <a:pt x="5726" y="21237"/>
                    <a:pt x="5556" y="20742"/>
                  </a:cubicBezTo>
                  <a:lnTo>
                    <a:pt x="0" y="4354"/>
                  </a:lnTo>
                  <a:cubicBezTo>
                    <a:pt x="0" y="1821"/>
                    <a:pt x="4696" y="0"/>
                    <a:pt x="10800" y="0"/>
                  </a:cubicBezTo>
                  <a:cubicBezTo>
                    <a:pt x="16905" y="0"/>
                    <a:pt x="21600" y="1821"/>
                    <a:pt x="21600" y="4186"/>
                  </a:cubicBezTo>
                  <a:lnTo>
                    <a:pt x="16005" y="20763"/>
                  </a:lnTo>
                  <a:cubicBezTo>
                    <a:pt x="15822" y="21242"/>
                    <a:pt x="15041" y="21590"/>
                    <a:pt x="14126" y="21600"/>
                  </a:cubicBezTo>
                  <a:close/>
                  <a:moveTo>
                    <a:pt x="9157" y="19507"/>
                  </a:moveTo>
                  <a:lnTo>
                    <a:pt x="12522" y="19507"/>
                  </a:lnTo>
                  <a:lnTo>
                    <a:pt x="17765" y="3977"/>
                  </a:lnTo>
                  <a:cubicBezTo>
                    <a:pt x="17765" y="3181"/>
                    <a:pt x="14909" y="2093"/>
                    <a:pt x="10839" y="2093"/>
                  </a:cubicBezTo>
                  <a:cubicBezTo>
                    <a:pt x="6770" y="2093"/>
                    <a:pt x="3913" y="3181"/>
                    <a:pt x="3913" y="4186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42" name="자유형: 도형 9"/>
            <p:cNvSpPr/>
            <p:nvPr/>
          </p:nvSpPr>
          <p:spPr>
            <a:xfrm rot="16996800">
              <a:off x="23914" y="23914"/>
              <a:ext cx="235651" cy="23565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43" name="자유형: 도형 12"/>
            <p:cNvSpPr/>
            <p:nvPr/>
          </p:nvSpPr>
          <p:spPr>
            <a:xfrm>
              <a:off x="16360" y="16396"/>
              <a:ext cx="250737" cy="250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593" y="16762"/>
                    <a:pt x="16762" y="21593"/>
                    <a:pt x="10800" y="21600"/>
                  </a:cubicBezTo>
                  <a:close/>
                  <a:moveTo>
                    <a:pt x="10800" y="1300"/>
                  </a:moveTo>
                  <a:cubicBezTo>
                    <a:pt x="5553" y="1300"/>
                    <a:pt x="1300" y="5553"/>
                    <a:pt x="1300" y="10800"/>
                  </a:cubicBezTo>
                  <a:cubicBezTo>
                    <a:pt x="1300" y="16047"/>
                    <a:pt x="5553" y="20300"/>
                    <a:pt x="10800" y="20300"/>
                  </a:cubicBezTo>
                  <a:cubicBezTo>
                    <a:pt x="16047" y="20300"/>
                    <a:pt x="20300" y="16047"/>
                    <a:pt x="20300" y="10800"/>
                  </a:cubicBezTo>
                  <a:cubicBezTo>
                    <a:pt x="20293" y="5556"/>
                    <a:pt x="16044" y="1307"/>
                    <a:pt x="10800" y="1300"/>
                  </a:cubicBezTo>
                  <a:close/>
                </a:path>
              </a:pathLst>
            </a:custGeom>
            <a:solidFill>
              <a:srgbClr val="7E99BD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54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Range_of_a_projectile" TargetMode="Externa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quipmentdatabase.usga.or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그림 4" descr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5" y="0"/>
            <a:ext cx="24384003" cy="13716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" name="ChatGPT Image 2025년 4월 21일 오전 12_19_22.png" descr="ChatGPT Image 2025년 4월 21일 오전 12_19_22.png"/>
          <p:cNvPicPr>
            <a:picLocks noChangeAspect="1"/>
          </p:cNvPicPr>
          <p:nvPr/>
        </p:nvPicPr>
        <p:blipFill>
          <a:blip r:embed="rId4">
            <a:alphaModFix amt="79998"/>
          </a:blip>
          <a:stretch>
            <a:fillRect/>
          </a:stretch>
        </p:blipFill>
        <p:spPr>
          <a:xfrm>
            <a:off x="1284805" y="770704"/>
            <a:ext cx="8116396" cy="12174592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스윙핏"/>
          <p:cNvSpPr txBox="1"/>
          <p:nvPr/>
        </p:nvSpPr>
        <p:spPr>
          <a:xfrm>
            <a:off x="4891204" y="5454803"/>
            <a:ext cx="4186475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>
                <a:solidFill>
                  <a:srgbClr val="FFFFFF"/>
                </a:solidFill>
                <a:latin typeface="NanumSquare Neo Bold"/>
                <a:ea typeface="NanumSquare Neo Bold"/>
                <a:cs typeface="NanumSquare Neo Bold"/>
                <a:sym typeface="NanumSquare Neo Bold"/>
              </a:defRPr>
            </a:lvl1pPr>
          </a:lstStyle>
          <a:p>
            <a:r>
              <a:t>스윙핏 </a:t>
            </a:r>
          </a:p>
        </p:txBody>
      </p:sp>
      <p:sp>
        <p:nvSpPr>
          <p:cNvPr id="557" name="SwingFit"/>
          <p:cNvSpPr txBox="1"/>
          <p:nvPr/>
        </p:nvSpPr>
        <p:spPr>
          <a:xfrm>
            <a:off x="4891204" y="6052447"/>
            <a:ext cx="4186475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50000"/>
              </a:lnSpc>
              <a:defRPr sz="4200">
                <a:solidFill>
                  <a:srgbClr val="FFFFFF"/>
                </a:solidFill>
                <a:latin typeface="NanumSquare Neo Bold"/>
                <a:ea typeface="NanumSquare Neo Bold"/>
                <a:cs typeface="NanumSquare Neo Bold"/>
                <a:sym typeface="NanumSquare Neo Bold"/>
              </a:defRPr>
            </a:lvl1pPr>
          </a:lstStyle>
          <a:p>
            <a:r>
              <a:t>SwingFit</a:t>
            </a:r>
          </a:p>
        </p:txBody>
      </p:sp>
      <p:sp>
        <p:nvSpPr>
          <p:cNvPr id="558" name="골프 스윙 분석 및"/>
          <p:cNvSpPr txBox="1"/>
          <p:nvPr/>
        </p:nvSpPr>
        <p:spPr>
          <a:xfrm>
            <a:off x="4459827" y="7065074"/>
            <a:ext cx="2481449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FFFFFF"/>
                </a:solidFill>
              </a:defRPr>
            </a:lvl1pPr>
          </a:lstStyle>
          <a:p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골프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스윙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분석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및</a:t>
            </a:r>
            <a:endParaRPr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9" name="비거리 예측 시스템"/>
          <p:cNvSpPr txBox="1"/>
          <p:nvPr/>
        </p:nvSpPr>
        <p:spPr>
          <a:xfrm>
            <a:off x="3407071" y="7636164"/>
            <a:ext cx="269304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FFFFFF"/>
                </a:solidFill>
              </a:defRPr>
            </a:lvl1pPr>
          </a:lstStyle>
          <a:p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비거리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예측</a:t>
            </a:r>
            <a:r>
              <a:rPr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시스템</a:t>
            </a:r>
            <a:endParaRPr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0" name="AI 기반"/>
          <p:cNvSpPr txBox="1"/>
          <p:nvPr/>
        </p:nvSpPr>
        <p:spPr>
          <a:xfrm>
            <a:off x="3407071" y="7065074"/>
            <a:ext cx="1104470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FFFFFF"/>
                </a:solidFill>
              </a:defRPr>
            </a:lvl1pPr>
          </a:lstStyle>
          <a:p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기반</a:t>
            </a:r>
            <a:endParaRPr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561" name="스크린샷 2025-03-13 오전 9.37.42.png" descr="스크린샷 2025-03-13 오전 9.37.42.png"/>
          <p:cNvPicPr>
            <a:picLocks noChangeAspect="1"/>
          </p:cNvPicPr>
          <p:nvPr/>
        </p:nvPicPr>
        <p:blipFill>
          <a:blip r:embed="rId5"/>
          <a:srcRect l="870" t="1331" r="1069" b="710"/>
          <a:stretch>
            <a:fillRect/>
          </a:stretch>
        </p:blipFill>
        <p:spPr>
          <a:xfrm>
            <a:off x="3269198" y="5432551"/>
            <a:ext cx="1354931" cy="13406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7" h="21586" extrusionOk="0">
                <a:moveTo>
                  <a:pt x="7871" y="0"/>
                </a:moveTo>
                <a:cubicBezTo>
                  <a:pt x="4990" y="2"/>
                  <a:pt x="3228" y="17"/>
                  <a:pt x="3038" y="38"/>
                </a:cubicBezTo>
                <a:cubicBezTo>
                  <a:pt x="2259" y="126"/>
                  <a:pt x="1440" y="527"/>
                  <a:pt x="941" y="1067"/>
                </a:cubicBezTo>
                <a:cubicBezTo>
                  <a:pt x="671" y="1360"/>
                  <a:pt x="407" y="1786"/>
                  <a:pt x="246" y="2185"/>
                </a:cubicBezTo>
                <a:cubicBezTo>
                  <a:pt x="-15" y="2835"/>
                  <a:pt x="-10" y="2619"/>
                  <a:pt x="6" y="10940"/>
                </a:cubicBezTo>
                <a:cubicBezTo>
                  <a:pt x="20" y="18178"/>
                  <a:pt x="27" y="18605"/>
                  <a:pt x="107" y="18915"/>
                </a:cubicBezTo>
                <a:cubicBezTo>
                  <a:pt x="424" y="20135"/>
                  <a:pt x="1265" y="21045"/>
                  <a:pt x="2426" y="21419"/>
                </a:cubicBezTo>
                <a:cubicBezTo>
                  <a:pt x="2671" y="21499"/>
                  <a:pt x="2909" y="21526"/>
                  <a:pt x="3417" y="21547"/>
                </a:cubicBezTo>
                <a:cubicBezTo>
                  <a:pt x="4523" y="21594"/>
                  <a:pt x="17753" y="21600"/>
                  <a:pt x="18339" y="21554"/>
                </a:cubicBezTo>
                <a:cubicBezTo>
                  <a:pt x="19749" y="21442"/>
                  <a:pt x="20793" y="20685"/>
                  <a:pt x="21327" y="19381"/>
                </a:cubicBezTo>
                <a:cubicBezTo>
                  <a:pt x="21585" y="18750"/>
                  <a:pt x="21576" y="19126"/>
                  <a:pt x="21560" y="10633"/>
                </a:cubicBezTo>
                <a:cubicBezTo>
                  <a:pt x="21545" y="1871"/>
                  <a:pt x="21577" y="2671"/>
                  <a:pt x="21200" y="1885"/>
                </a:cubicBezTo>
                <a:cubicBezTo>
                  <a:pt x="20790" y="1029"/>
                  <a:pt x="20067" y="413"/>
                  <a:pt x="19109" y="115"/>
                </a:cubicBezTo>
                <a:lnTo>
                  <a:pt x="18768" y="13"/>
                </a:lnTo>
                <a:lnTo>
                  <a:pt x="11105" y="0"/>
                </a:lnTo>
                <a:lnTo>
                  <a:pt x="7871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62" name="2025년 한신대학교 4학년 컴퓨터공학부 캡스톤 프로젝트 : 송주박팀"/>
          <p:cNvSpPr txBox="1">
            <a:spLocks noGrp="1"/>
          </p:cNvSpPr>
          <p:nvPr>
            <p:ph type="body" sz="quarter" idx="4294967295"/>
          </p:nvPr>
        </p:nvSpPr>
        <p:spPr>
          <a:xfrm>
            <a:off x="5956891" y="12956239"/>
            <a:ext cx="18288001" cy="618835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algn="r" defTabSz="1828800">
              <a:spcBef>
                <a:spcPts val="2000"/>
              </a:spcBef>
              <a:buSzTx/>
              <a:buNone/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2025년 한신대학교 4학년 컴퓨터공학부 캡스톤 프로젝트 : 송주박팀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제목 1"/>
          <p:cNvSpPr txBox="1">
            <a:spLocks noGrp="1"/>
          </p:cNvSpPr>
          <p:nvPr>
            <p:ph type="title"/>
          </p:nvPr>
        </p:nvSpPr>
        <p:spPr>
          <a:xfrm>
            <a:off x="2216728" y="962863"/>
            <a:ext cx="18288001" cy="1117311"/>
          </a:xfrm>
          <a:prstGeom prst="rect">
            <a:avLst/>
          </a:prstGeom>
        </p:spPr>
        <p:txBody>
          <a:bodyPr/>
          <a:lstStyle>
            <a:lvl1pPr defTabSz="1737360">
              <a:defRPr sz="6080"/>
            </a:lvl1pPr>
          </a:lstStyle>
          <a:p>
            <a:r>
              <a:t>목차 및 팀원 소개</a:t>
            </a:r>
          </a:p>
        </p:txBody>
      </p:sp>
      <p:sp>
        <p:nvSpPr>
          <p:cNvPr id="565" name="부제목 2"/>
          <p:cNvSpPr txBox="1">
            <a:spLocks noGrp="1"/>
          </p:cNvSpPr>
          <p:nvPr>
            <p:ph type="body" sz="quarter" idx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/>
          <a:lstStyle/>
          <a:p>
            <a:r>
              <a:t>2025년 한신대학교 4학년 컴퓨터공학부 캡스톤 프로젝트 : 송주박팀</a:t>
            </a:r>
          </a:p>
        </p:txBody>
      </p:sp>
      <p:grpSp>
        <p:nvGrpSpPr>
          <p:cNvPr id="574" name="그룹 13"/>
          <p:cNvGrpSpPr/>
          <p:nvPr/>
        </p:nvGrpSpPr>
        <p:grpSpPr>
          <a:xfrm>
            <a:off x="1751964" y="3085497"/>
            <a:ext cx="20880074" cy="6905248"/>
            <a:chOff x="0" y="0"/>
            <a:chExt cx="20880073" cy="6905246"/>
          </a:xfrm>
        </p:grpSpPr>
        <p:sp>
          <p:nvSpPr>
            <p:cNvPr id="566" name="사각형: 둥근 한쪽 모서리 5"/>
            <p:cNvSpPr/>
            <p:nvPr/>
          </p:nvSpPr>
          <p:spPr>
            <a:xfrm rot="18900000">
              <a:off x="3015695" y="673514"/>
              <a:ext cx="3189313" cy="3189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680" y="0"/>
                  </a:lnTo>
                  <a:cubicBezTo>
                    <a:pt x="18949" y="0"/>
                    <a:pt x="21600" y="2651"/>
                    <a:pt x="21600" y="592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67" name="사각형: 둥근 한쪽 모서리 6"/>
            <p:cNvSpPr/>
            <p:nvPr/>
          </p:nvSpPr>
          <p:spPr>
            <a:xfrm rot="18900000">
              <a:off x="7678549" y="673514"/>
              <a:ext cx="3189313" cy="3189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680" y="0"/>
                  </a:lnTo>
                  <a:cubicBezTo>
                    <a:pt x="18949" y="0"/>
                    <a:pt x="21600" y="2651"/>
                    <a:pt x="21600" y="592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AD0E6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68" name="사각형: 둥근 한쪽 모서리 7"/>
            <p:cNvSpPr/>
            <p:nvPr/>
          </p:nvSpPr>
          <p:spPr>
            <a:xfrm rot="18900000">
              <a:off x="12341403" y="673514"/>
              <a:ext cx="3189313" cy="3189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680" y="0"/>
                  </a:lnTo>
                  <a:cubicBezTo>
                    <a:pt x="18949" y="0"/>
                    <a:pt x="21600" y="2651"/>
                    <a:pt x="21600" y="592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A4D9D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69" name="사각형: 둥근 한쪽 모서리 8"/>
            <p:cNvSpPr/>
            <p:nvPr/>
          </p:nvSpPr>
          <p:spPr>
            <a:xfrm rot="13500000" flipH="1">
              <a:off x="5349357" y="3055403"/>
              <a:ext cx="3189314" cy="3189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680" y="0"/>
                  </a:lnTo>
                  <a:cubicBezTo>
                    <a:pt x="18949" y="0"/>
                    <a:pt x="21600" y="2651"/>
                    <a:pt x="21600" y="592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AD0E6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70" name="사각형: 둥근 한쪽 모서리 9"/>
            <p:cNvSpPr/>
            <p:nvPr/>
          </p:nvSpPr>
          <p:spPr>
            <a:xfrm rot="13500000" flipH="1">
              <a:off x="10012212" y="3055403"/>
              <a:ext cx="3189313" cy="3189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680" y="0"/>
                  </a:lnTo>
                  <a:cubicBezTo>
                    <a:pt x="18949" y="0"/>
                    <a:pt x="21600" y="2651"/>
                    <a:pt x="21600" y="592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A4D9D7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71" name="사각형: 둥근 한쪽 모서리 10"/>
            <p:cNvSpPr/>
            <p:nvPr/>
          </p:nvSpPr>
          <p:spPr>
            <a:xfrm rot="13500000" flipH="1">
              <a:off x="14675065" y="3055403"/>
              <a:ext cx="3189313" cy="3189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5680" y="0"/>
                  </a:lnTo>
                  <a:cubicBezTo>
                    <a:pt x="18949" y="0"/>
                    <a:pt x="21600" y="2651"/>
                    <a:pt x="21600" y="592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86805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72" name="사각형: 둥근 위쪽 모서리 11"/>
            <p:cNvSpPr/>
            <p:nvPr/>
          </p:nvSpPr>
          <p:spPr>
            <a:xfrm rot="2700000">
              <a:off x="17008061" y="664332"/>
              <a:ext cx="3207681" cy="32076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0" y="0"/>
                  </a:moveTo>
                  <a:lnTo>
                    <a:pt x="15490" y="0"/>
                  </a:lnTo>
                  <a:cubicBezTo>
                    <a:pt x="18864" y="0"/>
                    <a:pt x="21600" y="2736"/>
                    <a:pt x="21600" y="611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6110"/>
                  </a:lnTo>
                  <a:cubicBezTo>
                    <a:pt x="0" y="2736"/>
                    <a:pt x="2736" y="0"/>
                    <a:pt x="6110" y="0"/>
                  </a:cubicBezTo>
                  <a:close/>
                </a:path>
              </a:pathLst>
            </a:custGeom>
            <a:solidFill>
              <a:srgbClr val="F86805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573" name="사각형: 둥근 위쪽 모서리 12"/>
            <p:cNvSpPr/>
            <p:nvPr/>
          </p:nvSpPr>
          <p:spPr>
            <a:xfrm rot="13500000">
              <a:off x="664332" y="3033234"/>
              <a:ext cx="3207681" cy="32076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0" y="0"/>
                  </a:moveTo>
                  <a:lnTo>
                    <a:pt x="15490" y="0"/>
                  </a:lnTo>
                  <a:cubicBezTo>
                    <a:pt x="18864" y="0"/>
                    <a:pt x="21600" y="2736"/>
                    <a:pt x="21600" y="611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6110"/>
                  </a:lnTo>
                  <a:cubicBezTo>
                    <a:pt x="0" y="2736"/>
                    <a:pt x="2736" y="0"/>
                    <a:pt x="6110" y="0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575" name="직사각형 14"/>
          <p:cNvSpPr txBox="1"/>
          <p:nvPr/>
        </p:nvSpPr>
        <p:spPr>
          <a:xfrm>
            <a:off x="2503596" y="7128185"/>
            <a:ext cx="310500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400"/>
              </a:spcBef>
              <a:tabLst>
                <a:tab pos="355600" algn="l"/>
              </a:tabLst>
              <a:defRPr sz="4400" spc="-137">
                <a:ln w="9525" cap="flat">
                  <a:solidFill>
                    <a:srgbClr val="C9E7F7">
                      <a:alpha val="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프로젝트</a:t>
            </a:r>
          </a:p>
          <a:p>
            <a:pPr algn="ctr" defTabSz="1828800">
              <a:lnSpc>
                <a:spcPct val="100000"/>
              </a:lnSpc>
              <a:spcBef>
                <a:spcPts val="400"/>
              </a:spcBef>
              <a:tabLst>
                <a:tab pos="355600" algn="l"/>
              </a:tabLst>
              <a:defRPr sz="4400" spc="-137">
                <a:ln w="9525" cap="flat">
                  <a:solidFill>
                    <a:srgbClr val="C9E7F7">
                      <a:alpha val="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기획 의도</a:t>
            </a:r>
          </a:p>
        </p:txBody>
      </p:sp>
      <p:sp>
        <p:nvSpPr>
          <p:cNvPr id="576" name="TextBox 16"/>
          <p:cNvSpPr txBox="1"/>
          <p:nvPr/>
        </p:nvSpPr>
        <p:spPr>
          <a:xfrm>
            <a:off x="7738650" y="7934434"/>
            <a:ext cx="1914653" cy="1224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프로젝트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주요기능</a:t>
            </a:r>
          </a:p>
        </p:txBody>
      </p:sp>
      <p:sp>
        <p:nvSpPr>
          <p:cNvPr id="577" name="TextBox 19"/>
          <p:cNvSpPr txBox="1"/>
          <p:nvPr/>
        </p:nvSpPr>
        <p:spPr>
          <a:xfrm>
            <a:off x="14688018" y="5456596"/>
            <a:ext cx="2042669" cy="1224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프로젝트 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진행 계획</a:t>
            </a:r>
          </a:p>
        </p:txBody>
      </p:sp>
      <p:sp>
        <p:nvSpPr>
          <p:cNvPr id="578" name="TextBox 20"/>
          <p:cNvSpPr txBox="1"/>
          <p:nvPr/>
        </p:nvSpPr>
        <p:spPr>
          <a:xfrm>
            <a:off x="17054374" y="7934434"/>
            <a:ext cx="1914653" cy="1224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프로젝트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방향성</a:t>
            </a:r>
          </a:p>
        </p:txBody>
      </p:sp>
      <p:sp>
        <p:nvSpPr>
          <p:cNvPr id="579" name="직선 연결선 23"/>
          <p:cNvSpPr/>
          <p:nvPr/>
        </p:nvSpPr>
        <p:spPr>
          <a:xfrm flipH="1">
            <a:off x="6372129" y="7934434"/>
            <a:ext cx="1" cy="2049963"/>
          </a:xfrm>
          <a:prstGeom prst="line">
            <a:avLst/>
          </a:prstGeom>
          <a:ln w="12700" cap="rnd">
            <a:solidFill>
              <a:srgbClr val="4CCC51"/>
            </a:solidFill>
            <a:miter/>
            <a:tailEnd type="oval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80" name="직선 연결선 24"/>
          <p:cNvSpPr/>
          <p:nvPr/>
        </p:nvSpPr>
        <p:spPr>
          <a:xfrm>
            <a:off x="11003775" y="7934434"/>
            <a:ext cx="1" cy="2049963"/>
          </a:xfrm>
          <a:prstGeom prst="line">
            <a:avLst/>
          </a:prstGeom>
          <a:ln w="12700" cap="rnd">
            <a:solidFill>
              <a:srgbClr val="6AD0E6"/>
            </a:solidFill>
            <a:miter/>
            <a:tailEnd type="oval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81" name="직선 연결선 25"/>
          <p:cNvSpPr/>
          <p:nvPr/>
        </p:nvSpPr>
        <p:spPr>
          <a:xfrm>
            <a:off x="15685219" y="7934434"/>
            <a:ext cx="1" cy="2049963"/>
          </a:xfrm>
          <a:prstGeom prst="line">
            <a:avLst/>
          </a:prstGeom>
          <a:ln w="12700">
            <a:solidFill>
              <a:srgbClr val="A4D9D7"/>
            </a:solidFill>
            <a:miter/>
            <a:tailEnd type="oval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82" name="직선 연결선 26"/>
          <p:cNvSpPr/>
          <p:nvPr/>
        </p:nvSpPr>
        <p:spPr>
          <a:xfrm>
            <a:off x="20360667" y="7934434"/>
            <a:ext cx="1" cy="2049963"/>
          </a:xfrm>
          <a:prstGeom prst="line">
            <a:avLst/>
          </a:prstGeom>
          <a:ln w="12700">
            <a:solidFill>
              <a:srgbClr val="F86805"/>
            </a:solidFill>
            <a:miter/>
            <a:tailEnd type="oval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grpSp>
        <p:nvGrpSpPr>
          <p:cNvPr id="585" name="그룹 29"/>
          <p:cNvGrpSpPr/>
          <p:nvPr/>
        </p:nvGrpSpPr>
        <p:grpSpPr>
          <a:xfrm>
            <a:off x="4029534" y="10149179"/>
            <a:ext cx="4685191" cy="800223"/>
            <a:chOff x="0" y="0"/>
            <a:chExt cx="4685189" cy="800222"/>
          </a:xfrm>
        </p:grpSpPr>
        <p:sp>
          <p:nvSpPr>
            <p:cNvPr id="583" name="직사각형 27"/>
            <p:cNvSpPr/>
            <p:nvPr/>
          </p:nvSpPr>
          <p:spPr>
            <a:xfrm>
              <a:off x="0" y="800222"/>
              <a:ext cx="468519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/>
            <a:p>
              <a:pPr algn="ctr" defTabSz="2276475">
                <a:lnSpc>
                  <a:spcPct val="100000"/>
                </a:lnSpc>
                <a:spcBef>
                  <a:spcPts val="0"/>
                </a:spcBef>
                <a:defRPr sz="28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골프와 AI 의 만남,</a:t>
              </a:r>
            </a:p>
            <a:p>
              <a:pPr algn="ctr" defTabSz="2276475">
                <a:lnSpc>
                  <a:spcPct val="100000"/>
                </a:lnSpc>
                <a:spcBef>
                  <a:spcPts val="0"/>
                </a:spcBef>
                <a:defRPr sz="24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어떠한 응용이 가능한지에 대한 안내</a:t>
              </a:r>
            </a:p>
          </p:txBody>
        </p:sp>
        <p:sp>
          <p:nvSpPr>
            <p:cNvPr id="584" name="TextBox 28"/>
            <p:cNvSpPr/>
            <p:nvPr/>
          </p:nvSpPr>
          <p:spPr>
            <a:xfrm>
              <a:off x="211069" y="0"/>
              <a:ext cx="426305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262626"/>
                  </a:solidFill>
                  <a:latin typeface="GyeonggiTitle Medium"/>
                  <a:ea typeface="GyeonggiTitle Medium"/>
                  <a:cs typeface="GyeonggiTitle Medium"/>
                  <a:sym typeface="GyeonggiTitle Medium"/>
                </a:defRPr>
              </a:lvl1pPr>
            </a:lstStyle>
            <a:p>
              <a:r>
                <a:t>프로젝트 소개</a:t>
              </a:r>
            </a:p>
          </p:txBody>
        </p:sp>
      </p:grpSp>
      <p:grpSp>
        <p:nvGrpSpPr>
          <p:cNvPr id="588" name="그룹 30"/>
          <p:cNvGrpSpPr/>
          <p:nvPr/>
        </p:nvGrpSpPr>
        <p:grpSpPr>
          <a:xfrm>
            <a:off x="8677846" y="10149179"/>
            <a:ext cx="4685191" cy="2215893"/>
            <a:chOff x="0" y="0"/>
            <a:chExt cx="4685189" cy="2215891"/>
          </a:xfrm>
        </p:grpSpPr>
        <p:sp>
          <p:nvSpPr>
            <p:cNvPr id="586" name="직사각형 31"/>
            <p:cNvSpPr txBox="1"/>
            <p:nvPr/>
          </p:nvSpPr>
          <p:spPr>
            <a:xfrm>
              <a:off x="0" y="800222"/>
              <a:ext cx="4685190" cy="14156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/>
            <a:p>
              <a:pPr algn="ctr" defTabSz="2276475">
                <a:lnSpc>
                  <a:spcPct val="100000"/>
                </a:lnSpc>
                <a:spcBef>
                  <a:spcPts val="0"/>
                </a:spcBef>
                <a:defRPr sz="26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관련 연구(서비스)와 특허 조사</a:t>
              </a:r>
            </a:p>
            <a:p>
              <a:pPr algn="ctr" defTabSz="2276475">
                <a:lnSpc>
                  <a:spcPct val="100000"/>
                </a:lnSpc>
                <a:spcBef>
                  <a:spcPts val="0"/>
                </a:spcBef>
                <a:defRPr sz="26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개념도, 구성도, 흐름도</a:t>
              </a:r>
            </a:p>
          </p:txBody>
        </p:sp>
        <p:sp>
          <p:nvSpPr>
            <p:cNvPr id="587" name="TextBox 32"/>
            <p:cNvSpPr txBox="1"/>
            <p:nvPr/>
          </p:nvSpPr>
          <p:spPr>
            <a:xfrm>
              <a:off x="211069" y="0"/>
              <a:ext cx="4263051" cy="6400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262626"/>
                  </a:solidFill>
                  <a:latin typeface="GyeonggiTitle Medium"/>
                  <a:ea typeface="GyeonggiTitle Medium"/>
                  <a:cs typeface="GyeonggiTitle Medium"/>
                  <a:sym typeface="GyeonggiTitle Medium"/>
                </a:defRPr>
              </a:lvl1pPr>
            </a:lstStyle>
            <a:p>
              <a:r>
                <a:t>레퍼런스 조사 및 분석</a:t>
              </a:r>
            </a:p>
          </p:txBody>
        </p:sp>
      </p:grpSp>
      <p:grpSp>
        <p:nvGrpSpPr>
          <p:cNvPr id="591" name="그룹 33"/>
          <p:cNvGrpSpPr/>
          <p:nvPr/>
        </p:nvGrpSpPr>
        <p:grpSpPr>
          <a:xfrm>
            <a:off x="13366757" y="10149179"/>
            <a:ext cx="4685191" cy="1033645"/>
            <a:chOff x="0" y="0"/>
            <a:chExt cx="4685189" cy="1033643"/>
          </a:xfrm>
        </p:grpSpPr>
        <p:sp>
          <p:nvSpPr>
            <p:cNvPr id="589" name="직사각형 34"/>
            <p:cNvSpPr/>
            <p:nvPr/>
          </p:nvSpPr>
          <p:spPr>
            <a:xfrm>
              <a:off x="-1" y="1033643"/>
              <a:ext cx="468519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>
              <a:lvl1pPr algn="ctr" defTabSz="2276475">
                <a:lnSpc>
                  <a:spcPct val="100000"/>
                </a:lnSpc>
                <a:spcBef>
                  <a:spcPts val="0"/>
                </a:spcBef>
                <a:defRPr sz="28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프로젝트 계획 및 일정 안내</a:t>
              </a:r>
            </a:p>
          </p:txBody>
        </p:sp>
        <p:sp>
          <p:nvSpPr>
            <p:cNvPr id="590" name="TextBox 35"/>
            <p:cNvSpPr/>
            <p:nvPr/>
          </p:nvSpPr>
          <p:spPr>
            <a:xfrm>
              <a:off x="211069" y="0"/>
              <a:ext cx="426305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262626"/>
                  </a:solidFill>
                  <a:latin typeface="GyeonggiTitle Medium"/>
                  <a:ea typeface="GyeonggiTitle Medium"/>
                  <a:cs typeface="GyeonggiTitle Medium"/>
                  <a:sym typeface="GyeonggiTitle Medium"/>
                </a:defRPr>
              </a:lvl1pPr>
            </a:lstStyle>
            <a:p>
              <a:r>
                <a:t>프로젝트 진행 계획</a:t>
              </a:r>
            </a:p>
          </p:txBody>
        </p:sp>
      </p:grpSp>
      <p:grpSp>
        <p:nvGrpSpPr>
          <p:cNvPr id="594" name="그룹 36"/>
          <p:cNvGrpSpPr/>
          <p:nvPr/>
        </p:nvGrpSpPr>
        <p:grpSpPr>
          <a:xfrm>
            <a:off x="18015069" y="10149179"/>
            <a:ext cx="4685191" cy="800223"/>
            <a:chOff x="0" y="0"/>
            <a:chExt cx="4685189" cy="800222"/>
          </a:xfrm>
        </p:grpSpPr>
        <p:sp>
          <p:nvSpPr>
            <p:cNvPr id="592" name="직사각형 37"/>
            <p:cNvSpPr/>
            <p:nvPr/>
          </p:nvSpPr>
          <p:spPr>
            <a:xfrm>
              <a:off x="0" y="800222"/>
              <a:ext cx="468519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/>
            <a:p>
              <a:pPr algn="ctr" defTabSz="2276475">
                <a:lnSpc>
                  <a:spcPct val="100000"/>
                </a:lnSpc>
                <a:spcBef>
                  <a:spcPts val="0"/>
                </a:spcBef>
                <a:defRPr sz="28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프로젝트 전반에 대한</a:t>
              </a:r>
            </a:p>
            <a:p>
              <a:pPr algn="ctr" defTabSz="2276475">
                <a:lnSpc>
                  <a:spcPct val="100000"/>
                </a:lnSpc>
                <a:spcBef>
                  <a:spcPts val="0"/>
                </a:spcBef>
                <a:defRPr sz="28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질문 답변 시간</a:t>
              </a:r>
            </a:p>
          </p:txBody>
        </p:sp>
        <p:sp>
          <p:nvSpPr>
            <p:cNvPr id="593" name="TextBox 38"/>
            <p:cNvSpPr/>
            <p:nvPr/>
          </p:nvSpPr>
          <p:spPr>
            <a:xfrm>
              <a:off x="211069" y="0"/>
              <a:ext cx="426305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262626"/>
                  </a:solidFill>
                  <a:latin typeface="GyeonggiTitle Medium"/>
                  <a:ea typeface="GyeonggiTitle Medium"/>
                  <a:cs typeface="GyeonggiTitle Medium"/>
                  <a:sym typeface="GyeonggiTitle Medium"/>
                </a:defRPr>
              </a:lvl1pPr>
            </a:lstStyle>
            <a:p>
              <a:r>
                <a:t>QnA</a:t>
              </a:r>
            </a:p>
          </p:txBody>
        </p:sp>
      </p:grpSp>
      <p:sp>
        <p:nvSpPr>
          <p:cNvPr id="595" name="자유형: 도형 99"/>
          <p:cNvSpPr/>
          <p:nvPr/>
        </p:nvSpPr>
        <p:spPr>
          <a:xfrm>
            <a:off x="8011647" y="6214733"/>
            <a:ext cx="938113" cy="1520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0" extrusionOk="0">
                <a:moveTo>
                  <a:pt x="2301" y="2947"/>
                </a:moveTo>
                <a:cubicBezTo>
                  <a:pt x="2373" y="2938"/>
                  <a:pt x="2444" y="2965"/>
                  <a:pt x="2461" y="3009"/>
                </a:cubicBezTo>
                <a:cubicBezTo>
                  <a:pt x="2472" y="3028"/>
                  <a:pt x="2495" y="3068"/>
                  <a:pt x="2538" y="3156"/>
                </a:cubicBezTo>
                <a:cubicBezTo>
                  <a:pt x="2559" y="3199"/>
                  <a:pt x="2525" y="3245"/>
                  <a:pt x="2458" y="3264"/>
                </a:cubicBezTo>
                <a:cubicBezTo>
                  <a:pt x="2182" y="3334"/>
                  <a:pt x="1583" y="3436"/>
                  <a:pt x="1360" y="3476"/>
                </a:cubicBezTo>
                <a:lnTo>
                  <a:pt x="1285" y="3488"/>
                </a:lnTo>
                <a:lnTo>
                  <a:pt x="1246" y="3495"/>
                </a:lnTo>
                <a:cubicBezTo>
                  <a:pt x="1447" y="3856"/>
                  <a:pt x="1594" y="4227"/>
                  <a:pt x="1686" y="4604"/>
                </a:cubicBezTo>
                <a:cubicBezTo>
                  <a:pt x="1706" y="4688"/>
                  <a:pt x="1668" y="4774"/>
                  <a:pt x="1580" y="4840"/>
                </a:cubicBezTo>
                <a:cubicBezTo>
                  <a:pt x="1467" y="4923"/>
                  <a:pt x="1304" y="4974"/>
                  <a:pt x="1128" y="4982"/>
                </a:cubicBezTo>
                <a:cubicBezTo>
                  <a:pt x="1094" y="4982"/>
                  <a:pt x="1054" y="4982"/>
                  <a:pt x="1011" y="4982"/>
                </a:cubicBezTo>
                <a:cubicBezTo>
                  <a:pt x="717" y="4982"/>
                  <a:pt x="254" y="4929"/>
                  <a:pt x="107" y="4751"/>
                </a:cubicBezTo>
                <a:cubicBezTo>
                  <a:pt x="-5" y="4610"/>
                  <a:pt x="-30" y="4449"/>
                  <a:pt x="36" y="4297"/>
                </a:cubicBezTo>
                <a:cubicBezTo>
                  <a:pt x="74" y="4171"/>
                  <a:pt x="250" y="3665"/>
                  <a:pt x="422" y="3479"/>
                </a:cubicBezTo>
                <a:cubicBezTo>
                  <a:pt x="508" y="3382"/>
                  <a:pt x="631" y="3298"/>
                  <a:pt x="781" y="3236"/>
                </a:cubicBezTo>
                <a:cubicBezTo>
                  <a:pt x="857" y="3205"/>
                  <a:pt x="940" y="3180"/>
                  <a:pt x="1027" y="3161"/>
                </a:cubicBezTo>
                <a:cubicBezTo>
                  <a:pt x="1346" y="3085"/>
                  <a:pt x="2224" y="2956"/>
                  <a:pt x="2253" y="2952"/>
                </a:cubicBezTo>
                <a:close/>
                <a:moveTo>
                  <a:pt x="13170" y="2172"/>
                </a:moveTo>
                <a:cubicBezTo>
                  <a:pt x="14621" y="2172"/>
                  <a:pt x="15798" y="2895"/>
                  <a:pt x="15798" y="3786"/>
                </a:cubicBezTo>
                <a:cubicBezTo>
                  <a:pt x="15798" y="4677"/>
                  <a:pt x="14621" y="5399"/>
                  <a:pt x="13170" y="5399"/>
                </a:cubicBezTo>
                <a:cubicBezTo>
                  <a:pt x="11718" y="5399"/>
                  <a:pt x="10541" y="4677"/>
                  <a:pt x="10541" y="3786"/>
                </a:cubicBezTo>
                <a:cubicBezTo>
                  <a:pt x="10541" y="2895"/>
                  <a:pt x="11718" y="2172"/>
                  <a:pt x="13170" y="2172"/>
                </a:cubicBezTo>
                <a:close/>
                <a:moveTo>
                  <a:pt x="18681" y="908"/>
                </a:moveTo>
                <a:cubicBezTo>
                  <a:pt x="18573" y="924"/>
                  <a:pt x="18500" y="930"/>
                  <a:pt x="18500" y="930"/>
                </a:cubicBezTo>
                <a:lnTo>
                  <a:pt x="18530" y="4096"/>
                </a:lnTo>
                <a:cubicBezTo>
                  <a:pt x="18530" y="4096"/>
                  <a:pt x="17714" y="4545"/>
                  <a:pt x="17021" y="4922"/>
                </a:cubicBezTo>
                <a:lnTo>
                  <a:pt x="18819" y="4385"/>
                </a:lnTo>
                <a:cubicBezTo>
                  <a:pt x="18831" y="4382"/>
                  <a:pt x="18843" y="4377"/>
                  <a:pt x="18853" y="4372"/>
                </a:cubicBezTo>
                <a:cubicBezTo>
                  <a:pt x="18874" y="4361"/>
                  <a:pt x="18889" y="4347"/>
                  <a:pt x="18897" y="4331"/>
                </a:cubicBezTo>
                <a:cubicBezTo>
                  <a:pt x="18905" y="4329"/>
                  <a:pt x="18905" y="4320"/>
                  <a:pt x="18905" y="4320"/>
                </a:cubicBezTo>
                <a:lnTo>
                  <a:pt x="18895" y="4297"/>
                </a:lnTo>
                <a:lnTo>
                  <a:pt x="18895" y="4268"/>
                </a:lnTo>
                <a:lnTo>
                  <a:pt x="18880" y="4032"/>
                </a:lnTo>
                <a:lnTo>
                  <a:pt x="18851" y="3561"/>
                </a:lnTo>
                <a:lnTo>
                  <a:pt x="18792" y="2616"/>
                </a:lnTo>
                <a:close/>
                <a:moveTo>
                  <a:pt x="19765" y="0"/>
                </a:moveTo>
                <a:cubicBezTo>
                  <a:pt x="20368" y="-18"/>
                  <a:pt x="20889" y="257"/>
                  <a:pt x="20952" y="626"/>
                </a:cubicBezTo>
                <a:lnTo>
                  <a:pt x="20952" y="652"/>
                </a:lnTo>
                <a:lnTo>
                  <a:pt x="21270" y="2533"/>
                </a:lnTo>
                <a:lnTo>
                  <a:pt x="21432" y="3474"/>
                </a:lnTo>
                <a:lnTo>
                  <a:pt x="21513" y="3944"/>
                </a:lnTo>
                <a:lnTo>
                  <a:pt x="21570" y="4176"/>
                </a:lnTo>
                <a:lnTo>
                  <a:pt x="21570" y="4252"/>
                </a:lnTo>
                <a:cubicBezTo>
                  <a:pt x="21570" y="4289"/>
                  <a:pt x="21570" y="4331"/>
                  <a:pt x="21570" y="4372"/>
                </a:cubicBezTo>
                <a:cubicBezTo>
                  <a:pt x="21570" y="4453"/>
                  <a:pt x="21559" y="4533"/>
                  <a:pt x="21538" y="4613"/>
                </a:cubicBezTo>
                <a:cubicBezTo>
                  <a:pt x="21419" y="5103"/>
                  <a:pt x="20968" y="5539"/>
                  <a:pt x="20296" y="5813"/>
                </a:cubicBezTo>
                <a:lnTo>
                  <a:pt x="19930" y="5960"/>
                </a:lnTo>
                <a:lnTo>
                  <a:pt x="18883" y="6385"/>
                </a:lnTo>
                <a:lnTo>
                  <a:pt x="18645" y="6483"/>
                </a:lnTo>
                <a:lnTo>
                  <a:pt x="17958" y="6764"/>
                </a:lnTo>
                <a:lnTo>
                  <a:pt x="16077" y="7530"/>
                </a:lnTo>
                <a:cubicBezTo>
                  <a:pt x="15992" y="7566"/>
                  <a:pt x="15901" y="7596"/>
                  <a:pt x="15806" y="7621"/>
                </a:cubicBezTo>
                <a:cubicBezTo>
                  <a:pt x="16284" y="7520"/>
                  <a:pt x="17346" y="7191"/>
                  <a:pt x="18081" y="6957"/>
                </a:cubicBezTo>
                <a:cubicBezTo>
                  <a:pt x="18599" y="7806"/>
                  <a:pt x="19818" y="9862"/>
                  <a:pt x="20589" y="11553"/>
                </a:cubicBezTo>
                <a:cubicBezTo>
                  <a:pt x="20597" y="11569"/>
                  <a:pt x="20604" y="11585"/>
                  <a:pt x="20608" y="11601"/>
                </a:cubicBezTo>
                <a:cubicBezTo>
                  <a:pt x="20619" y="11621"/>
                  <a:pt x="20627" y="11635"/>
                  <a:pt x="20634" y="11659"/>
                </a:cubicBezTo>
                <a:cubicBezTo>
                  <a:pt x="20641" y="11683"/>
                  <a:pt x="20647" y="11707"/>
                  <a:pt x="20655" y="11733"/>
                </a:cubicBezTo>
                <a:cubicBezTo>
                  <a:pt x="21079" y="13975"/>
                  <a:pt x="20601" y="20302"/>
                  <a:pt x="20580" y="20556"/>
                </a:cubicBezTo>
                <a:cubicBezTo>
                  <a:pt x="20539" y="21062"/>
                  <a:pt x="19858" y="21460"/>
                  <a:pt x="19032" y="21460"/>
                </a:cubicBezTo>
                <a:lnTo>
                  <a:pt x="18953" y="21460"/>
                </a:lnTo>
                <a:cubicBezTo>
                  <a:pt x="18099" y="21434"/>
                  <a:pt x="17440" y="20988"/>
                  <a:pt x="17481" y="20463"/>
                </a:cubicBezTo>
                <a:cubicBezTo>
                  <a:pt x="17481" y="20423"/>
                  <a:pt x="17707" y="17696"/>
                  <a:pt x="17752" y="15267"/>
                </a:cubicBezTo>
                <a:lnTo>
                  <a:pt x="17139" y="16638"/>
                </a:lnTo>
                <a:cubicBezTo>
                  <a:pt x="16962" y="17019"/>
                  <a:pt x="16660" y="17373"/>
                  <a:pt x="16252" y="17679"/>
                </a:cubicBezTo>
                <a:lnTo>
                  <a:pt x="11670" y="21114"/>
                </a:lnTo>
                <a:cubicBezTo>
                  <a:pt x="11131" y="21496"/>
                  <a:pt x="10200" y="21553"/>
                  <a:pt x="9549" y="21244"/>
                </a:cubicBezTo>
                <a:cubicBezTo>
                  <a:pt x="8871" y="20922"/>
                  <a:pt x="8746" y="20324"/>
                  <a:pt x="9270" y="19908"/>
                </a:cubicBezTo>
                <a:lnTo>
                  <a:pt x="13851" y="16472"/>
                </a:lnTo>
                <a:cubicBezTo>
                  <a:pt x="13990" y="16369"/>
                  <a:pt x="14092" y="16250"/>
                  <a:pt x="14152" y="16122"/>
                </a:cubicBezTo>
                <a:lnTo>
                  <a:pt x="15754" y="12540"/>
                </a:lnTo>
                <a:cubicBezTo>
                  <a:pt x="14828" y="10542"/>
                  <a:pt x="13099" y="7711"/>
                  <a:pt x="13080" y="7683"/>
                </a:cubicBezTo>
                <a:cubicBezTo>
                  <a:pt x="12690" y="7058"/>
                  <a:pt x="12992" y="6350"/>
                  <a:pt x="13831" y="5922"/>
                </a:cubicBezTo>
                <a:lnTo>
                  <a:pt x="17364" y="3903"/>
                </a:lnTo>
                <a:cubicBezTo>
                  <a:pt x="17470" y="3844"/>
                  <a:pt x="17533" y="3760"/>
                  <a:pt x="17538" y="3672"/>
                </a:cubicBezTo>
                <a:cubicBezTo>
                  <a:pt x="17538" y="3672"/>
                  <a:pt x="17822" y="758"/>
                  <a:pt x="17822" y="758"/>
                </a:cubicBezTo>
                <a:lnTo>
                  <a:pt x="2707" y="3180"/>
                </a:lnTo>
                <a:lnTo>
                  <a:pt x="2572" y="2906"/>
                </a:lnTo>
                <a:lnTo>
                  <a:pt x="17876" y="452"/>
                </a:lnTo>
                <a:cubicBezTo>
                  <a:pt x="18031" y="92"/>
                  <a:pt x="18809" y="-47"/>
                  <a:pt x="19300" y="77"/>
                </a:cubicBezTo>
                <a:cubicBezTo>
                  <a:pt x="19444" y="30"/>
                  <a:pt x="19603" y="4"/>
                  <a:pt x="19765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96" name="자유형: 도형 100"/>
          <p:cNvSpPr/>
          <p:nvPr/>
        </p:nvSpPr>
        <p:spPr>
          <a:xfrm>
            <a:off x="17322421" y="6407265"/>
            <a:ext cx="1534011" cy="12937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538" extrusionOk="0">
                <a:moveTo>
                  <a:pt x="15323" y="13729"/>
                </a:moveTo>
                <a:cubicBezTo>
                  <a:pt x="15913" y="13730"/>
                  <a:pt x="16391" y="14296"/>
                  <a:pt x="16390" y="14994"/>
                </a:cubicBezTo>
                <a:cubicBezTo>
                  <a:pt x="16390" y="15690"/>
                  <a:pt x="15913" y="16255"/>
                  <a:pt x="15323" y="16256"/>
                </a:cubicBezTo>
                <a:cubicBezTo>
                  <a:pt x="15323" y="16256"/>
                  <a:pt x="15322" y="16256"/>
                  <a:pt x="15321" y="16256"/>
                </a:cubicBezTo>
                <a:cubicBezTo>
                  <a:pt x="14731" y="16256"/>
                  <a:pt x="14253" y="15690"/>
                  <a:pt x="14253" y="14992"/>
                </a:cubicBezTo>
                <a:cubicBezTo>
                  <a:pt x="14254" y="14294"/>
                  <a:pt x="14733" y="13729"/>
                  <a:pt x="15323" y="13729"/>
                </a:cubicBezTo>
                <a:close/>
                <a:moveTo>
                  <a:pt x="7383" y="1128"/>
                </a:moveTo>
                <a:lnTo>
                  <a:pt x="7383" y="5284"/>
                </a:lnTo>
                <a:lnTo>
                  <a:pt x="11614" y="3207"/>
                </a:lnTo>
                <a:lnTo>
                  <a:pt x="7661" y="1265"/>
                </a:lnTo>
                <a:close/>
                <a:moveTo>
                  <a:pt x="6783" y="21"/>
                </a:moveTo>
                <a:cubicBezTo>
                  <a:pt x="7034" y="-62"/>
                  <a:pt x="7295" y="112"/>
                  <a:pt x="7365" y="409"/>
                </a:cubicBezTo>
                <a:lnTo>
                  <a:pt x="7388" y="418"/>
                </a:lnTo>
                <a:lnTo>
                  <a:pt x="12609" y="2984"/>
                </a:lnTo>
                <a:cubicBezTo>
                  <a:pt x="12658" y="3008"/>
                  <a:pt x="12696" y="3054"/>
                  <a:pt x="12717" y="3111"/>
                </a:cubicBezTo>
                <a:cubicBezTo>
                  <a:pt x="12762" y="3235"/>
                  <a:pt x="12713" y="3378"/>
                  <a:pt x="12609" y="3430"/>
                </a:cubicBezTo>
                <a:lnTo>
                  <a:pt x="7383" y="5997"/>
                </a:lnTo>
                <a:lnTo>
                  <a:pt x="7383" y="15270"/>
                </a:lnTo>
                <a:cubicBezTo>
                  <a:pt x="7383" y="15344"/>
                  <a:pt x="7371" y="15418"/>
                  <a:pt x="7348" y="15486"/>
                </a:cubicBezTo>
                <a:cubicBezTo>
                  <a:pt x="7293" y="15639"/>
                  <a:pt x="7184" y="15755"/>
                  <a:pt x="7051" y="15805"/>
                </a:cubicBezTo>
                <a:cubicBezTo>
                  <a:pt x="6945" y="15843"/>
                  <a:pt x="6832" y="15837"/>
                  <a:pt x="6731" y="15787"/>
                </a:cubicBezTo>
                <a:cubicBezTo>
                  <a:pt x="6839" y="15857"/>
                  <a:pt x="6962" y="15891"/>
                  <a:pt x="7085" y="15885"/>
                </a:cubicBezTo>
                <a:cubicBezTo>
                  <a:pt x="7488" y="15885"/>
                  <a:pt x="7813" y="15499"/>
                  <a:pt x="7813" y="15023"/>
                </a:cubicBezTo>
                <a:lnTo>
                  <a:pt x="7813" y="14278"/>
                </a:lnTo>
                <a:cubicBezTo>
                  <a:pt x="9187" y="14447"/>
                  <a:pt x="10194" y="14991"/>
                  <a:pt x="10194" y="15639"/>
                </a:cubicBezTo>
                <a:cubicBezTo>
                  <a:pt x="10194" y="16425"/>
                  <a:pt x="8724" y="17059"/>
                  <a:pt x="6911" y="17059"/>
                </a:cubicBezTo>
                <a:cubicBezTo>
                  <a:pt x="5097" y="17059"/>
                  <a:pt x="3628" y="16423"/>
                  <a:pt x="3628" y="15639"/>
                </a:cubicBezTo>
                <a:cubicBezTo>
                  <a:pt x="3628" y="14923"/>
                  <a:pt x="4848" y="14335"/>
                  <a:pt x="6437" y="14238"/>
                </a:cubicBezTo>
                <a:lnTo>
                  <a:pt x="6437" y="13049"/>
                </a:lnTo>
                <a:cubicBezTo>
                  <a:pt x="5981" y="13136"/>
                  <a:pt x="5536" y="13234"/>
                  <a:pt x="5097" y="13349"/>
                </a:cubicBezTo>
                <a:cubicBezTo>
                  <a:pt x="4014" y="13640"/>
                  <a:pt x="3164" y="13967"/>
                  <a:pt x="2426" y="14377"/>
                </a:cubicBezTo>
                <a:cubicBezTo>
                  <a:pt x="2026" y="14588"/>
                  <a:pt x="1652" y="14861"/>
                  <a:pt x="1313" y="15189"/>
                </a:cubicBezTo>
                <a:cubicBezTo>
                  <a:pt x="1023" y="15474"/>
                  <a:pt x="837" y="15809"/>
                  <a:pt x="835" y="16051"/>
                </a:cubicBezTo>
                <a:cubicBezTo>
                  <a:pt x="833" y="16293"/>
                  <a:pt x="1023" y="16633"/>
                  <a:pt x="1306" y="16911"/>
                </a:cubicBezTo>
                <a:cubicBezTo>
                  <a:pt x="1648" y="17242"/>
                  <a:pt x="2026" y="17518"/>
                  <a:pt x="2429" y="17732"/>
                </a:cubicBezTo>
                <a:cubicBezTo>
                  <a:pt x="3167" y="18143"/>
                  <a:pt x="4015" y="18472"/>
                  <a:pt x="5100" y="18762"/>
                </a:cubicBezTo>
                <a:cubicBezTo>
                  <a:pt x="6830" y="19216"/>
                  <a:pt x="8695" y="19439"/>
                  <a:pt x="10799" y="19448"/>
                </a:cubicBezTo>
                <a:cubicBezTo>
                  <a:pt x="12898" y="19439"/>
                  <a:pt x="14765" y="19216"/>
                  <a:pt x="16495" y="18762"/>
                </a:cubicBezTo>
                <a:cubicBezTo>
                  <a:pt x="17578" y="18473"/>
                  <a:pt x="18426" y="18144"/>
                  <a:pt x="19167" y="17733"/>
                </a:cubicBezTo>
                <a:cubicBezTo>
                  <a:pt x="19504" y="17542"/>
                  <a:pt x="19939" y="17275"/>
                  <a:pt x="20279" y="16920"/>
                </a:cubicBezTo>
                <a:cubicBezTo>
                  <a:pt x="20571" y="16636"/>
                  <a:pt x="20758" y="16287"/>
                  <a:pt x="20759" y="16054"/>
                </a:cubicBezTo>
                <a:cubicBezTo>
                  <a:pt x="20761" y="15820"/>
                  <a:pt x="20571" y="15477"/>
                  <a:pt x="20289" y="15200"/>
                </a:cubicBezTo>
                <a:cubicBezTo>
                  <a:pt x="19939" y="14837"/>
                  <a:pt x="19504" y="14572"/>
                  <a:pt x="19163" y="14376"/>
                </a:cubicBezTo>
                <a:cubicBezTo>
                  <a:pt x="18429" y="13970"/>
                  <a:pt x="17579" y="13646"/>
                  <a:pt x="16494" y="13352"/>
                </a:cubicBezTo>
                <a:cubicBezTo>
                  <a:pt x="14754" y="12898"/>
                  <a:pt x="12891" y="12673"/>
                  <a:pt x="10796" y="12666"/>
                </a:cubicBezTo>
                <a:cubicBezTo>
                  <a:pt x="9800" y="12665"/>
                  <a:pt x="8805" y="12724"/>
                  <a:pt x="7814" y="12843"/>
                </a:cubicBezTo>
                <a:lnTo>
                  <a:pt x="7814" y="11848"/>
                </a:lnTo>
                <a:cubicBezTo>
                  <a:pt x="8761" y="11739"/>
                  <a:pt x="9751" y="11679"/>
                  <a:pt x="10796" y="11679"/>
                </a:cubicBezTo>
                <a:cubicBezTo>
                  <a:pt x="12950" y="11686"/>
                  <a:pt x="14874" y="11915"/>
                  <a:pt x="16677" y="12387"/>
                </a:cubicBezTo>
                <a:cubicBezTo>
                  <a:pt x="17823" y="12700"/>
                  <a:pt x="18728" y="13043"/>
                  <a:pt x="19521" y="13483"/>
                </a:cubicBezTo>
                <a:cubicBezTo>
                  <a:pt x="19912" y="13708"/>
                  <a:pt x="20411" y="14015"/>
                  <a:pt x="20829" y="14447"/>
                </a:cubicBezTo>
                <a:cubicBezTo>
                  <a:pt x="21313" y="14920"/>
                  <a:pt x="21596" y="15512"/>
                  <a:pt x="21593" y="16066"/>
                </a:cubicBezTo>
                <a:cubicBezTo>
                  <a:pt x="21594" y="16132"/>
                  <a:pt x="21590" y="16197"/>
                  <a:pt x="21581" y="16262"/>
                </a:cubicBezTo>
                <a:cubicBezTo>
                  <a:pt x="21576" y="16312"/>
                  <a:pt x="21568" y="16361"/>
                  <a:pt x="21558" y="16409"/>
                </a:cubicBezTo>
                <a:cubicBezTo>
                  <a:pt x="20853" y="20461"/>
                  <a:pt x="13548" y="21538"/>
                  <a:pt x="10797" y="21538"/>
                </a:cubicBezTo>
                <a:cubicBezTo>
                  <a:pt x="8046" y="21538"/>
                  <a:pt x="739" y="20464"/>
                  <a:pt x="36" y="16409"/>
                </a:cubicBezTo>
                <a:cubicBezTo>
                  <a:pt x="26" y="16360"/>
                  <a:pt x="18" y="16312"/>
                  <a:pt x="12" y="16262"/>
                </a:cubicBezTo>
                <a:cubicBezTo>
                  <a:pt x="3" y="16192"/>
                  <a:pt x="0" y="16121"/>
                  <a:pt x="0" y="16050"/>
                </a:cubicBezTo>
                <a:cubicBezTo>
                  <a:pt x="-4" y="15513"/>
                  <a:pt x="277" y="14919"/>
                  <a:pt x="774" y="14435"/>
                </a:cubicBezTo>
                <a:cubicBezTo>
                  <a:pt x="1185" y="14010"/>
                  <a:pt x="1683" y="13703"/>
                  <a:pt x="2068" y="13484"/>
                </a:cubicBezTo>
                <a:cubicBezTo>
                  <a:pt x="2865" y="13041"/>
                  <a:pt x="3770" y="12693"/>
                  <a:pt x="4914" y="12386"/>
                </a:cubicBezTo>
                <a:cubicBezTo>
                  <a:pt x="5413" y="12255"/>
                  <a:pt x="5919" y="12148"/>
                  <a:pt x="6437" y="12050"/>
                </a:cubicBezTo>
                <a:lnTo>
                  <a:pt x="6437" y="561"/>
                </a:lnTo>
                <a:cubicBezTo>
                  <a:pt x="6436" y="310"/>
                  <a:pt x="6578" y="89"/>
                  <a:pt x="6783" y="2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97" name="자유형: 도형 101"/>
          <p:cNvSpPr/>
          <p:nvPr/>
        </p:nvSpPr>
        <p:spPr>
          <a:xfrm>
            <a:off x="5930951" y="3978249"/>
            <a:ext cx="862731" cy="14405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5" h="21600" extrusionOk="0">
                <a:moveTo>
                  <a:pt x="20944" y="20855"/>
                </a:moveTo>
                <a:cubicBezTo>
                  <a:pt x="21287" y="20855"/>
                  <a:pt x="21565" y="21022"/>
                  <a:pt x="21565" y="21228"/>
                </a:cubicBezTo>
                <a:cubicBezTo>
                  <a:pt x="21565" y="21433"/>
                  <a:pt x="21287" y="21600"/>
                  <a:pt x="20944" y="21600"/>
                </a:cubicBezTo>
                <a:cubicBezTo>
                  <a:pt x="20943" y="21600"/>
                  <a:pt x="20941" y="21600"/>
                  <a:pt x="20940" y="21600"/>
                </a:cubicBezTo>
                <a:cubicBezTo>
                  <a:pt x="20599" y="21599"/>
                  <a:pt x="20323" y="21433"/>
                  <a:pt x="20324" y="21229"/>
                </a:cubicBezTo>
                <a:cubicBezTo>
                  <a:pt x="20324" y="21228"/>
                  <a:pt x="20324" y="21228"/>
                  <a:pt x="20324" y="21228"/>
                </a:cubicBezTo>
                <a:cubicBezTo>
                  <a:pt x="20324" y="21022"/>
                  <a:pt x="20601" y="20855"/>
                  <a:pt x="20944" y="20855"/>
                </a:cubicBezTo>
                <a:close/>
                <a:moveTo>
                  <a:pt x="17079" y="19266"/>
                </a:moveTo>
                <a:cubicBezTo>
                  <a:pt x="17156" y="19239"/>
                  <a:pt x="17256" y="19253"/>
                  <a:pt x="17305" y="19298"/>
                </a:cubicBezTo>
                <a:cubicBezTo>
                  <a:pt x="17510" y="19473"/>
                  <a:pt x="17845" y="19868"/>
                  <a:pt x="17973" y="20016"/>
                </a:cubicBezTo>
                <a:lnTo>
                  <a:pt x="18017" y="20069"/>
                </a:lnTo>
                <a:lnTo>
                  <a:pt x="18045" y="20093"/>
                </a:lnTo>
                <a:cubicBezTo>
                  <a:pt x="18649" y="19879"/>
                  <a:pt x="19290" y="19705"/>
                  <a:pt x="19957" y="19575"/>
                </a:cubicBezTo>
                <a:cubicBezTo>
                  <a:pt x="20142" y="19534"/>
                  <a:pt x="20346" y="19541"/>
                  <a:pt x="20521" y="19595"/>
                </a:cubicBezTo>
                <a:cubicBezTo>
                  <a:pt x="20683" y="19642"/>
                  <a:pt x="20804" y="19730"/>
                  <a:pt x="20852" y="19835"/>
                </a:cubicBezTo>
                <a:cubicBezTo>
                  <a:pt x="20966" y="20045"/>
                  <a:pt x="21008" y="20441"/>
                  <a:pt x="20672" y="20600"/>
                </a:cubicBezTo>
                <a:cubicBezTo>
                  <a:pt x="20447" y="20712"/>
                  <a:pt x="20158" y="20767"/>
                  <a:pt x="19866" y="20754"/>
                </a:cubicBezTo>
                <a:cubicBezTo>
                  <a:pt x="19822" y="20755"/>
                  <a:pt x="19778" y="20755"/>
                  <a:pt x="19734" y="20754"/>
                </a:cubicBezTo>
                <a:cubicBezTo>
                  <a:pt x="19363" y="20754"/>
                  <a:pt x="18551" y="20742"/>
                  <a:pt x="18213" y="20673"/>
                </a:cubicBezTo>
                <a:cubicBezTo>
                  <a:pt x="18005" y="20636"/>
                  <a:pt x="17815" y="20570"/>
                  <a:pt x="17657" y="20480"/>
                </a:cubicBezTo>
                <a:lnTo>
                  <a:pt x="17638" y="20469"/>
                </a:lnTo>
                <a:cubicBezTo>
                  <a:pt x="17570" y="20425"/>
                  <a:pt x="17510" y="20377"/>
                  <a:pt x="17458" y="20325"/>
                </a:cubicBezTo>
                <a:cubicBezTo>
                  <a:pt x="17235" y="20117"/>
                  <a:pt x="16783" y="19535"/>
                  <a:pt x="16767" y="19511"/>
                </a:cubicBezTo>
                <a:lnTo>
                  <a:pt x="16744" y="19484"/>
                </a:lnTo>
                <a:cubicBezTo>
                  <a:pt x="16714" y="19436"/>
                  <a:pt x="16743" y="19383"/>
                  <a:pt x="16814" y="19355"/>
                </a:cubicBezTo>
                <a:close/>
                <a:moveTo>
                  <a:pt x="588" y="11510"/>
                </a:moveTo>
                <a:lnTo>
                  <a:pt x="3966" y="15603"/>
                </a:lnTo>
                <a:lnTo>
                  <a:pt x="4006" y="15651"/>
                </a:lnTo>
                <a:lnTo>
                  <a:pt x="3843" y="16288"/>
                </a:lnTo>
                <a:lnTo>
                  <a:pt x="3496" y="17646"/>
                </a:lnTo>
                <a:lnTo>
                  <a:pt x="2794" y="20131"/>
                </a:lnTo>
                <a:lnTo>
                  <a:pt x="2787" y="20148"/>
                </a:lnTo>
                <a:cubicBezTo>
                  <a:pt x="2731" y="20409"/>
                  <a:pt x="2722" y="20712"/>
                  <a:pt x="2922" y="20882"/>
                </a:cubicBezTo>
                <a:cubicBezTo>
                  <a:pt x="2750" y="21052"/>
                  <a:pt x="2498" y="21192"/>
                  <a:pt x="1851" y="21187"/>
                </a:cubicBezTo>
                <a:cubicBezTo>
                  <a:pt x="1822" y="21188"/>
                  <a:pt x="1793" y="21188"/>
                  <a:pt x="1765" y="21187"/>
                </a:cubicBezTo>
                <a:cubicBezTo>
                  <a:pt x="176" y="21109"/>
                  <a:pt x="588" y="20174"/>
                  <a:pt x="588" y="20174"/>
                </a:cubicBezTo>
                <a:lnTo>
                  <a:pt x="2423" y="15780"/>
                </a:lnTo>
                <a:cubicBezTo>
                  <a:pt x="2484" y="15626"/>
                  <a:pt x="2475" y="15465"/>
                  <a:pt x="2397" y="15314"/>
                </a:cubicBezTo>
                <a:cubicBezTo>
                  <a:pt x="2095" y="14734"/>
                  <a:pt x="1282" y="13146"/>
                  <a:pt x="588" y="11510"/>
                </a:cubicBezTo>
                <a:close/>
                <a:moveTo>
                  <a:pt x="9981" y="6013"/>
                </a:moveTo>
                <a:lnTo>
                  <a:pt x="10896" y="8411"/>
                </a:lnTo>
                <a:lnTo>
                  <a:pt x="11557" y="10506"/>
                </a:lnTo>
                <a:lnTo>
                  <a:pt x="9932" y="8137"/>
                </a:lnTo>
                <a:close/>
                <a:moveTo>
                  <a:pt x="7207" y="2790"/>
                </a:moveTo>
                <a:lnTo>
                  <a:pt x="7340" y="2790"/>
                </a:lnTo>
                <a:cubicBezTo>
                  <a:pt x="7385" y="2790"/>
                  <a:pt x="7429" y="2790"/>
                  <a:pt x="7473" y="2790"/>
                </a:cubicBezTo>
                <a:cubicBezTo>
                  <a:pt x="7511" y="2793"/>
                  <a:pt x="7550" y="2795"/>
                  <a:pt x="7589" y="2795"/>
                </a:cubicBezTo>
                <a:cubicBezTo>
                  <a:pt x="7626" y="2798"/>
                  <a:pt x="7663" y="2807"/>
                  <a:pt x="7699" y="2807"/>
                </a:cubicBezTo>
                <a:cubicBezTo>
                  <a:pt x="7909" y="2823"/>
                  <a:pt x="8117" y="2850"/>
                  <a:pt x="8319" y="2888"/>
                </a:cubicBezTo>
                <a:lnTo>
                  <a:pt x="8351" y="2896"/>
                </a:lnTo>
                <a:cubicBezTo>
                  <a:pt x="8505" y="2922"/>
                  <a:pt x="8651" y="2963"/>
                  <a:pt x="8783" y="3017"/>
                </a:cubicBezTo>
                <a:cubicBezTo>
                  <a:pt x="8820" y="3030"/>
                  <a:pt x="8870" y="3052"/>
                  <a:pt x="8889" y="3060"/>
                </a:cubicBezTo>
                <a:cubicBezTo>
                  <a:pt x="8908" y="3068"/>
                  <a:pt x="8928" y="3072"/>
                  <a:pt x="8947" y="3082"/>
                </a:cubicBezTo>
                <a:cubicBezTo>
                  <a:pt x="8966" y="3092"/>
                  <a:pt x="8982" y="3099"/>
                  <a:pt x="8998" y="3108"/>
                </a:cubicBezTo>
                <a:cubicBezTo>
                  <a:pt x="9009" y="3114"/>
                  <a:pt x="9021" y="3119"/>
                  <a:pt x="9033" y="3123"/>
                </a:cubicBezTo>
                <a:cubicBezTo>
                  <a:pt x="9342" y="3295"/>
                  <a:pt x="9525" y="3459"/>
                  <a:pt x="9609" y="3882"/>
                </a:cubicBezTo>
                <a:lnTo>
                  <a:pt x="9616" y="3943"/>
                </a:lnTo>
                <a:lnTo>
                  <a:pt x="9632" y="4049"/>
                </a:lnTo>
                <a:lnTo>
                  <a:pt x="9632" y="4068"/>
                </a:lnTo>
                <a:lnTo>
                  <a:pt x="9633" y="4107"/>
                </a:lnTo>
                <a:lnTo>
                  <a:pt x="9634" y="4068"/>
                </a:lnTo>
                <a:cubicBezTo>
                  <a:pt x="9653" y="4262"/>
                  <a:pt x="9657" y="4501"/>
                  <a:pt x="9650" y="4800"/>
                </a:cubicBezTo>
                <a:cubicBezTo>
                  <a:pt x="9648" y="4874"/>
                  <a:pt x="9637" y="4946"/>
                  <a:pt x="9617" y="5018"/>
                </a:cubicBezTo>
                <a:lnTo>
                  <a:pt x="9618" y="5007"/>
                </a:lnTo>
                <a:lnTo>
                  <a:pt x="9616" y="5018"/>
                </a:lnTo>
                <a:lnTo>
                  <a:pt x="9560" y="8157"/>
                </a:lnTo>
                <a:lnTo>
                  <a:pt x="11681" y="11148"/>
                </a:lnTo>
                <a:lnTo>
                  <a:pt x="12193" y="11965"/>
                </a:lnTo>
                <a:lnTo>
                  <a:pt x="12208" y="11994"/>
                </a:lnTo>
                <a:cubicBezTo>
                  <a:pt x="12378" y="12268"/>
                  <a:pt x="12234" y="12576"/>
                  <a:pt x="11853" y="12758"/>
                </a:cubicBezTo>
                <a:lnTo>
                  <a:pt x="17073" y="19089"/>
                </a:lnTo>
                <a:lnTo>
                  <a:pt x="16585" y="19252"/>
                </a:lnTo>
                <a:lnTo>
                  <a:pt x="16526" y="19182"/>
                </a:lnTo>
                <a:lnTo>
                  <a:pt x="11346" y="12904"/>
                </a:lnTo>
                <a:cubicBezTo>
                  <a:pt x="11045" y="12937"/>
                  <a:pt x="10736" y="12895"/>
                  <a:pt x="10488" y="12789"/>
                </a:cubicBezTo>
                <a:cubicBezTo>
                  <a:pt x="10332" y="12724"/>
                  <a:pt x="10194" y="12644"/>
                  <a:pt x="10081" y="12552"/>
                </a:cubicBezTo>
                <a:lnTo>
                  <a:pt x="7277" y="8999"/>
                </a:lnTo>
                <a:lnTo>
                  <a:pt x="6292" y="6400"/>
                </a:lnTo>
                <a:cubicBezTo>
                  <a:pt x="6083" y="6606"/>
                  <a:pt x="5907" y="6823"/>
                  <a:pt x="5768" y="7049"/>
                </a:cubicBezTo>
                <a:lnTo>
                  <a:pt x="4794" y="9888"/>
                </a:lnTo>
                <a:lnTo>
                  <a:pt x="5333" y="10822"/>
                </a:lnTo>
                <a:lnTo>
                  <a:pt x="6129" y="12115"/>
                </a:lnTo>
                <a:cubicBezTo>
                  <a:pt x="6669" y="12976"/>
                  <a:pt x="7218" y="13834"/>
                  <a:pt x="7777" y="14688"/>
                </a:cubicBezTo>
                <a:lnTo>
                  <a:pt x="7849" y="14793"/>
                </a:lnTo>
                <a:cubicBezTo>
                  <a:pt x="7889" y="14852"/>
                  <a:pt x="7921" y="14910"/>
                  <a:pt x="7952" y="14970"/>
                </a:cubicBezTo>
                <a:cubicBezTo>
                  <a:pt x="8010" y="15088"/>
                  <a:pt x="8051" y="15209"/>
                  <a:pt x="8073" y="15331"/>
                </a:cubicBezTo>
                <a:cubicBezTo>
                  <a:pt x="8097" y="15454"/>
                  <a:pt x="8101" y="15577"/>
                  <a:pt x="8085" y="15700"/>
                </a:cubicBezTo>
                <a:cubicBezTo>
                  <a:pt x="8077" y="15760"/>
                  <a:pt x="8064" y="15822"/>
                  <a:pt x="8049" y="15882"/>
                </a:cubicBezTo>
                <a:lnTo>
                  <a:pt x="8021" y="15970"/>
                </a:lnTo>
                <a:lnTo>
                  <a:pt x="8001" y="16013"/>
                </a:lnTo>
                <a:lnTo>
                  <a:pt x="7733" y="16682"/>
                </a:lnTo>
                <a:cubicBezTo>
                  <a:pt x="7554" y="17127"/>
                  <a:pt x="7370" y="17572"/>
                  <a:pt x="7207" y="18021"/>
                </a:cubicBezTo>
                <a:lnTo>
                  <a:pt x="6707" y="19359"/>
                </a:lnTo>
                <a:lnTo>
                  <a:pt x="6234" y="20704"/>
                </a:lnTo>
                <a:cubicBezTo>
                  <a:pt x="6077" y="21179"/>
                  <a:pt x="5323" y="21495"/>
                  <a:pt x="4526" y="21420"/>
                </a:cubicBezTo>
                <a:cubicBezTo>
                  <a:pt x="3704" y="21344"/>
                  <a:pt x="3141" y="20882"/>
                  <a:pt x="3269" y="20389"/>
                </a:cubicBezTo>
                <a:lnTo>
                  <a:pt x="3277" y="20367"/>
                </a:lnTo>
                <a:lnTo>
                  <a:pt x="3971" y="17646"/>
                </a:lnTo>
                <a:lnTo>
                  <a:pt x="4318" y="16291"/>
                </a:lnTo>
                <a:cubicBezTo>
                  <a:pt x="4318" y="16291"/>
                  <a:pt x="4474" y="15654"/>
                  <a:pt x="4474" y="15645"/>
                </a:cubicBezTo>
                <a:lnTo>
                  <a:pt x="4441" y="15607"/>
                </a:lnTo>
                <a:lnTo>
                  <a:pt x="376" y="10676"/>
                </a:lnTo>
                <a:lnTo>
                  <a:pt x="305" y="10587"/>
                </a:lnTo>
                <a:cubicBezTo>
                  <a:pt x="224" y="10487"/>
                  <a:pt x="160" y="10382"/>
                  <a:pt x="117" y="10274"/>
                </a:cubicBezTo>
                <a:cubicBezTo>
                  <a:pt x="-12" y="10037"/>
                  <a:pt x="-35" y="9784"/>
                  <a:pt x="50" y="9539"/>
                </a:cubicBezTo>
                <a:lnTo>
                  <a:pt x="1717" y="5643"/>
                </a:lnTo>
                <a:cubicBezTo>
                  <a:pt x="1719" y="5635"/>
                  <a:pt x="1723" y="5627"/>
                  <a:pt x="1729" y="5619"/>
                </a:cubicBezTo>
                <a:cubicBezTo>
                  <a:pt x="1741" y="5594"/>
                  <a:pt x="1753" y="5563"/>
                  <a:pt x="1765" y="5531"/>
                </a:cubicBezTo>
                <a:cubicBezTo>
                  <a:pt x="2250" y="4401"/>
                  <a:pt x="3216" y="3661"/>
                  <a:pt x="4265" y="3371"/>
                </a:cubicBezTo>
                <a:cubicBezTo>
                  <a:pt x="4915" y="3212"/>
                  <a:pt x="6433" y="2790"/>
                  <a:pt x="7207" y="2790"/>
                </a:cubicBezTo>
                <a:close/>
                <a:moveTo>
                  <a:pt x="12566" y="0"/>
                </a:moveTo>
                <a:cubicBezTo>
                  <a:pt x="14303" y="0"/>
                  <a:pt x="15711" y="845"/>
                  <a:pt x="15711" y="1886"/>
                </a:cubicBezTo>
                <a:cubicBezTo>
                  <a:pt x="15711" y="2928"/>
                  <a:pt x="14303" y="3773"/>
                  <a:pt x="12566" y="3773"/>
                </a:cubicBezTo>
                <a:cubicBezTo>
                  <a:pt x="10830" y="3773"/>
                  <a:pt x="9422" y="2928"/>
                  <a:pt x="9422" y="1886"/>
                </a:cubicBezTo>
                <a:cubicBezTo>
                  <a:pt x="9422" y="845"/>
                  <a:pt x="10830" y="0"/>
                  <a:pt x="12566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98" name="자유형: 도형 102"/>
          <p:cNvSpPr/>
          <p:nvPr/>
        </p:nvSpPr>
        <p:spPr>
          <a:xfrm>
            <a:off x="14786753" y="4164552"/>
            <a:ext cx="1476680" cy="996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37" h="19639" extrusionOk="0">
                <a:moveTo>
                  <a:pt x="16764" y="12370"/>
                </a:moveTo>
                <a:cubicBezTo>
                  <a:pt x="16536" y="12436"/>
                  <a:pt x="16385" y="12683"/>
                  <a:pt x="16423" y="12923"/>
                </a:cubicBezTo>
                <a:cubicBezTo>
                  <a:pt x="16461" y="13162"/>
                  <a:pt x="16672" y="13302"/>
                  <a:pt x="16899" y="13237"/>
                </a:cubicBezTo>
                <a:cubicBezTo>
                  <a:pt x="17127" y="13172"/>
                  <a:pt x="17278" y="12924"/>
                  <a:pt x="17240" y="12684"/>
                </a:cubicBezTo>
                <a:cubicBezTo>
                  <a:pt x="17203" y="12444"/>
                  <a:pt x="16991" y="12303"/>
                  <a:pt x="16764" y="12370"/>
                </a:cubicBezTo>
                <a:close/>
                <a:moveTo>
                  <a:pt x="18265" y="12284"/>
                </a:moveTo>
                <a:cubicBezTo>
                  <a:pt x="18181" y="12248"/>
                  <a:pt x="18079" y="12252"/>
                  <a:pt x="17978" y="12302"/>
                </a:cubicBezTo>
                <a:cubicBezTo>
                  <a:pt x="17776" y="12403"/>
                  <a:pt x="17658" y="12651"/>
                  <a:pt x="17714" y="12867"/>
                </a:cubicBezTo>
                <a:cubicBezTo>
                  <a:pt x="17769" y="13079"/>
                  <a:pt x="17978" y="13170"/>
                  <a:pt x="18179" y="13069"/>
                </a:cubicBezTo>
                <a:cubicBezTo>
                  <a:pt x="18381" y="12968"/>
                  <a:pt x="18499" y="12721"/>
                  <a:pt x="18443" y="12504"/>
                </a:cubicBezTo>
                <a:cubicBezTo>
                  <a:pt x="18416" y="12396"/>
                  <a:pt x="18350" y="12320"/>
                  <a:pt x="18265" y="12284"/>
                </a:cubicBezTo>
                <a:close/>
                <a:moveTo>
                  <a:pt x="15646" y="12258"/>
                </a:moveTo>
                <a:cubicBezTo>
                  <a:pt x="15402" y="12204"/>
                  <a:pt x="15179" y="12387"/>
                  <a:pt x="15148" y="12668"/>
                </a:cubicBezTo>
                <a:cubicBezTo>
                  <a:pt x="15117" y="12947"/>
                  <a:pt x="15291" y="13218"/>
                  <a:pt x="15535" y="13273"/>
                </a:cubicBezTo>
                <a:cubicBezTo>
                  <a:pt x="15779" y="13327"/>
                  <a:pt x="16002" y="13144"/>
                  <a:pt x="16033" y="12865"/>
                </a:cubicBezTo>
                <a:cubicBezTo>
                  <a:pt x="16065" y="12585"/>
                  <a:pt x="15890" y="12313"/>
                  <a:pt x="15646" y="12258"/>
                </a:cubicBezTo>
                <a:close/>
                <a:moveTo>
                  <a:pt x="14185" y="11677"/>
                </a:moveTo>
                <a:cubicBezTo>
                  <a:pt x="14078" y="11723"/>
                  <a:pt x="13991" y="11822"/>
                  <a:pt x="13949" y="11962"/>
                </a:cubicBezTo>
                <a:cubicBezTo>
                  <a:pt x="13866" y="12243"/>
                  <a:pt x="13996" y="12585"/>
                  <a:pt x="14240" y="12727"/>
                </a:cubicBezTo>
                <a:cubicBezTo>
                  <a:pt x="14484" y="12868"/>
                  <a:pt x="14748" y="12755"/>
                  <a:pt x="14832" y="12473"/>
                </a:cubicBezTo>
                <a:cubicBezTo>
                  <a:pt x="14916" y="12191"/>
                  <a:pt x="14785" y="11850"/>
                  <a:pt x="14542" y="11708"/>
                </a:cubicBezTo>
                <a:cubicBezTo>
                  <a:pt x="14420" y="11638"/>
                  <a:pt x="14293" y="11631"/>
                  <a:pt x="14185" y="11677"/>
                </a:cubicBezTo>
                <a:close/>
                <a:moveTo>
                  <a:pt x="17677" y="10908"/>
                </a:moveTo>
                <a:cubicBezTo>
                  <a:pt x="17404" y="10860"/>
                  <a:pt x="17155" y="11130"/>
                  <a:pt x="17121" y="11511"/>
                </a:cubicBezTo>
                <a:cubicBezTo>
                  <a:pt x="17123" y="11892"/>
                  <a:pt x="17349" y="11497"/>
                  <a:pt x="17621" y="11497"/>
                </a:cubicBezTo>
                <a:cubicBezTo>
                  <a:pt x="17894" y="11497"/>
                  <a:pt x="18108" y="11878"/>
                  <a:pt x="18108" y="11497"/>
                </a:cubicBezTo>
                <a:cubicBezTo>
                  <a:pt x="18076" y="11188"/>
                  <a:pt x="17899" y="10947"/>
                  <a:pt x="17677" y="10908"/>
                </a:cubicBezTo>
                <a:close/>
                <a:moveTo>
                  <a:pt x="18940" y="10759"/>
                </a:moveTo>
                <a:cubicBezTo>
                  <a:pt x="18704" y="10788"/>
                  <a:pt x="18529" y="11078"/>
                  <a:pt x="18550" y="11407"/>
                </a:cubicBezTo>
                <a:cubicBezTo>
                  <a:pt x="18561" y="11736"/>
                  <a:pt x="18737" y="11311"/>
                  <a:pt x="18974" y="11294"/>
                </a:cubicBezTo>
                <a:cubicBezTo>
                  <a:pt x="19211" y="11278"/>
                  <a:pt x="19417" y="11676"/>
                  <a:pt x="19405" y="11345"/>
                </a:cubicBezTo>
                <a:cubicBezTo>
                  <a:pt x="19405" y="11331"/>
                  <a:pt x="19404" y="11317"/>
                  <a:pt x="19403" y="11303"/>
                </a:cubicBezTo>
                <a:cubicBezTo>
                  <a:pt x="19383" y="10974"/>
                  <a:pt x="19175" y="10730"/>
                  <a:pt x="18940" y="10759"/>
                </a:cubicBezTo>
                <a:close/>
                <a:moveTo>
                  <a:pt x="12929" y="10495"/>
                </a:moveTo>
                <a:cubicBezTo>
                  <a:pt x="12817" y="10498"/>
                  <a:pt x="12713" y="10559"/>
                  <a:pt x="12645" y="10679"/>
                </a:cubicBezTo>
                <a:cubicBezTo>
                  <a:pt x="12510" y="10918"/>
                  <a:pt x="12571" y="11297"/>
                  <a:pt x="12774" y="11525"/>
                </a:cubicBezTo>
                <a:cubicBezTo>
                  <a:pt x="12978" y="11754"/>
                  <a:pt x="13257" y="11747"/>
                  <a:pt x="13393" y="11508"/>
                </a:cubicBezTo>
                <a:cubicBezTo>
                  <a:pt x="13528" y="11270"/>
                  <a:pt x="13467" y="10892"/>
                  <a:pt x="13264" y="10662"/>
                </a:cubicBezTo>
                <a:cubicBezTo>
                  <a:pt x="13162" y="10548"/>
                  <a:pt x="13042" y="10492"/>
                  <a:pt x="12929" y="10495"/>
                </a:cubicBezTo>
                <a:close/>
                <a:moveTo>
                  <a:pt x="15843" y="10482"/>
                </a:moveTo>
                <a:cubicBezTo>
                  <a:pt x="15717" y="10544"/>
                  <a:pt x="15613" y="10676"/>
                  <a:pt x="15557" y="10877"/>
                </a:cubicBezTo>
                <a:cubicBezTo>
                  <a:pt x="15444" y="11278"/>
                  <a:pt x="15779" y="11088"/>
                  <a:pt x="16063" y="11246"/>
                </a:cubicBezTo>
                <a:cubicBezTo>
                  <a:pt x="16347" y="11403"/>
                  <a:pt x="16483" y="11853"/>
                  <a:pt x="16596" y="11452"/>
                </a:cubicBezTo>
                <a:cubicBezTo>
                  <a:pt x="16709" y="11051"/>
                  <a:pt x="16545" y="10667"/>
                  <a:pt x="16258" y="10508"/>
                </a:cubicBezTo>
                <a:cubicBezTo>
                  <a:pt x="16115" y="10429"/>
                  <a:pt x="15968" y="10421"/>
                  <a:pt x="15843" y="10482"/>
                </a:cubicBezTo>
                <a:close/>
                <a:moveTo>
                  <a:pt x="9548" y="9889"/>
                </a:moveTo>
                <a:cubicBezTo>
                  <a:pt x="9635" y="10313"/>
                  <a:pt x="9746" y="10728"/>
                  <a:pt x="9881" y="11127"/>
                </a:cubicBezTo>
                <a:cubicBezTo>
                  <a:pt x="10019" y="11545"/>
                  <a:pt x="10180" y="11946"/>
                  <a:pt x="10364" y="12328"/>
                </a:cubicBezTo>
                <a:lnTo>
                  <a:pt x="10391" y="12368"/>
                </a:lnTo>
                <a:lnTo>
                  <a:pt x="9137" y="14249"/>
                </a:lnTo>
                <a:cubicBezTo>
                  <a:pt x="7925" y="15687"/>
                  <a:pt x="6991" y="15807"/>
                  <a:pt x="6991" y="15807"/>
                </a:cubicBezTo>
                <a:cubicBezTo>
                  <a:pt x="8471" y="16104"/>
                  <a:pt x="10497" y="15127"/>
                  <a:pt x="10497" y="15127"/>
                </a:cubicBezTo>
                <a:cubicBezTo>
                  <a:pt x="9071" y="17021"/>
                  <a:pt x="7267" y="17593"/>
                  <a:pt x="6107" y="17405"/>
                </a:cubicBezTo>
                <a:cubicBezTo>
                  <a:pt x="8466" y="18644"/>
                  <a:pt x="11712" y="16961"/>
                  <a:pt x="13523" y="15632"/>
                </a:cubicBezTo>
                <a:lnTo>
                  <a:pt x="13470" y="15593"/>
                </a:lnTo>
                <a:lnTo>
                  <a:pt x="15067" y="16078"/>
                </a:lnTo>
                <a:cubicBezTo>
                  <a:pt x="15689" y="16132"/>
                  <a:pt x="16323" y="16056"/>
                  <a:pt x="16949" y="15837"/>
                </a:cubicBezTo>
                <a:cubicBezTo>
                  <a:pt x="11593" y="21146"/>
                  <a:pt x="3251" y="21281"/>
                  <a:pt x="0" y="13773"/>
                </a:cubicBezTo>
                <a:cubicBezTo>
                  <a:pt x="4174" y="17130"/>
                  <a:pt x="8137" y="14101"/>
                  <a:pt x="9548" y="9889"/>
                </a:cubicBezTo>
                <a:close/>
                <a:moveTo>
                  <a:pt x="14170" y="9330"/>
                </a:moveTo>
                <a:cubicBezTo>
                  <a:pt x="14024" y="9364"/>
                  <a:pt x="13894" y="9481"/>
                  <a:pt x="13806" y="9690"/>
                </a:cubicBezTo>
                <a:cubicBezTo>
                  <a:pt x="13631" y="10106"/>
                  <a:pt x="13996" y="10012"/>
                  <a:pt x="14293" y="10256"/>
                </a:cubicBezTo>
                <a:cubicBezTo>
                  <a:pt x="14590" y="10501"/>
                  <a:pt x="14708" y="10991"/>
                  <a:pt x="14882" y="10575"/>
                </a:cubicBezTo>
                <a:cubicBezTo>
                  <a:pt x="15057" y="10160"/>
                  <a:pt x="14921" y="9713"/>
                  <a:pt x="14625" y="9468"/>
                </a:cubicBezTo>
                <a:cubicBezTo>
                  <a:pt x="14477" y="9345"/>
                  <a:pt x="14316" y="9296"/>
                  <a:pt x="14170" y="9330"/>
                </a:cubicBezTo>
                <a:close/>
                <a:moveTo>
                  <a:pt x="12106" y="9311"/>
                </a:moveTo>
                <a:cubicBezTo>
                  <a:pt x="12004" y="9278"/>
                  <a:pt x="11900" y="9302"/>
                  <a:pt x="11819" y="9391"/>
                </a:cubicBezTo>
                <a:cubicBezTo>
                  <a:pt x="11658" y="9570"/>
                  <a:pt x="11652" y="9932"/>
                  <a:pt x="11804" y="10203"/>
                </a:cubicBezTo>
                <a:cubicBezTo>
                  <a:pt x="11956" y="10474"/>
                  <a:pt x="12210" y="10554"/>
                  <a:pt x="12371" y="10381"/>
                </a:cubicBezTo>
                <a:cubicBezTo>
                  <a:pt x="12528" y="10208"/>
                  <a:pt x="12537" y="9840"/>
                  <a:pt x="12386" y="9569"/>
                </a:cubicBezTo>
                <a:cubicBezTo>
                  <a:pt x="12310" y="9433"/>
                  <a:pt x="12209" y="9344"/>
                  <a:pt x="12106" y="9311"/>
                </a:cubicBezTo>
                <a:close/>
                <a:moveTo>
                  <a:pt x="18469" y="9116"/>
                </a:moveTo>
                <a:cubicBezTo>
                  <a:pt x="18697" y="9079"/>
                  <a:pt x="18903" y="9307"/>
                  <a:pt x="18929" y="9626"/>
                </a:cubicBezTo>
                <a:cubicBezTo>
                  <a:pt x="18957" y="9946"/>
                  <a:pt x="18753" y="9565"/>
                  <a:pt x="18524" y="9607"/>
                </a:cubicBezTo>
                <a:cubicBezTo>
                  <a:pt x="18295" y="9649"/>
                  <a:pt x="18128" y="10085"/>
                  <a:pt x="18101" y="9765"/>
                </a:cubicBezTo>
                <a:cubicBezTo>
                  <a:pt x="18100" y="9763"/>
                  <a:pt x="18100" y="9761"/>
                  <a:pt x="18100" y="9759"/>
                </a:cubicBezTo>
                <a:cubicBezTo>
                  <a:pt x="18074" y="9441"/>
                  <a:pt x="18237" y="9153"/>
                  <a:pt x="18465" y="9116"/>
                </a:cubicBezTo>
                <a:cubicBezTo>
                  <a:pt x="18466" y="9116"/>
                  <a:pt x="18468" y="9116"/>
                  <a:pt x="18469" y="9116"/>
                </a:cubicBezTo>
                <a:close/>
                <a:moveTo>
                  <a:pt x="17167" y="8987"/>
                </a:moveTo>
                <a:cubicBezTo>
                  <a:pt x="17413" y="9009"/>
                  <a:pt x="17600" y="9304"/>
                  <a:pt x="17585" y="9648"/>
                </a:cubicBezTo>
                <a:cubicBezTo>
                  <a:pt x="17571" y="9992"/>
                  <a:pt x="17402" y="9533"/>
                  <a:pt x="17156" y="9511"/>
                </a:cubicBezTo>
                <a:cubicBezTo>
                  <a:pt x="16909" y="9489"/>
                  <a:pt x="16676" y="9914"/>
                  <a:pt x="16692" y="9566"/>
                </a:cubicBezTo>
                <a:cubicBezTo>
                  <a:pt x="16709" y="9223"/>
                  <a:pt x="16921" y="8964"/>
                  <a:pt x="17167" y="8987"/>
                </a:cubicBezTo>
                <a:close/>
                <a:moveTo>
                  <a:pt x="15540" y="8252"/>
                </a:moveTo>
                <a:cubicBezTo>
                  <a:pt x="15655" y="8193"/>
                  <a:pt x="15785" y="8195"/>
                  <a:pt x="15905" y="8271"/>
                </a:cubicBezTo>
                <a:cubicBezTo>
                  <a:pt x="15905" y="8271"/>
                  <a:pt x="15905" y="8271"/>
                  <a:pt x="15906" y="8271"/>
                </a:cubicBezTo>
                <a:cubicBezTo>
                  <a:pt x="16145" y="8425"/>
                  <a:pt x="16250" y="8821"/>
                  <a:pt x="16139" y="9156"/>
                </a:cubicBezTo>
                <a:cubicBezTo>
                  <a:pt x="16030" y="9490"/>
                  <a:pt x="15946" y="9032"/>
                  <a:pt x="15706" y="8878"/>
                </a:cubicBezTo>
                <a:cubicBezTo>
                  <a:pt x="15466" y="8723"/>
                  <a:pt x="15162" y="8933"/>
                  <a:pt x="15272" y="8598"/>
                </a:cubicBezTo>
                <a:cubicBezTo>
                  <a:pt x="15327" y="8431"/>
                  <a:pt x="15426" y="8311"/>
                  <a:pt x="15540" y="8252"/>
                </a:cubicBezTo>
                <a:close/>
                <a:moveTo>
                  <a:pt x="11343" y="7834"/>
                </a:moveTo>
                <a:cubicBezTo>
                  <a:pt x="11174" y="7904"/>
                  <a:pt x="11093" y="8211"/>
                  <a:pt x="11162" y="8518"/>
                </a:cubicBezTo>
                <a:cubicBezTo>
                  <a:pt x="11231" y="8825"/>
                  <a:pt x="11424" y="9018"/>
                  <a:pt x="11590" y="8948"/>
                </a:cubicBezTo>
                <a:cubicBezTo>
                  <a:pt x="11758" y="8878"/>
                  <a:pt x="11838" y="8572"/>
                  <a:pt x="11770" y="8264"/>
                </a:cubicBezTo>
                <a:cubicBezTo>
                  <a:pt x="11702" y="7956"/>
                  <a:pt x="11511" y="7763"/>
                  <a:pt x="11343" y="7834"/>
                </a:cubicBezTo>
                <a:close/>
                <a:moveTo>
                  <a:pt x="12788" y="7773"/>
                </a:moveTo>
                <a:cubicBezTo>
                  <a:pt x="12653" y="7777"/>
                  <a:pt x="12525" y="7856"/>
                  <a:pt x="12427" y="8023"/>
                </a:cubicBezTo>
                <a:cubicBezTo>
                  <a:pt x="12232" y="8356"/>
                  <a:pt x="12576" y="8300"/>
                  <a:pt x="12815" y="8574"/>
                </a:cubicBezTo>
                <a:cubicBezTo>
                  <a:pt x="13054" y="8847"/>
                  <a:pt x="13095" y="9347"/>
                  <a:pt x="13291" y="9014"/>
                </a:cubicBezTo>
                <a:cubicBezTo>
                  <a:pt x="13487" y="8680"/>
                  <a:pt x="13420" y="8251"/>
                  <a:pt x="13181" y="7978"/>
                </a:cubicBezTo>
                <a:cubicBezTo>
                  <a:pt x="13061" y="7841"/>
                  <a:pt x="12922" y="7769"/>
                  <a:pt x="12788" y="7773"/>
                </a:cubicBezTo>
                <a:close/>
                <a:moveTo>
                  <a:pt x="14400" y="7204"/>
                </a:moveTo>
                <a:cubicBezTo>
                  <a:pt x="14520" y="7178"/>
                  <a:pt x="14647" y="7216"/>
                  <a:pt x="14753" y="7323"/>
                </a:cubicBezTo>
                <a:cubicBezTo>
                  <a:pt x="14753" y="7324"/>
                  <a:pt x="14753" y="7324"/>
                  <a:pt x="14754" y="7324"/>
                </a:cubicBezTo>
                <a:cubicBezTo>
                  <a:pt x="14967" y="7541"/>
                  <a:pt x="15013" y="7958"/>
                  <a:pt x="14858" y="8256"/>
                </a:cubicBezTo>
                <a:cubicBezTo>
                  <a:pt x="14702" y="8556"/>
                  <a:pt x="14686" y="8077"/>
                  <a:pt x="14474" y="7860"/>
                </a:cubicBezTo>
                <a:cubicBezTo>
                  <a:pt x="14261" y="7644"/>
                  <a:pt x="13932" y="7763"/>
                  <a:pt x="14089" y="7466"/>
                </a:cubicBezTo>
                <a:cubicBezTo>
                  <a:pt x="14167" y="7319"/>
                  <a:pt x="14280" y="7230"/>
                  <a:pt x="14400" y="7204"/>
                </a:cubicBezTo>
                <a:close/>
                <a:moveTo>
                  <a:pt x="10874" y="6275"/>
                </a:moveTo>
                <a:cubicBezTo>
                  <a:pt x="10714" y="6310"/>
                  <a:pt x="10612" y="6578"/>
                  <a:pt x="10648" y="6872"/>
                </a:cubicBezTo>
                <a:cubicBezTo>
                  <a:pt x="10683" y="7167"/>
                  <a:pt x="10841" y="7378"/>
                  <a:pt x="11001" y="7343"/>
                </a:cubicBezTo>
                <a:cubicBezTo>
                  <a:pt x="11160" y="7308"/>
                  <a:pt x="11261" y="7040"/>
                  <a:pt x="11226" y="6746"/>
                </a:cubicBezTo>
                <a:cubicBezTo>
                  <a:pt x="11191" y="6451"/>
                  <a:pt x="11033" y="6240"/>
                  <a:pt x="10874" y="6275"/>
                </a:cubicBezTo>
                <a:close/>
                <a:moveTo>
                  <a:pt x="11982" y="6188"/>
                </a:moveTo>
                <a:cubicBezTo>
                  <a:pt x="11880" y="6146"/>
                  <a:pt x="11769" y="6149"/>
                  <a:pt x="11664" y="6204"/>
                </a:cubicBezTo>
                <a:cubicBezTo>
                  <a:pt x="11425" y="6385"/>
                  <a:pt x="11770" y="6464"/>
                  <a:pt x="11900" y="6799"/>
                </a:cubicBezTo>
                <a:cubicBezTo>
                  <a:pt x="12030" y="7134"/>
                  <a:pt x="11896" y="7592"/>
                  <a:pt x="12135" y="7416"/>
                </a:cubicBezTo>
                <a:cubicBezTo>
                  <a:pt x="12357" y="7189"/>
                  <a:pt x="12404" y="6753"/>
                  <a:pt x="12242" y="6444"/>
                </a:cubicBezTo>
                <a:cubicBezTo>
                  <a:pt x="12176" y="6318"/>
                  <a:pt x="12083" y="6230"/>
                  <a:pt x="11982" y="6188"/>
                </a:cubicBezTo>
                <a:close/>
                <a:moveTo>
                  <a:pt x="13412" y="5856"/>
                </a:moveTo>
                <a:cubicBezTo>
                  <a:pt x="13524" y="5890"/>
                  <a:pt x="13626" y="5984"/>
                  <a:pt x="13693" y="6129"/>
                </a:cubicBezTo>
                <a:cubicBezTo>
                  <a:pt x="13827" y="6419"/>
                  <a:pt x="13767" y="6806"/>
                  <a:pt x="13559" y="6993"/>
                </a:cubicBezTo>
                <a:cubicBezTo>
                  <a:pt x="13350" y="7180"/>
                  <a:pt x="13502" y="6689"/>
                  <a:pt x="13368" y="6399"/>
                </a:cubicBezTo>
                <a:cubicBezTo>
                  <a:pt x="13234" y="6109"/>
                  <a:pt x="12866" y="6128"/>
                  <a:pt x="13075" y="5941"/>
                </a:cubicBezTo>
                <a:cubicBezTo>
                  <a:pt x="13179" y="5848"/>
                  <a:pt x="13300" y="5822"/>
                  <a:pt x="13412" y="5856"/>
                </a:cubicBezTo>
                <a:close/>
                <a:moveTo>
                  <a:pt x="11458" y="4511"/>
                </a:moveTo>
                <a:cubicBezTo>
                  <a:pt x="11354" y="4462"/>
                  <a:pt x="11236" y="4467"/>
                  <a:pt x="11130" y="4540"/>
                </a:cubicBezTo>
                <a:cubicBezTo>
                  <a:pt x="10918" y="4686"/>
                  <a:pt x="11267" y="4745"/>
                  <a:pt x="11371" y="5042"/>
                </a:cubicBezTo>
                <a:cubicBezTo>
                  <a:pt x="11475" y="5339"/>
                  <a:pt x="11292" y="5760"/>
                  <a:pt x="11507" y="5615"/>
                </a:cubicBezTo>
                <a:cubicBezTo>
                  <a:pt x="11720" y="5470"/>
                  <a:pt x="11808" y="5111"/>
                  <a:pt x="11704" y="4814"/>
                </a:cubicBezTo>
                <a:cubicBezTo>
                  <a:pt x="11651" y="4666"/>
                  <a:pt x="11561" y="4561"/>
                  <a:pt x="11458" y="4511"/>
                </a:cubicBezTo>
                <a:close/>
                <a:moveTo>
                  <a:pt x="12438" y="4285"/>
                </a:moveTo>
                <a:cubicBezTo>
                  <a:pt x="12651" y="4164"/>
                  <a:pt x="12895" y="4307"/>
                  <a:pt x="12982" y="4605"/>
                </a:cubicBezTo>
                <a:cubicBezTo>
                  <a:pt x="13069" y="4903"/>
                  <a:pt x="12966" y="5243"/>
                  <a:pt x="12753" y="5365"/>
                </a:cubicBezTo>
                <a:cubicBezTo>
                  <a:pt x="12539" y="5486"/>
                  <a:pt x="12733" y="5069"/>
                  <a:pt x="12645" y="4771"/>
                </a:cubicBezTo>
                <a:cubicBezTo>
                  <a:pt x="12558" y="4473"/>
                  <a:pt x="12224" y="4401"/>
                  <a:pt x="12438" y="4285"/>
                </a:cubicBezTo>
                <a:close/>
                <a:moveTo>
                  <a:pt x="15948" y="1267"/>
                </a:moveTo>
                <a:cubicBezTo>
                  <a:pt x="14805" y="1091"/>
                  <a:pt x="13614" y="1523"/>
                  <a:pt x="12646" y="2607"/>
                </a:cubicBezTo>
                <a:cubicBezTo>
                  <a:pt x="12687" y="2673"/>
                  <a:pt x="12716" y="2753"/>
                  <a:pt x="12729" y="2839"/>
                </a:cubicBezTo>
                <a:cubicBezTo>
                  <a:pt x="12780" y="3129"/>
                  <a:pt x="12652" y="3422"/>
                  <a:pt x="12445" y="3493"/>
                </a:cubicBezTo>
                <a:cubicBezTo>
                  <a:pt x="12236" y="3562"/>
                  <a:pt x="12441" y="3243"/>
                  <a:pt x="12391" y="2952"/>
                </a:cubicBezTo>
                <a:cubicBezTo>
                  <a:pt x="12388" y="2942"/>
                  <a:pt x="12385" y="2932"/>
                  <a:pt x="12382" y="2922"/>
                </a:cubicBezTo>
                <a:cubicBezTo>
                  <a:pt x="12213" y="3143"/>
                  <a:pt x="12057" y="3381"/>
                  <a:pt x="11914" y="3635"/>
                </a:cubicBezTo>
                <a:cubicBezTo>
                  <a:pt x="11955" y="3812"/>
                  <a:pt x="11964" y="4000"/>
                  <a:pt x="11939" y="4183"/>
                </a:cubicBezTo>
                <a:cubicBezTo>
                  <a:pt x="11922" y="4297"/>
                  <a:pt x="11936" y="4416"/>
                  <a:pt x="11977" y="4517"/>
                </a:cubicBezTo>
                <a:cubicBezTo>
                  <a:pt x="12056" y="4697"/>
                  <a:pt x="12110" y="4898"/>
                  <a:pt x="12134" y="5107"/>
                </a:cubicBezTo>
                <a:cubicBezTo>
                  <a:pt x="12159" y="5338"/>
                  <a:pt x="12246" y="5546"/>
                  <a:pt x="12379" y="5687"/>
                </a:cubicBezTo>
                <a:cubicBezTo>
                  <a:pt x="12599" y="5921"/>
                  <a:pt x="12753" y="6257"/>
                  <a:pt x="12814" y="6635"/>
                </a:cubicBezTo>
                <a:cubicBezTo>
                  <a:pt x="12860" y="6901"/>
                  <a:pt x="12990" y="7123"/>
                  <a:pt x="13169" y="7236"/>
                </a:cubicBezTo>
                <a:cubicBezTo>
                  <a:pt x="13492" y="7438"/>
                  <a:pt x="13755" y="7788"/>
                  <a:pt x="13916" y="8228"/>
                </a:cubicBezTo>
                <a:cubicBezTo>
                  <a:pt x="13985" y="8436"/>
                  <a:pt x="14120" y="8586"/>
                  <a:pt x="14281" y="8634"/>
                </a:cubicBezTo>
                <a:cubicBezTo>
                  <a:pt x="14675" y="8768"/>
                  <a:pt x="15033" y="9061"/>
                  <a:pt x="15307" y="9478"/>
                </a:cubicBezTo>
                <a:cubicBezTo>
                  <a:pt x="15419" y="9654"/>
                  <a:pt x="15581" y="9748"/>
                  <a:pt x="15748" y="9736"/>
                </a:cubicBezTo>
                <a:cubicBezTo>
                  <a:pt x="16100" y="9716"/>
                  <a:pt x="16446" y="9865"/>
                  <a:pt x="16729" y="10158"/>
                </a:cubicBezTo>
                <a:cubicBezTo>
                  <a:pt x="16888" y="10320"/>
                  <a:pt x="17091" y="10371"/>
                  <a:pt x="17280" y="10297"/>
                </a:cubicBezTo>
                <a:cubicBezTo>
                  <a:pt x="17556" y="10186"/>
                  <a:pt x="17851" y="10217"/>
                  <a:pt x="18110" y="10386"/>
                </a:cubicBezTo>
                <a:cubicBezTo>
                  <a:pt x="18259" y="10474"/>
                  <a:pt x="18426" y="10474"/>
                  <a:pt x="18574" y="10386"/>
                </a:cubicBezTo>
                <a:cubicBezTo>
                  <a:pt x="18728" y="10299"/>
                  <a:pt x="18895" y="10267"/>
                  <a:pt x="19060" y="10294"/>
                </a:cubicBezTo>
                <a:cubicBezTo>
                  <a:pt x="19111" y="10303"/>
                  <a:pt x="19162" y="10281"/>
                  <a:pt x="19200" y="10233"/>
                </a:cubicBezTo>
                <a:cubicBezTo>
                  <a:pt x="19310" y="10088"/>
                  <a:pt x="19447" y="9989"/>
                  <a:pt x="19595" y="9948"/>
                </a:cubicBezTo>
                <a:cubicBezTo>
                  <a:pt x="19686" y="9652"/>
                  <a:pt x="19759" y="9346"/>
                  <a:pt x="19816" y="9034"/>
                </a:cubicBezTo>
                <a:cubicBezTo>
                  <a:pt x="19808" y="9033"/>
                  <a:pt x="19800" y="9033"/>
                  <a:pt x="19793" y="9034"/>
                </a:cubicBezTo>
                <a:cubicBezTo>
                  <a:pt x="19586" y="9114"/>
                  <a:pt x="19485" y="9519"/>
                  <a:pt x="19428" y="9230"/>
                </a:cubicBezTo>
                <a:cubicBezTo>
                  <a:pt x="19372" y="8942"/>
                  <a:pt x="19493" y="8644"/>
                  <a:pt x="19700" y="8564"/>
                </a:cubicBezTo>
                <a:cubicBezTo>
                  <a:pt x="19760" y="8545"/>
                  <a:pt x="19823" y="8545"/>
                  <a:pt x="19884" y="8564"/>
                </a:cubicBezTo>
                <a:lnTo>
                  <a:pt x="19883" y="8557"/>
                </a:lnTo>
                <a:cubicBezTo>
                  <a:pt x="20099" y="6790"/>
                  <a:pt x="19763" y="4979"/>
                  <a:pt x="18961" y="3580"/>
                </a:cubicBezTo>
                <a:cubicBezTo>
                  <a:pt x="18185" y="2228"/>
                  <a:pt x="17090" y="1443"/>
                  <a:pt x="15948" y="1267"/>
                </a:cubicBezTo>
                <a:close/>
                <a:moveTo>
                  <a:pt x="16164" y="64"/>
                </a:moveTo>
                <a:cubicBezTo>
                  <a:pt x="16857" y="192"/>
                  <a:pt x="17543" y="512"/>
                  <a:pt x="18184" y="1038"/>
                </a:cubicBezTo>
                <a:cubicBezTo>
                  <a:pt x="20745" y="3142"/>
                  <a:pt x="21600" y="7749"/>
                  <a:pt x="20093" y="11327"/>
                </a:cubicBezTo>
                <a:cubicBezTo>
                  <a:pt x="18587" y="14902"/>
                  <a:pt x="15291" y="16095"/>
                  <a:pt x="12731" y="13993"/>
                </a:cubicBezTo>
                <a:cubicBezTo>
                  <a:pt x="10170" y="11890"/>
                  <a:pt x="9314" y="7285"/>
                  <a:pt x="10820" y="3707"/>
                </a:cubicBezTo>
                <a:cubicBezTo>
                  <a:pt x="11949" y="1024"/>
                  <a:pt x="14086" y="-319"/>
                  <a:pt x="16164" y="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599" name="직사각형 14"/>
          <p:cNvSpPr txBox="1"/>
          <p:nvPr/>
        </p:nvSpPr>
        <p:spPr>
          <a:xfrm>
            <a:off x="4809816" y="5690632"/>
            <a:ext cx="310500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400"/>
              </a:spcBef>
              <a:tabLst>
                <a:tab pos="355600" algn="l"/>
              </a:tabLst>
              <a:defRPr sz="4400" spc="-137">
                <a:ln w="9525" cap="flat">
                  <a:solidFill>
                    <a:srgbClr val="C9E7F7">
                      <a:alpha val="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프로젝트</a:t>
            </a:r>
          </a:p>
          <a:p>
            <a:pPr algn="ctr" defTabSz="1828800">
              <a:lnSpc>
                <a:spcPct val="100000"/>
              </a:lnSpc>
              <a:spcBef>
                <a:spcPts val="400"/>
              </a:spcBef>
              <a:tabLst>
                <a:tab pos="355600" algn="l"/>
              </a:tabLst>
              <a:defRPr sz="4400" spc="-137">
                <a:ln w="9525" cap="flat">
                  <a:solidFill>
                    <a:srgbClr val="C9E7F7">
                      <a:alpha val="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소개</a:t>
            </a:r>
          </a:p>
        </p:txBody>
      </p:sp>
      <p:sp>
        <p:nvSpPr>
          <p:cNvPr id="600" name="TextBox 16"/>
          <p:cNvSpPr txBox="1"/>
          <p:nvPr/>
        </p:nvSpPr>
        <p:spPr>
          <a:xfrm>
            <a:off x="9695553" y="4913036"/>
            <a:ext cx="2600453" cy="1224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레퍼런스 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조사 및 분석</a:t>
            </a:r>
          </a:p>
        </p:txBody>
      </p:sp>
      <p:sp>
        <p:nvSpPr>
          <p:cNvPr id="601" name="TextBox 16"/>
          <p:cNvSpPr txBox="1"/>
          <p:nvPr/>
        </p:nvSpPr>
        <p:spPr>
          <a:xfrm>
            <a:off x="11550495" y="7331889"/>
            <a:ext cx="3588005" cy="1224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개발 환경 및 언어</a:t>
            </a:r>
          </a:p>
          <a:p>
            <a: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r>
              <a:t>앱 디자인</a:t>
            </a:r>
          </a:p>
        </p:txBody>
      </p:sp>
      <p:sp>
        <p:nvSpPr>
          <p:cNvPr id="602" name="TextBox 20"/>
          <p:cNvSpPr txBox="1"/>
          <p:nvPr/>
        </p:nvSpPr>
        <p:spPr>
          <a:xfrm>
            <a:off x="19778245" y="5218099"/>
            <a:ext cx="1164845" cy="703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QnA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BA6997-9483-B00D-9125-F6FD7E803597}"/>
              </a:ext>
            </a:extLst>
          </p:cNvPr>
          <p:cNvSpPr txBox="1"/>
          <p:nvPr/>
        </p:nvSpPr>
        <p:spPr>
          <a:xfrm>
            <a:off x="15262001" y="809758"/>
            <a:ext cx="9032488" cy="10120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4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송하빈</a:t>
            </a:r>
            <a:r>
              <a:rPr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(202058071)</a:t>
            </a:r>
            <a:r>
              <a:rPr lang="ko-KR" altLang="en-US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  </a:t>
            </a:r>
            <a:r>
              <a:rPr lang="ko-KR" altLang="en-US" sz="24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주상혁</a:t>
            </a:r>
            <a:r>
              <a:rPr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(201858014)</a:t>
            </a:r>
            <a:r>
              <a:rPr lang="ko-KR" altLang="en-US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  박승정</a:t>
            </a:r>
            <a:r>
              <a:rPr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(202058036)</a:t>
            </a:r>
            <a:endParaRPr kumimoji="0" lang="ko-KR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anumGothic" panose="020D0604000000000000" pitchFamily="34" charset="-127"/>
              <a:ea typeface="NanumGothic" panose="020D0604000000000000" pitchFamily="34" charset="-127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extBox 6"/>
          <p:cNvSpPr txBox="1"/>
          <p:nvPr/>
        </p:nvSpPr>
        <p:spPr>
          <a:xfrm>
            <a:off x="6288993" y="6080360"/>
            <a:ext cx="8841127" cy="104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프로젝트 기획 의도</a:t>
            </a:r>
          </a:p>
        </p:txBody>
      </p:sp>
      <p:sp>
        <p:nvSpPr>
          <p:cNvPr id="605" name="직사각형 7"/>
          <p:cNvSpPr txBox="1"/>
          <p:nvPr/>
        </p:nvSpPr>
        <p:spPr>
          <a:xfrm>
            <a:off x="6391951" y="7193318"/>
            <a:ext cx="13522204" cy="426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2800">
                <a:ln w="9525" cap="flat">
                  <a:solidFill>
                    <a:srgbClr val="000000">
                      <a:alpha val="0"/>
                    </a:srgbClr>
                  </a:solidFill>
                  <a:prstDash val="solid"/>
                  <a:round/>
                </a:ln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새로운 아이디어는 작은 불편함에서 시작되었습니다.</a:t>
            </a:r>
          </a:p>
        </p:txBody>
      </p:sp>
      <p:sp>
        <p:nvSpPr>
          <p:cNvPr id="606" name="TextBox 8"/>
          <p:cNvSpPr txBox="1"/>
          <p:nvPr/>
        </p:nvSpPr>
        <p:spPr>
          <a:xfrm>
            <a:off x="2304007" y="5105400"/>
            <a:ext cx="3552953" cy="336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3000" b="1">
                <a:ln w="9525" cap="flat">
                  <a:solidFill>
                    <a:srgbClr val="4472C4">
                      <a:alpha val="0"/>
                    </a:srgbClr>
                  </a:solidFill>
                  <a:prstDash val="solid"/>
                  <a:round/>
                </a:ln>
                <a:solidFill>
                  <a:srgbClr val="262626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01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그림 11" descr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09" name="그룹 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78D7F3">
              <a:alpha val="32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grpSp>
        <p:nvGrpSpPr>
          <p:cNvPr id="615" name="그룹화"/>
          <p:cNvGrpSpPr/>
          <p:nvPr/>
        </p:nvGrpSpPr>
        <p:grpSpPr>
          <a:xfrm>
            <a:off x="7673578" y="912252"/>
            <a:ext cx="5893212" cy="11891612"/>
            <a:chOff x="-14" y="0"/>
            <a:chExt cx="5893211" cy="11891610"/>
          </a:xfrm>
        </p:grpSpPr>
        <p:sp>
          <p:nvSpPr>
            <p:cNvPr id="610" name="직사각형"/>
            <p:cNvSpPr/>
            <p:nvPr/>
          </p:nvSpPr>
          <p:spPr>
            <a:xfrm>
              <a:off x="512563" y="11504821"/>
              <a:ext cx="4868040" cy="184017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grpSp>
          <p:nvGrpSpPr>
            <p:cNvPr id="614" name="그룹화"/>
            <p:cNvGrpSpPr/>
            <p:nvPr/>
          </p:nvGrpSpPr>
          <p:grpSpPr>
            <a:xfrm>
              <a:off x="-15" y="-1"/>
              <a:ext cx="5893213" cy="11891612"/>
              <a:chOff x="-14" y="0"/>
              <a:chExt cx="5893211" cy="11891610"/>
            </a:xfrm>
          </p:grpSpPr>
          <p:pic>
            <p:nvPicPr>
              <p:cNvPr id="611" name="IMG_7973.PNG" descr="IMG_7973.PNG"/>
              <p:cNvPicPr>
                <a:picLocks noChangeAspect="1"/>
              </p:cNvPicPr>
              <p:nvPr/>
            </p:nvPicPr>
            <p:blipFill>
              <a:blip r:embed="rId4"/>
              <a:srcRect t="1906" b="1906"/>
              <a:stretch>
                <a:fillRect/>
              </a:stretch>
            </p:blipFill>
            <p:spPr>
              <a:xfrm>
                <a:off x="243137" y="319855"/>
                <a:ext cx="5406792" cy="1125185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12" name="직사각형"/>
              <p:cNvSpPr/>
              <p:nvPr/>
            </p:nvSpPr>
            <p:spPr>
              <a:xfrm>
                <a:off x="483325" y="198891"/>
                <a:ext cx="4926409" cy="133295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13" name="붙여넣은 동영상.png" descr="붙여넣은 동영상.png"/>
              <p:cNvPicPr>
                <a:picLocks noChangeAspect="1"/>
              </p:cNvPicPr>
              <p:nvPr/>
            </p:nvPicPr>
            <p:blipFill>
              <a:blip r:embed="rId5"/>
              <a:srcRect l="16222" t="5316" r="16392" b="9473"/>
              <a:stretch>
                <a:fillRect/>
              </a:stretch>
            </p:blipFill>
            <p:spPr>
              <a:xfrm>
                <a:off x="-15" y="-1"/>
                <a:ext cx="5893213" cy="11891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8" h="21599" extrusionOk="0">
                    <a:moveTo>
                      <a:pt x="10821" y="0"/>
                    </a:moveTo>
                    <a:cubicBezTo>
                      <a:pt x="6770" y="0"/>
                      <a:pt x="2722" y="16"/>
                      <a:pt x="2462" y="51"/>
                    </a:cubicBezTo>
                    <a:cubicBezTo>
                      <a:pt x="1295" y="205"/>
                      <a:pt x="311" y="719"/>
                      <a:pt x="158" y="1255"/>
                    </a:cubicBezTo>
                    <a:cubicBezTo>
                      <a:pt x="92" y="1486"/>
                      <a:pt x="21" y="4575"/>
                      <a:pt x="46" y="6113"/>
                    </a:cubicBezTo>
                    <a:cubicBezTo>
                      <a:pt x="48" y="6201"/>
                      <a:pt x="33" y="6607"/>
                      <a:pt x="13" y="7014"/>
                    </a:cubicBezTo>
                    <a:cubicBezTo>
                      <a:pt x="-12" y="7512"/>
                      <a:pt x="-2" y="7765"/>
                      <a:pt x="46" y="7790"/>
                    </a:cubicBezTo>
                    <a:cubicBezTo>
                      <a:pt x="96" y="7814"/>
                      <a:pt x="119" y="9724"/>
                      <a:pt x="119" y="14050"/>
                    </a:cubicBezTo>
                    <a:lnTo>
                      <a:pt x="119" y="20275"/>
                    </a:lnTo>
                    <a:lnTo>
                      <a:pt x="264" y="20507"/>
                    </a:lnTo>
                    <a:cubicBezTo>
                      <a:pt x="425" y="20764"/>
                      <a:pt x="666" y="20957"/>
                      <a:pt x="1062" y="21143"/>
                    </a:cubicBezTo>
                    <a:cubicBezTo>
                      <a:pt x="1412" y="21307"/>
                      <a:pt x="2054" y="21497"/>
                      <a:pt x="2436" y="21550"/>
                    </a:cubicBezTo>
                    <a:cubicBezTo>
                      <a:pt x="2660" y="21580"/>
                      <a:pt x="6741" y="21597"/>
                      <a:pt x="10822" y="21599"/>
                    </a:cubicBezTo>
                    <a:cubicBezTo>
                      <a:pt x="14903" y="21600"/>
                      <a:pt x="18983" y="21586"/>
                      <a:pt x="19205" y="21555"/>
                    </a:cubicBezTo>
                    <a:cubicBezTo>
                      <a:pt x="19619" y="21498"/>
                      <a:pt x="20112" y="21348"/>
                      <a:pt x="20556" y="21145"/>
                    </a:cubicBezTo>
                    <a:cubicBezTo>
                      <a:pt x="20940" y="20968"/>
                      <a:pt x="21163" y="20805"/>
                      <a:pt x="21367" y="20552"/>
                    </a:cubicBezTo>
                    <a:cubicBezTo>
                      <a:pt x="21481" y="20410"/>
                      <a:pt x="21492" y="20021"/>
                      <a:pt x="21540" y="13861"/>
                    </a:cubicBezTo>
                    <a:cubicBezTo>
                      <a:pt x="21572" y="9714"/>
                      <a:pt x="21588" y="7582"/>
                      <a:pt x="21588" y="6204"/>
                    </a:cubicBezTo>
                    <a:cubicBezTo>
                      <a:pt x="21588" y="4825"/>
                      <a:pt x="21572" y="4199"/>
                      <a:pt x="21540" y="3063"/>
                    </a:cubicBezTo>
                    <a:cubicBezTo>
                      <a:pt x="21493" y="1368"/>
                      <a:pt x="21475" y="1155"/>
                      <a:pt x="21367" y="1019"/>
                    </a:cubicBezTo>
                    <a:cubicBezTo>
                      <a:pt x="20973" y="528"/>
                      <a:pt x="20202" y="187"/>
                      <a:pt x="19182" y="52"/>
                    </a:cubicBezTo>
                    <a:cubicBezTo>
                      <a:pt x="18922" y="18"/>
                      <a:pt x="14871" y="0"/>
                      <a:pt x="10821" y="0"/>
                    </a:cubicBezTo>
                    <a:close/>
                    <a:moveTo>
                      <a:pt x="10779" y="465"/>
                    </a:moveTo>
                    <a:cubicBezTo>
                      <a:pt x="14712" y="464"/>
                      <a:pt x="18654" y="466"/>
                      <a:pt x="18847" y="473"/>
                    </a:cubicBezTo>
                    <a:cubicBezTo>
                      <a:pt x="19268" y="487"/>
                      <a:pt x="19725" y="564"/>
                      <a:pt x="19952" y="658"/>
                    </a:cubicBezTo>
                    <a:cubicBezTo>
                      <a:pt x="20181" y="753"/>
                      <a:pt x="20430" y="933"/>
                      <a:pt x="20460" y="1022"/>
                    </a:cubicBezTo>
                    <a:cubicBezTo>
                      <a:pt x="20469" y="1051"/>
                      <a:pt x="20527" y="1217"/>
                      <a:pt x="20589" y="1392"/>
                    </a:cubicBezTo>
                    <a:cubicBezTo>
                      <a:pt x="20689" y="1676"/>
                      <a:pt x="20703" y="2689"/>
                      <a:pt x="20702" y="10778"/>
                    </a:cubicBezTo>
                    <a:cubicBezTo>
                      <a:pt x="20701" y="20575"/>
                      <a:pt x="20713" y="20252"/>
                      <a:pt x="20332" y="20632"/>
                    </a:cubicBezTo>
                    <a:cubicBezTo>
                      <a:pt x="20101" y="20862"/>
                      <a:pt x="19824" y="20985"/>
                      <a:pt x="19401" y="21047"/>
                    </a:cubicBezTo>
                    <a:cubicBezTo>
                      <a:pt x="19083" y="21094"/>
                      <a:pt x="17973" y="21101"/>
                      <a:pt x="10792" y="21100"/>
                    </a:cubicBezTo>
                    <a:cubicBezTo>
                      <a:pt x="2664" y="21099"/>
                      <a:pt x="2537" y="21098"/>
                      <a:pt x="2115" y="21026"/>
                    </a:cubicBezTo>
                    <a:cubicBezTo>
                      <a:pt x="1679" y="20952"/>
                      <a:pt x="1415" y="20865"/>
                      <a:pt x="1475" y="20817"/>
                    </a:cubicBezTo>
                    <a:cubicBezTo>
                      <a:pt x="1494" y="20802"/>
                      <a:pt x="1458" y="20781"/>
                      <a:pt x="1397" y="20770"/>
                    </a:cubicBezTo>
                    <a:cubicBezTo>
                      <a:pt x="1336" y="20758"/>
                      <a:pt x="1303" y="20734"/>
                      <a:pt x="1324" y="20716"/>
                    </a:cubicBezTo>
                    <a:cubicBezTo>
                      <a:pt x="1346" y="20699"/>
                      <a:pt x="1314" y="20637"/>
                      <a:pt x="1254" y="20577"/>
                    </a:cubicBezTo>
                    <a:cubicBezTo>
                      <a:pt x="1194" y="20518"/>
                      <a:pt x="1114" y="20377"/>
                      <a:pt x="1077" y="20264"/>
                    </a:cubicBezTo>
                    <a:cubicBezTo>
                      <a:pt x="975" y="19956"/>
                      <a:pt x="987" y="1511"/>
                      <a:pt x="1089" y="1264"/>
                    </a:cubicBezTo>
                    <a:cubicBezTo>
                      <a:pt x="1132" y="1160"/>
                      <a:pt x="1174" y="1047"/>
                      <a:pt x="1182" y="1015"/>
                    </a:cubicBezTo>
                    <a:cubicBezTo>
                      <a:pt x="1190" y="983"/>
                      <a:pt x="1239" y="930"/>
                      <a:pt x="1291" y="900"/>
                    </a:cubicBezTo>
                    <a:cubicBezTo>
                      <a:pt x="1342" y="869"/>
                      <a:pt x="1357" y="843"/>
                      <a:pt x="1323" y="843"/>
                    </a:cubicBezTo>
                    <a:cubicBezTo>
                      <a:pt x="1288" y="842"/>
                      <a:pt x="1311" y="822"/>
                      <a:pt x="1374" y="799"/>
                    </a:cubicBezTo>
                    <a:cubicBezTo>
                      <a:pt x="1436" y="775"/>
                      <a:pt x="1525" y="718"/>
                      <a:pt x="1574" y="673"/>
                    </a:cubicBezTo>
                    <a:cubicBezTo>
                      <a:pt x="1623" y="627"/>
                      <a:pt x="1681" y="600"/>
                      <a:pt x="1702" y="611"/>
                    </a:cubicBezTo>
                    <a:cubicBezTo>
                      <a:pt x="1724" y="621"/>
                      <a:pt x="1837" y="604"/>
                      <a:pt x="1954" y="575"/>
                    </a:cubicBezTo>
                    <a:cubicBezTo>
                      <a:pt x="2200" y="511"/>
                      <a:pt x="2366" y="491"/>
                      <a:pt x="2759" y="475"/>
                    </a:cubicBezTo>
                    <a:cubicBezTo>
                      <a:pt x="2920" y="469"/>
                      <a:pt x="6845" y="466"/>
                      <a:pt x="10779" y="465"/>
                    </a:cubicBezTo>
                    <a:close/>
                    <a:moveTo>
                      <a:pt x="12727" y="674"/>
                    </a:moveTo>
                    <a:cubicBezTo>
                      <a:pt x="12704" y="676"/>
                      <a:pt x="12682" y="682"/>
                      <a:pt x="12657" y="690"/>
                    </a:cubicBezTo>
                    <a:cubicBezTo>
                      <a:pt x="12502" y="739"/>
                      <a:pt x="12492" y="883"/>
                      <a:pt x="12638" y="940"/>
                    </a:cubicBezTo>
                    <a:cubicBezTo>
                      <a:pt x="12795" y="1002"/>
                      <a:pt x="12886" y="995"/>
                      <a:pt x="13036" y="913"/>
                    </a:cubicBezTo>
                    <a:cubicBezTo>
                      <a:pt x="13165" y="843"/>
                      <a:pt x="13162" y="839"/>
                      <a:pt x="12974" y="745"/>
                    </a:cubicBezTo>
                    <a:cubicBezTo>
                      <a:pt x="12857" y="688"/>
                      <a:pt x="12793" y="667"/>
                      <a:pt x="12727" y="674"/>
                    </a:cubicBezTo>
                    <a:close/>
                    <a:moveTo>
                      <a:pt x="10806" y="745"/>
                    </a:moveTo>
                    <a:cubicBezTo>
                      <a:pt x="9841" y="754"/>
                      <a:pt x="9750" y="762"/>
                      <a:pt x="9726" y="823"/>
                    </a:cubicBezTo>
                    <a:cubicBezTo>
                      <a:pt x="9712" y="859"/>
                      <a:pt x="9743" y="903"/>
                      <a:pt x="9796" y="919"/>
                    </a:cubicBezTo>
                    <a:cubicBezTo>
                      <a:pt x="9849" y="936"/>
                      <a:pt x="10314" y="949"/>
                      <a:pt x="10829" y="949"/>
                    </a:cubicBezTo>
                    <a:cubicBezTo>
                      <a:pt x="11572" y="950"/>
                      <a:pt x="11784" y="939"/>
                      <a:pt x="11854" y="898"/>
                    </a:cubicBezTo>
                    <a:cubicBezTo>
                      <a:pt x="11903" y="869"/>
                      <a:pt x="11924" y="821"/>
                      <a:pt x="11901" y="791"/>
                    </a:cubicBezTo>
                    <a:cubicBezTo>
                      <a:pt x="11865" y="745"/>
                      <a:pt x="11701" y="737"/>
                      <a:pt x="10806" y="745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621" name="그룹화"/>
          <p:cNvGrpSpPr/>
          <p:nvPr/>
        </p:nvGrpSpPr>
        <p:grpSpPr>
          <a:xfrm>
            <a:off x="998156" y="968494"/>
            <a:ext cx="5837194" cy="11778900"/>
            <a:chOff x="44" y="0"/>
            <a:chExt cx="5837193" cy="11778898"/>
          </a:xfrm>
        </p:grpSpPr>
        <p:pic>
          <p:nvPicPr>
            <p:cNvPr id="616" name="IMG_E4BCE791021B-1.jpeg" descr="IMG_E4BCE791021B-1.jpeg"/>
            <p:cNvPicPr>
              <a:picLocks noChangeAspect="1"/>
            </p:cNvPicPr>
            <p:nvPr/>
          </p:nvPicPr>
          <p:blipFill>
            <a:blip r:embed="rId6"/>
            <a:srcRect b="2429"/>
            <a:stretch>
              <a:fillRect/>
            </a:stretch>
          </p:blipFill>
          <p:spPr>
            <a:xfrm>
              <a:off x="283948" y="268564"/>
              <a:ext cx="5325300" cy="112416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20" name="그룹화"/>
            <p:cNvGrpSpPr/>
            <p:nvPr/>
          </p:nvGrpSpPr>
          <p:grpSpPr>
            <a:xfrm>
              <a:off x="44" y="-1"/>
              <a:ext cx="5837194" cy="11778900"/>
              <a:chOff x="44" y="0"/>
              <a:chExt cx="5837193" cy="11778898"/>
            </a:xfrm>
          </p:grpSpPr>
          <p:sp>
            <p:nvSpPr>
              <p:cNvPr id="617" name="직사각형"/>
              <p:cNvSpPr/>
              <p:nvPr/>
            </p:nvSpPr>
            <p:spPr>
              <a:xfrm>
                <a:off x="507715" y="11395993"/>
                <a:ext cx="4821992" cy="18227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18" name="직사각형"/>
              <p:cNvSpPr/>
              <p:nvPr/>
            </p:nvSpPr>
            <p:spPr>
              <a:xfrm>
                <a:off x="478753" y="197010"/>
                <a:ext cx="4879809" cy="132033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19" name="붙여넣은 동영상.png" descr="붙여넣은 동영상.png"/>
              <p:cNvPicPr>
                <a:picLocks noChangeAspect="1"/>
              </p:cNvPicPr>
              <p:nvPr/>
            </p:nvPicPr>
            <p:blipFill>
              <a:blip r:embed="rId5"/>
              <a:srcRect l="16223" t="5316" r="16394" b="9475"/>
              <a:stretch>
                <a:fillRect/>
              </a:stretch>
            </p:blipFill>
            <p:spPr>
              <a:xfrm>
                <a:off x="44" y="-1"/>
                <a:ext cx="5837194" cy="11778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8" h="21599" extrusionOk="0">
                    <a:moveTo>
                      <a:pt x="10822" y="0"/>
                    </a:moveTo>
                    <a:cubicBezTo>
                      <a:pt x="6771" y="0"/>
                      <a:pt x="2722" y="17"/>
                      <a:pt x="2463" y="51"/>
                    </a:cubicBezTo>
                    <a:cubicBezTo>
                      <a:pt x="1295" y="205"/>
                      <a:pt x="311" y="719"/>
                      <a:pt x="158" y="1255"/>
                    </a:cubicBezTo>
                    <a:cubicBezTo>
                      <a:pt x="92" y="1486"/>
                      <a:pt x="21" y="4576"/>
                      <a:pt x="47" y="6113"/>
                    </a:cubicBezTo>
                    <a:cubicBezTo>
                      <a:pt x="48" y="6201"/>
                      <a:pt x="33" y="6607"/>
                      <a:pt x="13" y="7014"/>
                    </a:cubicBezTo>
                    <a:cubicBezTo>
                      <a:pt x="-12" y="7512"/>
                      <a:pt x="-2" y="7765"/>
                      <a:pt x="47" y="7789"/>
                    </a:cubicBezTo>
                    <a:cubicBezTo>
                      <a:pt x="97" y="7814"/>
                      <a:pt x="118" y="9724"/>
                      <a:pt x="118" y="14051"/>
                    </a:cubicBezTo>
                    <a:lnTo>
                      <a:pt x="118" y="20276"/>
                    </a:lnTo>
                    <a:lnTo>
                      <a:pt x="264" y="20507"/>
                    </a:lnTo>
                    <a:cubicBezTo>
                      <a:pt x="424" y="20764"/>
                      <a:pt x="666" y="20958"/>
                      <a:pt x="1062" y="21144"/>
                    </a:cubicBezTo>
                    <a:cubicBezTo>
                      <a:pt x="1412" y="21308"/>
                      <a:pt x="2054" y="21498"/>
                      <a:pt x="2436" y="21550"/>
                    </a:cubicBezTo>
                    <a:cubicBezTo>
                      <a:pt x="2660" y="21581"/>
                      <a:pt x="6742" y="21597"/>
                      <a:pt x="10823" y="21599"/>
                    </a:cubicBezTo>
                    <a:cubicBezTo>
                      <a:pt x="14904" y="21600"/>
                      <a:pt x="18984" y="21586"/>
                      <a:pt x="19206" y="21556"/>
                    </a:cubicBezTo>
                    <a:cubicBezTo>
                      <a:pt x="19619" y="21499"/>
                      <a:pt x="20113" y="21348"/>
                      <a:pt x="20556" y="21145"/>
                    </a:cubicBezTo>
                    <a:cubicBezTo>
                      <a:pt x="20940" y="20968"/>
                      <a:pt x="21164" y="20805"/>
                      <a:pt x="21368" y="20552"/>
                    </a:cubicBezTo>
                    <a:cubicBezTo>
                      <a:pt x="21482" y="20410"/>
                      <a:pt x="21493" y="20022"/>
                      <a:pt x="21541" y="13861"/>
                    </a:cubicBezTo>
                    <a:cubicBezTo>
                      <a:pt x="21573" y="9714"/>
                      <a:pt x="21588" y="7583"/>
                      <a:pt x="21588" y="6204"/>
                    </a:cubicBezTo>
                    <a:cubicBezTo>
                      <a:pt x="21588" y="4825"/>
                      <a:pt x="21573" y="4199"/>
                      <a:pt x="21541" y="3063"/>
                    </a:cubicBezTo>
                    <a:cubicBezTo>
                      <a:pt x="21494" y="1369"/>
                      <a:pt x="21476" y="1155"/>
                      <a:pt x="21368" y="1020"/>
                    </a:cubicBezTo>
                    <a:cubicBezTo>
                      <a:pt x="20974" y="528"/>
                      <a:pt x="20202" y="186"/>
                      <a:pt x="19182" y="52"/>
                    </a:cubicBezTo>
                    <a:cubicBezTo>
                      <a:pt x="18922" y="17"/>
                      <a:pt x="14872" y="0"/>
                      <a:pt x="10822" y="0"/>
                    </a:cubicBezTo>
                    <a:close/>
                    <a:moveTo>
                      <a:pt x="10779" y="465"/>
                    </a:moveTo>
                    <a:cubicBezTo>
                      <a:pt x="14713" y="464"/>
                      <a:pt x="18654" y="467"/>
                      <a:pt x="18848" y="473"/>
                    </a:cubicBezTo>
                    <a:cubicBezTo>
                      <a:pt x="19268" y="487"/>
                      <a:pt x="19727" y="563"/>
                      <a:pt x="19954" y="658"/>
                    </a:cubicBezTo>
                    <a:cubicBezTo>
                      <a:pt x="20183" y="753"/>
                      <a:pt x="20431" y="932"/>
                      <a:pt x="20461" y="1021"/>
                    </a:cubicBezTo>
                    <a:cubicBezTo>
                      <a:pt x="20470" y="1050"/>
                      <a:pt x="20528" y="1217"/>
                      <a:pt x="20590" y="1392"/>
                    </a:cubicBezTo>
                    <a:cubicBezTo>
                      <a:pt x="20690" y="1676"/>
                      <a:pt x="20704" y="2690"/>
                      <a:pt x="20703" y="10779"/>
                    </a:cubicBezTo>
                    <a:cubicBezTo>
                      <a:pt x="20702" y="20576"/>
                      <a:pt x="20714" y="20252"/>
                      <a:pt x="20333" y="20632"/>
                    </a:cubicBezTo>
                    <a:cubicBezTo>
                      <a:pt x="20102" y="20862"/>
                      <a:pt x="19825" y="20986"/>
                      <a:pt x="19402" y="21048"/>
                    </a:cubicBezTo>
                    <a:cubicBezTo>
                      <a:pt x="19084" y="21095"/>
                      <a:pt x="17972" y="21101"/>
                      <a:pt x="10791" y="21100"/>
                    </a:cubicBezTo>
                    <a:cubicBezTo>
                      <a:pt x="2663" y="21099"/>
                      <a:pt x="2537" y="21098"/>
                      <a:pt x="2115" y="21027"/>
                    </a:cubicBezTo>
                    <a:cubicBezTo>
                      <a:pt x="1679" y="20953"/>
                      <a:pt x="1416" y="20866"/>
                      <a:pt x="1476" y="20817"/>
                    </a:cubicBezTo>
                    <a:cubicBezTo>
                      <a:pt x="1495" y="20802"/>
                      <a:pt x="1458" y="20781"/>
                      <a:pt x="1397" y="20770"/>
                    </a:cubicBezTo>
                    <a:cubicBezTo>
                      <a:pt x="1336" y="20758"/>
                      <a:pt x="1303" y="20734"/>
                      <a:pt x="1325" y="20717"/>
                    </a:cubicBezTo>
                    <a:cubicBezTo>
                      <a:pt x="1346" y="20699"/>
                      <a:pt x="1314" y="20637"/>
                      <a:pt x="1255" y="20578"/>
                    </a:cubicBezTo>
                    <a:cubicBezTo>
                      <a:pt x="1195" y="20518"/>
                      <a:pt x="1114" y="20377"/>
                      <a:pt x="1077" y="20264"/>
                    </a:cubicBezTo>
                    <a:cubicBezTo>
                      <a:pt x="975" y="19956"/>
                      <a:pt x="987" y="1511"/>
                      <a:pt x="1089" y="1264"/>
                    </a:cubicBezTo>
                    <a:cubicBezTo>
                      <a:pt x="1132" y="1159"/>
                      <a:pt x="1175" y="1048"/>
                      <a:pt x="1183" y="1015"/>
                    </a:cubicBezTo>
                    <a:cubicBezTo>
                      <a:pt x="1191" y="983"/>
                      <a:pt x="1240" y="931"/>
                      <a:pt x="1291" y="900"/>
                    </a:cubicBezTo>
                    <a:cubicBezTo>
                      <a:pt x="1343" y="869"/>
                      <a:pt x="1356" y="843"/>
                      <a:pt x="1322" y="843"/>
                    </a:cubicBezTo>
                    <a:cubicBezTo>
                      <a:pt x="1288" y="842"/>
                      <a:pt x="1311" y="822"/>
                      <a:pt x="1373" y="798"/>
                    </a:cubicBezTo>
                    <a:cubicBezTo>
                      <a:pt x="1436" y="775"/>
                      <a:pt x="1526" y="718"/>
                      <a:pt x="1574" y="673"/>
                    </a:cubicBezTo>
                    <a:cubicBezTo>
                      <a:pt x="1623" y="627"/>
                      <a:pt x="1681" y="600"/>
                      <a:pt x="1702" y="611"/>
                    </a:cubicBezTo>
                    <a:cubicBezTo>
                      <a:pt x="1724" y="621"/>
                      <a:pt x="1837" y="605"/>
                      <a:pt x="1953" y="575"/>
                    </a:cubicBezTo>
                    <a:cubicBezTo>
                      <a:pt x="2200" y="512"/>
                      <a:pt x="2366" y="491"/>
                      <a:pt x="2759" y="475"/>
                    </a:cubicBezTo>
                    <a:cubicBezTo>
                      <a:pt x="2920" y="469"/>
                      <a:pt x="6845" y="466"/>
                      <a:pt x="10779" y="465"/>
                    </a:cubicBezTo>
                    <a:close/>
                    <a:moveTo>
                      <a:pt x="12728" y="674"/>
                    </a:moveTo>
                    <a:cubicBezTo>
                      <a:pt x="12706" y="676"/>
                      <a:pt x="12683" y="682"/>
                      <a:pt x="12658" y="690"/>
                    </a:cubicBezTo>
                    <a:cubicBezTo>
                      <a:pt x="12503" y="739"/>
                      <a:pt x="12492" y="883"/>
                      <a:pt x="12639" y="940"/>
                    </a:cubicBezTo>
                    <a:cubicBezTo>
                      <a:pt x="12795" y="1002"/>
                      <a:pt x="12887" y="995"/>
                      <a:pt x="13037" y="913"/>
                    </a:cubicBezTo>
                    <a:cubicBezTo>
                      <a:pt x="13165" y="843"/>
                      <a:pt x="13163" y="839"/>
                      <a:pt x="12975" y="746"/>
                    </a:cubicBezTo>
                    <a:cubicBezTo>
                      <a:pt x="12858" y="688"/>
                      <a:pt x="12795" y="667"/>
                      <a:pt x="12728" y="674"/>
                    </a:cubicBezTo>
                    <a:close/>
                    <a:moveTo>
                      <a:pt x="10807" y="746"/>
                    </a:moveTo>
                    <a:cubicBezTo>
                      <a:pt x="9841" y="755"/>
                      <a:pt x="9750" y="762"/>
                      <a:pt x="9727" y="823"/>
                    </a:cubicBezTo>
                    <a:cubicBezTo>
                      <a:pt x="9712" y="860"/>
                      <a:pt x="9744" y="903"/>
                      <a:pt x="9797" y="919"/>
                    </a:cubicBezTo>
                    <a:cubicBezTo>
                      <a:pt x="9850" y="936"/>
                      <a:pt x="10315" y="949"/>
                      <a:pt x="10830" y="950"/>
                    </a:cubicBezTo>
                    <a:cubicBezTo>
                      <a:pt x="11573" y="950"/>
                      <a:pt x="11785" y="940"/>
                      <a:pt x="11855" y="898"/>
                    </a:cubicBezTo>
                    <a:cubicBezTo>
                      <a:pt x="11903" y="869"/>
                      <a:pt x="11925" y="821"/>
                      <a:pt x="11902" y="791"/>
                    </a:cubicBezTo>
                    <a:cubicBezTo>
                      <a:pt x="11866" y="745"/>
                      <a:pt x="11701" y="738"/>
                      <a:pt x="10807" y="746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622" name="직사각형"/>
          <p:cNvSpPr/>
          <p:nvPr/>
        </p:nvSpPr>
        <p:spPr>
          <a:xfrm>
            <a:off x="14761883" y="1202899"/>
            <a:ext cx="8373738" cy="11310202"/>
          </a:xfrm>
          <a:prstGeom prst="rect">
            <a:avLst/>
          </a:prstGeom>
          <a:solidFill>
            <a:srgbClr val="FFFFFF">
              <a:alpha val="75082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23" name="인도어 및 필드 연습장 사용자"/>
          <p:cNvSpPr txBox="1"/>
          <p:nvPr/>
        </p:nvSpPr>
        <p:spPr>
          <a:xfrm>
            <a:off x="15416882" y="1917170"/>
            <a:ext cx="706374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GyeonggiTitle Medium"/>
                <a:ea typeface="GyeonggiTitle Medium"/>
                <a:cs typeface="GyeonggiTitle Medium"/>
                <a:sym typeface="GyeonggiTitle Medium"/>
              </a:defRPr>
            </a:lvl1pPr>
          </a:lstStyle>
          <a:p>
            <a:r>
              <a:t>인도어 및 필드 연습장 사용자</a:t>
            </a:r>
          </a:p>
        </p:txBody>
      </p:sp>
      <p:sp>
        <p:nvSpPr>
          <p:cNvPr id="624" name="스마트폰 영상 촬영 후 분석"/>
          <p:cNvSpPr txBox="1"/>
          <p:nvPr/>
        </p:nvSpPr>
        <p:spPr>
          <a:xfrm>
            <a:off x="16345887" y="2778109"/>
            <a:ext cx="520573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>
                <a:latin typeface="GyeonggiTitle Medium"/>
                <a:ea typeface="GyeonggiTitle Medium"/>
                <a:cs typeface="GyeonggiTitle Medium"/>
                <a:sym typeface="GyeonggiTitle Medium"/>
              </a:defRPr>
            </a:lvl1pPr>
          </a:lstStyle>
          <a:p>
            <a:r>
              <a:t>스마트폰 영상 촬영 후 분석</a:t>
            </a:r>
          </a:p>
        </p:txBody>
      </p:sp>
      <p:sp>
        <p:nvSpPr>
          <p:cNvPr id="625" name="타구 방향…"/>
          <p:cNvSpPr txBox="1"/>
          <p:nvPr/>
        </p:nvSpPr>
        <p:spPr>
          <a:xfrm>
            <a:off x="17791273" y="4662706"/>
            <a:ext cx="2314957" cy="561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800"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타구 방향</a:t>
            </a:r>
          </a:p>
          <a:p>
            <a:pPr algn="ctr">
              <a:defRPr sz="3800"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그립 확인</a:t>
            </a:r>
          </a:p>
          <a:p>
            <a:pPr algn="ctr">
              <a:defRPr sz="3800"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스윙 템포</a:t>
            </a:r>
          </a:p>
          <a:p>
            <a:pPr algn="ctr">
              <a:defRPr sz="3800"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스윙 자세</a:t>
            </a:r>
          </a:p>
          <a:p>
            <a:pPr algn="ctr">
              <a:defRPr sz="3800"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비거리 확인</a:t>
            </a:r>
          </a:p>
          <a:p>
            <a:pPr algn="ctr">
              <a:defRPr sz="3800">
                <a:latin typeface="GyeonggiTitle Medium"/>
                <a:ea typeface="GyeonggiTitle Medium"/>
                <a:cs typeface="GyeonggiTitle Medium"/>
                <a:sym typeface="GyeonggiTitle Medium"/>
              </a:defRPr>
            </a:pPr>
            <a:r>
              <a:t>…</a:t>
            </a:r>
          </a:p>
        </p:txBody>
      </p:sp>
      <p:sp>
        <p:nvSpPr>
          <p:cNvPr id="626" name="수많은 어플을 사용해본 결과"/>
          <p:cNvSpPr txBox="1"/>
          <p:nvPr/>
        </p:nvSpPr>
        <p:spPr>
          <a:xfrm>
            <a:off x="16688127" y="10970619"/>
            <a:ext cx="4521251" cy="505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S-Core Dream 5 Medium"/>
                <a:ea typeface="S-Core Dream 5 Medium"/>
                <a:cs typeface="S-Core Dream 5 Medium"/>
                <a:sym typeface="S-Core Dream 5 Medium"/>
              </a:defRPr>
            </a:lvl1pPr>
          </a:lstStyle>
          <a:p>
            <a:r>
              <a:t>수많은 어플을 사용해본 결과</a:t>
            </a:r>
          </a:p>
        </p:txBody>
      </p:sp>
      <p:sp>
        <p:nvSpPr>
          <p:cNvPr id="627" name="정상적으로 활용 가능한 어플이 없었습니다."/>
          <p:cNvSpPr txBox="1"/>
          <p:nvPr/>
        </p:nvSpPr>
        <p:spPr>
          <a:xfrm>
            <a:off x="15557496" y="11576504"/>
            <a:ext cx="6782513" cy="505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S-Core Dream 5 Medium"/>
                <a:ea typeface="S-Core Dream 5 Medium"/>
                <a:cs typeface="S-Core Dream 5 Medium"/>
                <a:sym typeface="S-Core Dream 5 Medium"/>
              </a:defRPr>
            </a:lvl1pPr>
          </a:lstStyle>
          <a:p>
            <a:r>
              <a:t>정상적으로 활용 가능한 어플이 없었습니다.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직사각형"/>
          <p:cNvSpPr/>
          <p:nvPr/>
        </p:nvSpPr>
        <p:spPr>
          <a:xfrm>
            <a:off x="-57191" y="2518"/>
            <a:ext cx="16564069" cy="1371096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630" name="스크린샷 2025-04-21 오후 7.14.14.png" descr="스크린샷 2025-04-21 오후 7.14.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6296" y="1054100"/>
            <a:ext cx="7277101" cy="1160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31" name="스크린샷 2025-04-21 오후 7.13.54.png" descr="스크린샷 2025-04-21 오후 7.13.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62" y="2831413"/>
            <a:ext cx="6843667" cy="8053174"/>
          </a:xfrm>
          <a:prstGeom prst="rect">
            <a:avLst/>
          </a:prstGeom>
          <a:ln w="12700">
            <a:miter lim="400000"/>
          </a:ln>
        </p:spPr>
      </p:pic>
      <p:pic>
        <p:nvPicPr>
          <p:cNvPr id="632" name="스크린샷 2025-04-21 오후 7.13.50.png" descr="스크린샷 2025-04-21 오후 7.13.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038" y="2818710"/>
            <a:ext cx="6865258" cy="8078580"/>
          </a:xfrm>
          <a:prstGeom prst="rect">
            <a:avLst/>
          </a:prstGeom>
          <a:ln w="12700">
            <a:miter lim="400000"/>
          </a:ln>
        </p:spPr>
      </p:pic>
      <p:sp>
        <p:nvSpPr>
          <p:cNvPr id="633" name="https://www.trackman.com/"/>
          <p:cNvSpPr txBox="1"/>
          <p:nvPr/>
        </p:nvSpPr>
        <p:spPr>
          <a:xfrm>
            <a:off x="13546880" y="13093391"/>
            <a:ext cx="2650643" cy="3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r>
              <a:t>https://www.trackman.com/</a:t>
            </a:r>
          </a:p>
        </p:txBody>
      </p:sp>
      <p:sp>
        <p:nvSpPr>
          <p:cNvPr id="634" name="https://flightscope.kr/"/>
          <p:cNvSpPr txBox="1"/>
          <p:nvPr/>
        </p:nvSpPr>
        <p:spPr>
          <a:xfrm>
            <a:off x="22079146" y="13093391"/>
            <a:ext cx="2067460" cy="3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/>
            </a:lvl1pPr>
          </a:lstStyle>
          <a:p>
            <a:r>
              <a:t>https://flightscope.kr/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그룹 226"/>
          <p:cNvGrpSpPr/>
          <p:nvPr/>
        </p:nvGrpSpPr>
        <p:grpSpPr>
          <a:xfrm>
            <a:off x="1481654" y="5025623"/>
            <a:ext cx="21446840" cy="5719742"/>
            <a:chOff x="0" y="0"/>
            <a:chExt cx="21446840" cy="5719740"/>
          </a:xfrm>
        </p:grpSpPr>
        <p:grpSp>
          <p:nvGrpSpPr>
            <p:cNvPr id="639" name="그룹 222"/>
            <p:cNvGrpSpPr/>
            <p:nvPr/>
          </p:nvGrpSpPr>
          <p:grpSpPr>
            <a:xfrm>
              <a:off x="9811435" y="-1"/>
              <a:ext cx="11635406" cy="5719742"/>
              <a:chOff x="0" y="0"/>
              <a:chExt cx="11635404" cy="5719740"/>
            </a:xfrm>
          </p:grpSpPr>
          <p:sp>
            <p:nvSpPr>
              <p:cNvPr id="636" name="원호 223"/>
              <p:cNvSpPr/>
              <p:nvPr/>
            </p:nvSpPr>
            <p:spPr>
              <a:xfrm rot="10800000" flipH="1">
                <a:off x="8776803" y="-1"/>
                <a:ext cx="2858601" cy="57172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1929" y="0"/>
                      <a:pt x="21600" y="4835"/>
                      <a:pt x="21600" y="10800"/>
                    </a:cubicBezTo>
                    <a:cubicBezTo>
                      <a:pt x="21600" y="16765"/>
                      <a:pt x="11929" y="21600"/>
                      <a:pt x="0" y="21600"/>
                    </a:cubicBezTo>
                  </a:path>
                </a:pathLst>
              </a:custGeom>
              <a:noFill/>
              <a:ln w="50800" cap="flat">
                <a:solidFill>
                  <a:srgbClr val="6AD0E6"/>
                </a:solidFill>
                <a:prstDash val="sysDot"/>
                <a:miter lim="8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37" name="직선 연결선 224"/>
              <p:cNvSpPr/>
              <p:nvPr/>
            </p:nvSpPr>
            <p:spPr>
              <a:xfrm flipH="1">
                <a:off x="7219794" y="5719740"/>
                <a:ext cx="1557011" cy="1"/>
              </a:xfrm>
              <a:prstGeom prst="line">
                <a:avLst/>
              </a:prstGeom>
              <a:noFill/>
              <a:ln w="50800" cap="flat">
                <a:solidFill>
                  <a:srgbClr val="6AD0E6"/>
                </a:solidFill>
                <a:prstDash val="sysDot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38" name="직선 연결선 225"/>
              <p:cNvSpPr/>
              <p:nvPr/>
            </p:nvSpPr>
            <p:spPr>
              <a:xfrm flipH="1">
                <a:off x="0" y="127"/>
                <a:ext cx="8749931" cy="9204"/>
              </a:xfrm>
              <a:prstGeom prst="line">
                <a:avLst/>
              </a:prstGeom>
              <a:noFill/>
              <a:ln w="50800" cap="flat">
                <a:solidFill>
                  <a:srgbClr val="6AD0E6"/>
                </a:solidFill>
                <a:prstDash val="sysDot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643" name="그룹 221"/>
            <p:cNvGrpSpPr/>
            <p:nvPr/>
          </p:nvGrpSpPr>
          <p:grpSpPr>
            <a:xfrm>
              <a:off x="0" y="1"/>
              <a:ext cx="11635404" cy="5717202"/>
              <a:chOff x="0" y="0"/>
              <a:chExt cx="11635404" cy="5717200"/>
            </a:xfrm>
          </p:grpSpPr>
          <p:sp>
            <p:nvSpPr>
              <p:cNvPr id="640" name="원호 210"/>
              <p:cNvSpPr/>
              <p:nvPr/>
            </p:nvSpPr>
            <p:spPr>
              <a:xfrm flipH="1">
                <a:off x="0" y="-1"/>
                <a:ext cx="2858601" cy="57172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1929" y="0"/>
                      <a:pt x="21600" y="4835"/>
                      <a:pt x="21600" y="10800"/>
                    </a:cubicBezTo>
                    <a:cubicBezTo>
                      <a:pt x="21600" y="16765"/>
                      <a:pt x="11929" y="21600"/>
                      <a:pt x="0" y="21600"/>
                    </a:cubicBezTo>
                  </a:path>
                </a:pathLst>
              </a:custGeom>
              <a:noFill/>
              <a:ln w="50800" cap="flat">
                <a:solidFill>
                  <a:srgbClr val="F86805"/>
                </a:solidFill>
                <a:prstDash val="sysDot"/>
                <a:miter lim="8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algn="ctr"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41" name="직선 연결선 212"/>
              <p:cNvSpPr/>
              <p:nvPr/>
            </p:nvSpPr>
            <p:spPr>
              <a:xfrm>
                <a:off x="2858600" y="-1"/>
                <a:ext cx="1557011" cy="1"/>
              </a:xfrm>
              <a:prstGeom prst="line">
                <a:avLst/>
              </a:prstGeom>
              <a:noFill/>
              <a:ln w="50800" cap="flat">
                <a:solidFill>
                  <a:srgbClr val="F86805"/>
                </a:solidFill>
                <a:prstDash val="sysDot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42" name="직선 연결선 219"/>
              <p:cNvSpPr/>
              <p:nvPr/>
            </p:nvSpPr>
            <p:spPr>
              <a:xfrm flipV="1">
                <a:off x="2885473" y="5707870"/>
                <a:ext cx="8749932" cy="9203"/>
              </a:xfrm>
              <a:prstGeom prst="line">
                <a:avLst/>
              </a:prstGeom>
              <a:noFill/>
              <a:ln w="50800" cap="flat">
                <a:solidFill>
                  <a:srgbClr val="F86805"/>
                </a:solidFill>
                <a:prstDash val="sysDot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sp>
        <p:nvSpPr>
          <p:cNvPr id="645" name="막힌 원호 202"/>
          <p:cNvSpPr/>
          <p:nvPr/>
        </p:nvSpPr>
        <p:spPr>
          <a:xfrm rot="10800000" flipH="1">
            <a:off x="11049150" y="7920754"/>
            <a:ext cx="8617469" cy="4308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4835" y="0"/>
                  <a:pt x="10800" y="0"/>
                </a:cubicBezTo>
                <a:cubicBezTo>
                  <a:pt x="16765" y="0"/>
                  <a:pt x="21600" y="9671"/>
                  <a:pt x="21600" y="21600"/>
                </a:cubicBezTo>
                <a:lnTo>
                  <a:pt x="18154" y="21488"/>
                </a:lnTo>
                <a:cubicBezTo>
                  <a:pt x="18154" y="13365"/>
                  <a:pt x="14861" y="6779"/>
                  <a:pt x="10800" y="6779"/>
                </a:cubicBezTo>
                <a:cubicBezTo>
                  <a:pt x="6738" y="6779"/>
                  <a:pt x="3445" y="13365"/>
                  <a:pt x="3445" y="21488"/>
                </a:cubicBezTo>
                <a:close/>
              </a:path>
            </a:pathLst>
          </a:custGeom>
          <a:solidFill>
            <a:srgbClr val="F86805"/>
          </a:soli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646" name="막힌 원호 201"/>
          <p:cNvSpPr/>
          <p:nvPr/>
        </p:nvSpPr>
        <p:spPr>
          <a:xfrm>
            <a:off x="4670426" y="3447310"/>
            <a:ext cx="8617468" cy="4308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4835" y="0"/>
                  <a:pt x="10800" y="0"/>
                </a:cubicBezTo>
                <a:cubicBezTo>
                  <a:pt x="16765" y="0"/>
                  <a:pt x="21600" y="9671"/>
                  <a:pt x="21600" y="21600"/>
                </a:cubicBezTo>
                <a:lnTo>
                  <a:pt x="18154" y="21488"/>
                </a:lnTo>
                <a:cubicBezTo>
                  <a:pt x="18154" y="13365"/>
                  <a:pt x="14861" y="6779"/>
                  <a:pt x="10800" y="6779"/>
                </a:cubicBezTo>
                <a:cubicBezTo>
                  <a:pt x="6738" y="6779"/>
                  <a:pt x="3445" y="13365"/>
                  <a:pt x="3445" y="21488"/>
                </a:cubicBezTo>
                <a:close/>
              </a:path>
            </a:pathLst>
          </a:custGeom>
          <a:solidFill>
            <a:srgbClr val="6AD0E6"/>
          </a:soli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647" name="제목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37360">
              <a:defRPr sz="6080"/>
            </a:lvl1pPr>
          </a:lstStyle>
          <a:p>
            <a:r>
              <a:t>프로젝트 소개</a:t>
            </a:r>
          </a:p>
        </p:txBody>
      </p:sp>
      <p:sp>
        <p:nvSpPr>
          <p:cNvPr id="648" name="부제목 2"/>
          <p:cNvSpPr txBox="1">
            <a:spLocks noGrp="1"/>
          </p:cNvSpPr>
          <p:nvPr>
            <p:ph type="body" sz="quarter" idx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/>
          <a:lstStyle/>
          <a:p>
            <a:r>
              <a:t>2025년 한신대학교 4학년 컴퓨터공학부 캡스톤 프로젝트 SwingFit</a:t>
            </a:r>
          </a:p>
        </p:txBody>
      </p:sp>
      <p:sp>
        <p:nvSpPr>
          <p:cNvPr id="649" name="사각형: 둥근 모서리 5"/>
          <p:cNvSpPr/>
          <p:nvPr/>
        </p:nvSpPr>
        <p:spPr>
          <a:xfrm>
            <a:off x="2580639" y="5989459"/>
            <a:ext cx="19222721" cy="3706207"/>
          </a:xfrm>
          <a:prstGeom prst="roundRect">
            <a:avLst>
              <a:gd name="adj" fmla="val 50000"/>
            </a:avLst>
          </a:prstGeom>
          <a:solidFill>
            <a:srgbClr val="4CCC51"/>
          </a:soli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grpSp>
        <p:nvGrpSpPr>
          <p:cNvPr id="709" name="그룹 6"/>
          <p:cNvGrpSpPr/>
          <p:nvPr/>
        </p:nvGrpSpPr>
        <p:grpSpPr>
          <a:xfrm>
            <a:off x="5056173" y="6165195"/>
            <a:ext cx="3354138" cy="3354139"/>
            <a:chOff x="0" y="0"/>
            <a:chExt cx="3354136" cy="3354137"/>
          </a:xfrm>
        </p:grpSpPr>
        <p:grpSp>
          <p:nvGrpSpPr>
            <p:cNvPr id="652" name="그룹 7"/>
            <p:cNvGrpSpPr/>
            <p:nvPr/>
          </p:nvGrpSpPr>
          <p:grpSpPr>
            <a:xfrm>
              <a:off x="0" y="-1"/>
              <a:ext cx="3354137" cy="3354139"/>
              <a:chOff x="0" y="0"/>
              <a:chExt cx="3354136" cy="3354137"/>
            </a:xfrm>
          </p:grpSpPr>
          <p:sp>
            <p:nvSpPr>
              <p:cNvPr id="650" name="자유형: 도형 64"/>
              <p:cNvSpPr/>
              <p:nvPr/>
            </p:nvSpPr>
            <p:spPr>
              <a:xfrm rot="16996800">
                <a:off x="282960" y="282961"/>
                <a:ext cx="2788217" cy="2788216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51" name="자유형: 도형 65"/>
              <p:cNvSpPr/>
              <p:nvPr/>
            </p:nvSpPr>
            <p:spPr>
              <a:xfrm>
                <a:off x="193586" y="194006"/>
                <a:ext cx="2966718" cy="2966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593" y="16762"/>
                      <a:pt x="16762" y="21593"/>
                      <a:pt x="10800" y="21600"/>
                    </a:cubicBezTo>
                    <a:close/>
                    <a:moveTo>
                      <a:pt x="10800" y="1300"/>
                    </a:moveTo>
                    <a:cubicBezTo>
                      <a:pt x="5553" y="1300"/>
                      <a:pt x="1300" y="5553"/>
                      <a:pt x="1300" y="10800"/>
                    </a:cubicBezTo>
                    <a:cubicBezTo>
                      <a:pt x="1300" y="16047"/>
                      <a:pt x="5553" y="20300"/>
                      <a:pt x="10800" y="20300"/>
                    </a:cubicBezTo>
                    <a:cubicBezTo>
                      <a:pt x="16047" y="20300"/>
                      <a:pt x="20300" y="16047"/>
                      <a:pt x="20300" y="10800"/>
                    </a:cubicBezTo>
                    <a:cubicBezTo>
                      <a:pt x="20293" y="5556"/>
                      <a:pt x="16044" y="1307"/>
                      <a:pt x="10800" y="130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708" name="그룹 8"/>
            <p:cNvGrpSpPr/>
            <p:nvPr/>
          </p:nvGrpSpPr>
          <p:grpSpPr>
            <a:xfrm>
              <a:off x="435618" y="458403"/>
              <a:ext cx="2446510" cy="2426156"/>
              <a:chOff x="0" y="2"/>
              <a:chExt cx="2446508" cy="2426155"/>
            </a:xfrm>
          </p:grpSpPr>
          <p:sp>
            <p:nvSpPr>
              <p:cNvPr id="653" name="자유형: 도형 9"/>
              <p:cNvSpPr/>
              <p:nvPr/>
            </p:nvSpPr>
            <p:spPr>
              <a:xfrm>
                <a:off x="1083184" y="5113"/>
                <a:ext cx="98470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54" name="자유형: 도형 10"/>
              <p:cNvSpPr/>
              <p:nvPr/>
            </p:nvSpPr>
            <p:spPr>
              <a:xfrm>
                <a:off x="1445066" y="2"/>
                <a:ext cx="98477" cy="9847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55" name="자유형: 도형 11"/>
              <p:cNvSpPr/>
              <p:nvPr/>
            </p:nvSpPr>
            <p:spPr>
              <a:xfrm>
                <a:off x="361622" y="519547"/>
                <a:ext cx="96805" cy="98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597" extrusionOk="0">
                    <a:moveTo>
                      <a:pt x="21393" y="10800"/>
                    </a:moveTo>
                    <a:cubicBezTo>
                      <a:pt x="21600" y="16554"/>
                      <a:pt x="17067" y="21387"/>
                      <a:pt x="11267" y="21592"/>
                    </a:cubicBezTo>
                    <a:cubicBezTo>
                      <a:pt x="11139" y="21594"/>
                      <a:pt x="11011" y="21597"/>
                      <a:pt x="10885" y="21597"/>
                    </a:cubicBezTo>
                    <a:cubicBezTo>
                      <a:pt x="4873" y="21597"/>
                      <a:pt x="0" y="16762"/>
                      <a:pt x="0" y="10800"/>
                    </a:cubicBezTo>
                    <a:cubicBezTo>
                      <a:pt x="0" y="4835"/>
                      <a:pt x="4873" y="0"/>
                      <a:pt x="10885" y="0"/>
                    </a:cubicBezTo>
                    <a:cubicBezTo>
                      <a:pt x="16687" y="-3"/>
                      <a:pt x="21396" y="4661"/>
                      <a:pt x="21398" y="10420"/>
                    </a:cubicBezTo>
                    <a:cubicBezTo>
                      <a:pt x="21398" y="10545"/>
                      <a:pt x="21398" y="10672"/>
                      <a:pt x="21393" y="10800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56" name="자유형: 도형 12"/>
              <p:cNvSpPr/>
              <p:nvPr/>
            </p:nvSpPr>
            <p:spPr>
              <a:xfrm>
                <a:off x="718164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57" name="자유형: 도형 13"/>
              <p:cNvSpPr/>
              <p:nvPr/>
            </p:nvSpPr>
            <p:spPr>
              <a:xfrm>
                <a:off x="1083184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58" name="자유형: 도형 14"/>
              <p:cNvSpPr/>
              <p:nvPr/>
            </p:nvSpPr>
            <p:spPr>
              <a:xfrm>
                <a:off x="1444816" y="519523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59" name="자유형: 도형 15"/>
              <p:cNvSpPr/>
              <p:nvPr/>
            </p:nvSpPr>
            <p:spPr>
              <a:xfrm>
                <a:off x="1806439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0" name="자유형: 도형 16"/>
              <p:cNvSpPr/>
              <p:nvPr/>
            </p:nvSpPr>
            <p:spPr>
              <a:xfrm>
                <a:off x="2166379" y="519523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1" name="자유형: 도형 17"/>
              <p:cNvSpPr/>
              <p:nvPr/>
            </p:nvSpPr>
            <p:spPr>
              <a:xfrm>
                <a:off x="0" y="103398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2" name="자유형: 도형 18"/>
              <p:cNvSpPr/>
              <p:nvPr/>
            </p:nvSpPr>
            <p:spPr>
              <a:xfrm>
                <a:off x="361622" y="1035648"/>
                <a:ext cx="96810" cy="96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6" extrusionOk="0">
                    <a:moveTo>
                      <a:pt x="21390" y="10514"/>
                    </a:moveTo>
                    <a:cubicBezTo>
                      <a:pt x="21597" y="16312"/>
                      <a:pt x="17065" y="21181"/>
                      <a:pt x="11265" y="21388"/>
                    </a:cubicBezTo>
                    <a:cubicBezTo>
                      <a:pt x="11137" y="21393"/>
                      <a:pt x="11009" y="21396"/>
                      <a:pt x="10883" y="21396"/>
                    </a:cubicBezTo>
                    <a:cubicBezTo>
                      <a:pt x="4872" y="21396"/>
                      <a:pt x="0" y="16524"/>
                      <a:pt x="0" y="10514"/>
                    </a:cubicBezTo>
                    <a:cubicBezTo>
                      <a:pt x="-3" y="4710"/>
                      <a:pt x="4697" y="5"/>
                      <a:pt x="10501" y="0"/>
                    </a:cubicBezTo>
                    <a:cubicBezTo>
                      <a:pt x="10627" y="0"/>
                      <a:pt x="10755" y="3"/>
                      <a:pt x="10883" y="8"/>
                    </a:cubicBezTo>
                    <a:cubicBezTo>
                      <a:pt x="16473" y="-204"/>
                      <a:pt x="21178" y="4158"/>
                      <a:pt x="21390" y="9750"/>
                    </a:cubicBezTo>
                    <a:cubicBezTo>
                      <a:pt x="21401" y="10003"/>
                      <a:pt x="21401" y="10260"/>
                      <a:pt x="21390" y="1051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3" name="자유형: 도형 19"/>
              <p:cNvSpPr/>
              <p:nvPr/>
            </p:nvSpPr>
            <p:spPr>
              <a:xfrm>
                <a:off x="719005" y="104307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2" y="2713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4" name="자유형: 도형 20"/>
              <p:cNvSpPr/>
              <p:nvPr/>
            </p:nvSpPr>
            <p:spPr>
              <a:xfrm>
                <a:off x="1084853" y="1035648"/>
                <a:ext cx="96810" cy="96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6" h="21398" extrusionOk="0">
                    <a:moveTo>
                      <a:pt x="21396" y="10515"/>
                    </a:moveTo>
                    <a:cubicBezTo>
                      <a:pt x="21396" y="16526"/>
                      <a:pt x="16524" y="21398"/>
                      <a:pt x="10514" y="21398"/>
                    </a:cubicBezTo>
                    <a:cubicBezTo>
                      <a:pt x="4713" y="21401"/>
                      <a:pt x="5" y="16701"/>
                      <a:pt x="0" y="10897"/>
                    </a:cubicBezTo>
                    <a:cubicBezTo>
                      <a:pt x="0" y="10768"/>
                      <a:pt x="3" y="10643"/>
                      <a:pt x="8" y="10515"/>
                    </a:cubicBezTo>
                    <a:cubicBezTo>
                      <a:pt x="-204" y="4922"/>
                      <a:pt x="4158" y="220"/>
                      <a:pt x="9750" y="8"/>
                    </a:cubicBezTo>
                    <a:cubicBezTo>
                      <a:pt x="10003" y="-3"/>
                      <a:pt x="10260" y="-3"/>
                      <a:pt x="10514" y="8"/>
                    </a:cubicBezTo>
                    <a:cubicBezTo>
                      <a:pt x="16312" y="-199"/>
                      <a:pt x="21181" y="4333"/>
                      <a:pt x="21388" y="10133"/>
                    </a:cubicBezTo>
                    <a:cubicBezTo>
                      <a:pt x="21391" y="10261"/>
                      <a:pt x="21396" y="10386"/>
                      <a:pt x="21396" y="10515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5" name="자유형: 도형 21"/>
              <p:cNvSpPr/>
              <p:nvPr/>
            </p:nvSpPr>
            <p:spPr>
              <a:xfrm>
                <a:off x="1444816" y="1033980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6" name="자유형: 도형 22"/>
              <p:cNvSpPr/>
              <p:nvPr/>
            </p:nvSpPr>
            <p:spPr>
              <a:xfrm>
                <a:off x="1806439" y="103398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7" name="자유형: 도형 23"/>
              <p:cNvSpPr/>
              <p:nvPr/>
            </p:nvSpPr>
            <p:spPr>
              <a:xfrm>
                <a:off x="2167220" y="104307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4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4" y="2713"/>
                      <a:pt x="6633" y="-842"/>
                      <a:pt x="12243" y="173"/>
                    </a:cubicBezTo>
                    <a:cubicBezTo>
                      <a:pt x="16424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8" name="자유형: 도형 24"/>
              <p:cNvSpPr/>
              <p:nvPr/>
            </p:nvSpPr>
            <p:spPr>
              <a:xfrm>
                <a:off x="28" y="1550105"/>
                <a:ext cx="98471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69" name="자유형: 도형 25"/>
              <p:cNvSpPr/>
              <p:nvPr/>
            </p:nvSpPr>
            <p:spPr>
              <a:xfrm>
                <a:off x="352512" y="1549251"/>
                <a:ext cx="105925" cy="98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14" h="20667" extrusionOk="0">
                    <a:moveTo>
                      <a:pt x="20608" y="10154"/>
                    </a:moveTo>
                    <a:cubicBezTo>
                      <a:pt x="20790" y="15659"/>
                      <a:pt x="16797" y="20283"/>
                      <a:pt x="11692" y="20479"/>
                    </a:cubicBezTo>
                    <a:cubicBezTo>
                      <a:pt x="11581" y="20484"/>
                      <a:pt x="11468" y="20487"/>
                      <a:pt x="11355" y="20487"/>
                    </a:cubicBezTo>
                    <a:cubicBezTo>
                      <a:pt x="6155" y="21540"/>
                      <a:pt x="1146" y="17851"/>
                      <a:pt x="167" y="12243"/>
                    </a:cubicBezTo>
                    <a:cubicBezTo>
                      <a:pt x="-810" y="6636"/>
                      <a:pt x="2611" y="1234"/>
                      <a:pt x="7812" y="179"/>
                    </a:cubicBezTo>
                    <a:cubicBezTo>
                      <a:pt x="8984" y="-60"/>
                      <a:pt x="10185" y="-60"/>
                      <a:pt x="11355" y="179"/>
                    </a:cubicBezTo>
                    <a:cubicBezTo>
                      <a:pt x="16465" y="179"/>
                      <a:pt x="20608" y="4646"/>
                      <a:pt x="20608" y="1015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0" name="자유형: 도형 26"/>
              <p:cNvSpPr/>
              <p:nvPr/>
            </p:nvSpPr>
            <p:spPr>
              <a:xfrm>
                <a:off x="719005" y="155750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8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2"/>
                      <a:pt x="179" y="8118"/>
                    </a:cubicBezTo>
                    <a:cubicBezTo>
                      <a:pt x="1232" y="2715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1" name="자유형: 도형 27"/>
              <p:cNvSpPr/>
              <p:nvPr/>
            </p:nvSpPr>
            <p:spPr>
              <a:xfrm>
                <a:off x="1092274" y="1550105"/>
                <a:ext cx="89380" cy="967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608"/>
                    </a:moveTo>
                    <a:cubicBezTo>
                      <a:pt x="20638" y="16680"/>
                      <a:pt x="15550" y="21597"/>
                      <a:pt x="9268" y="21597"/>
                    </a:cubicBezTo>
                    <a:cubicBezTo>
                      <a:pt x="3098" y="20474"/>
                      <a:pt x="-962" y="14730"/>
                      <a:pt x="197" y="8766"/>
                    </a:cubicBezTo>
                    <a:cubicBezTo>
                      <a:pt x="1064" y="4320"/>
                      <a:pt x="4664" y="837"/>
                      <a:pt x="9268" y="0"/>
                    </a:cubicBezTo>
                    <a:cubicBezTo>
                      <a:pt x="15397" y="-3"/>
                      <a:pt x="20427" y="4690"/>
                      <a:pt x="20638" y="1060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2" name="자유형: 도형 28"/>
              <p:cNvSpPr/>
              <p:nvPr/>
            </p:nvSpPr>
            <p:spPr>
              <a:xfrm>
                <a:off x="1444846" y="1550105"/>
                <a:ext cx="98480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3" name="자유형: 도형 29"/>
              <p:cNvSpPr/>
              <p:nvPr/>
            </p:nvSpPr>
            <p:spPr>
              <a:xfrm>
                <a:off x="1806468" y="1550105"/>
                <a:ext cx="98480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4" name="자유형: 도형 30"/>
              <p:cNvSpPr/>
              <p:nvPr/>
            </p:nvSpPr>
            <p:spPr>
              <a:xfrm>
                <a:off x="2166384" y="1550079"/>
                <a:ext cx="98480" cy="98478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5" name="자유형: 도형 31"/>
              <p:cNvSpPr/>
              <p:nvPr/>
            </p:nvSpPr>
            <p:spPr>
              <a:xfrm>
                <a:off x="352512" y="2063684"/>
                <a:ext cx="105918" cy="98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83" h="20667" extrusionOk="0">
                    <a:moveTo>
                      <a:pt x="20778" y="10511"/>
                    </a:moveTo>
                    <a:cubicBezTo>
                      <a:pt x="20778" y="16020"/>
                      <a:pt x="16601" y="20487"/>
                      <a:pt x="11449" y="20487"/>
                    </a:cubicBezTo>
                    <a:cubicBezTo>
                      <a:pt x="6206" y="21540"/>
                      <a:pt x="1155" y="17851"/>
                      <a:pt x="168" y="12243"/>
                    </a:cubicBezTo>
                    <a:cubicBezTo>
                      <a:pt x="-817" y="6633"/>
                      <a:pt x="2633" y="1234"/>
                      <a:pt x="7876" y="179"/>
                    </a:cubicBezTo>
                    <a:cubicBezTo>
                      <a:pt x="9058" y="-60"/>
                      <a:pt x="10269" y="-60"/>
                      <a:pt x="11449" y="179"/>
                    </a:cubicBezTo>
                    <a:cubicBezTo>
                      <a:pt x="16601" y="176"/>
                      <a:pt x="20781" y="4638"/>
                      <a:pt x="20783" y="10146"/>
                    </a:cubicBezTo>
                    <a:cubicBezTo>
                      <a:pt x="20783" y="10268"/>
                      <a:pt x="20781" y="10390"/>
                      <a:pt x="20778" y="10511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6" name="자유형: 도형 32"/>
              <p:cNvSpPr/>
              <p:nvPr/>
            </p:nvSpPr>
            <p:spPr>
              <a:xfrm>
                <a:off x="718164" y="2064535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7" name="자유형: 도형 33"/>
              <p:cNvSpPr/>
              <p:nvPr/>
            </p:nvSpPr>
            <p:spPr>
              <a:xfrm>
                <a:off x="1092274" y="2064535"/>
                <a:ext cx="89380" cy="967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989"/>
                    </a:moveTo>
                    <a:cubicBezTo>
                      <a:pt x="20427" y="16907"/>
                      <a:pt x="15397" y="21600"/>
                      <a:pt x="9268" y="21597"/>
                    </a:cubicBezTo>
                    <a:cubicBezTo>
                      <a:pt x="3098" y="20474"/>
                      <a:pt x="-962" y="14730"/>
                      <a:pt x="197" y="8767"/>
                    </a:cubicBezTo>
                    <a:cubicBezTo>
                      <a:pt x="1064" y="4320"/>
                      <a:pt x="4664" y="838"/>
                      <a:pt x="9268" y="0"/>
                    </a:cubicBezTo>
                    <a:cubicBezTo>
                      <a:pt x="15550" y="0"/>
                      <a:pt x="20638" y="4917"/>
                      <a:pt x="20638" y="10989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8" name="자유형: 도형 34"/>
              <p:cNvSpPr/>
              <p:nvPr/>
            </p:nvSpPr>
            <p:spPr>
              <a:xfrm>
                <a:off x="1444816" y="2064535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79" name="자유형: 도형 35"/>
              <p:cNvSpPr/>
              <p:nvPr/>
            </p:nvSpPr>
            <p:spPr>
              <a:xfrm>
                <a:off x="1806439" y="2064535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0" name="자유형: 도형 36"/>
              <p:cNvSpPr/>
              <p:nvPr/>
            </p:nvSpPr>
            <p:spPr>
              <a:xfrm>
                <a:off x="548386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1" name="자유형: 도형 37"/>
              <p:cNvSpPr/>
              <p:nvPr/>
            </p:nvSpPr>
            <p:spPr>
              <a:xfrm>
                <a:off x="903226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2" name="자유형: 도형 38"/>
              <p:cNvSpPr/>
              <p:nvPr/>
            </p:nvSpPr>
            <p:spPr>
              <a:xfrm>
                <a:off x="1263991" y="252364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3" name="자유형: 도형 39"/>
              <p:cNvSpPr/>
              <p:nvPr/>
            </p:nvSpPr>
            <p:spPr>
              <a:xfrm>
                <a:off x="1624775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4" name="자유형: 도형 40"/>
              <p:cNvSpPr/>
              <p:nvPr/>
            </p:nvSpPr>
            <p:spPr>
              <a:xfrm>
                <a:off x="1986407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5" name="자유형: 도형 41"/>
              <p:cNvSpPr/>
              <p:nvPr/>
            </p:nvSpPr>
            <p:spPr>
              <a:xfrm>
                <a:off x="181626" y="775917"/>
                <a:ext cx="96810" cy="96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5" extrusionOk="0">
                    <a:moveTo>
                      <a:pt x="21398" y="10882"/>
                    </a:moveTo>
                    <a:cubicBezTo>
                      <a:pt x="21401" y="16683"/>
                      <a:pt x="16701" y="21391"/>
                      <a:pt x="10897" y="21393"/>
                    </a:cubicBezTo>
                    <a:cubicBezTo>
                      <a:pt x="10768" y="21393"/>
                      <a:pt x="10643" y="21393"/>
                      <a:pt x="10515" y="21388"/>
                    </a:cubicBezTo>
                    <a:cubicBezTo>
                      <a:pt x="4922" y="21600"/>
                      <a:pt x="220" y="17238"/>
                      <a:pt x="8" y="11646"/>
                    </a:cubicBezTo>
                    <a:cubicBezTo>
                      <a:pt x="-3" y="11393"/>
                      <a:pt x="-3" y="11136"/>
                      <a:pt x="8" y="10882"/>
                    </a:cubicBezTo>
                    <a:cubicBezTo>
                      <a:pt x="-199" y="5084"/>
                      <a:pt x="4333" y="215"/>
                      <a:pt x="10133" y="8"/>
                    </a:cubicBezTo>
                    <a:cubicBezTo>
                      <a:pt x="10261" y="3"/>
                      <a:pt x="10386" y="0"/>
                      <a:pt x="10515" y="0"/>
                    </a:cubicBezTo>
                    <a:cubicBezTo>
                      <a:pt x="16526" y="0"/>
                      <a:pt x="21398" y="4872"/>
                      <a:pt x="21398" y="10882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6" name="자유형: 도형 42"/>
              <p:cNvSpPr/>
              <p:nvPr/>
            </p:nvSpPr>
            <p:spPr>
              <a:xfrm>
                <a:off x="548386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7" name="자유형: 도형 43"/>
              <p:cNvSpPr/>
              <p:nvPr/>
            </p:nvSpPr>
            <p:spPr>
              <a:xfrm>
                <a:off x="903226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8" name="자유형: 도형 44"/>
              <p:cNvSpPr/>
              <p:nvPr/>
            </p:nvSpPr>
            <p:spPr>
              <a:xfrm>
                <a:off x="1263991" y="766797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89" name="자유형: 도형 45"/>
              <p:cNvSpPr/>
              <p:nvPr/>
            </p:nvSpPr>
            <p:spPr>
              <a:xfrm>
                <a:off x="1625613" y="766797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0" name="자유형: 도형 46"/>
              <p:cNvSpPr/>
              <p:nvPr/>
            </p:nvSpPr>
            <p:spPr>
              <a:xfrm>
                <a:off x="1986407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1" name="자유형: 도형 47"/>
              <p:cNvSpPr/>
              <p:nvPr/>
            </p:nvSpPr>
            <p:spPr>
              <a:xfrm>
                <a:off x="2348039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2" name="자유형: 도형 48"/>
              <p:cNvSpPr/>
              <p:nvPr/>
            </p:nvSpPr>
            <p:spPr>
              <a:xfrm>
                <a:off x="179958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3" name="자유형: 도형 49"/>
              <p:cNvSpPr/>
              <p:nvPr/>
            </p:nvSpPr>
            <p:spPr>
              <a:xfrm>
                <a:off x="548386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4" name="자유형: 도형 50"/>
              <p:cNvSpPr/>
              <p:nvPr/>
            </p:nvSpPr>
            <p:spPr>
              <a:xfrm>
                <a:off x="903226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5" name="자유형: 도형 51"/>
              <p:cNvSpPr/>
              <p:nvPr/>
            </p:nvSpPr>
            <p:spPr>
              <a:xfrm>
                <a:off x="1263152" y="1290313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6" name="자유형: 도형 52"/>
              <p:cNvSpPr/>
              <p:nvPr/>
            </p:nvSpPr>
            <p:spPr>
              <a:xfrm>
                <a:off x="1624775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7" name="자유형: 도형 53"/>
              <p:cNvSpPr/>
              <p:nvPr/>
            </p:nvSpPr>
            <p:spPr>
              <a:xfrm>
                <a:off x="1986407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8" name="자유형: 도형 54"/>
              <p:cNvSpPr/>
              <p:nvPr/>
            </p:nvSpPr>
            <p:spPr>
              <a:xfrm>
                <a:off x="2348039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699" name="자유형: 도형 55"/>
              <p:cNvSpPr/>
              <p:nvPr/>
            </p:nvSpPr>
            <p:spPr>
              <a:xfrm>
                <a:off x="179958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0" name="자유형: 도형 56"/>
              <p:cNvSpPr/>
              <p:nvPr/>
            </p:nvSpPr>
            <p:spPr>
              <a:xfrm>
                <a:off x="548386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1" name="자유형: 도형 57"/>
              <p:cNvSpPr/>
              <p:nvPr/>
            </p:nvSpPr>
            <p:spPr>
              <a:xfrm>
                <a:off x="903226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2" name="자유형: 도형 58"/>
              <p:cNvSpPr/>
              <p:nvPr/>
            </p:nvSpPr>
            <p:spPr>
              <a:xfrm>
                <a:off x="1263152" y="1804746"/>
                <a:ext cx="98471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3" name="자유형: 도형 59"/>
              <p:cNvSpPr/>
              <p:nvPr/>
            </p:nvSpPr>
            <p:spPr>
              <a:xfrm>
                <a:off x="1624775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4" name="자유형: 도형 60"/>
              <p:cNvSpPr/>
              <p:nvPr/>
            </p:nvSpPr>
            <p:spPr>
              <a:xfrm>
                <a:off x="1986407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5" name="자유형: 도형 61"/>
              <p:cNvSpPr/>
              <p:nvPr/>
            </p:nvSpPr>
            <p:spPr>
              <a:xfrm>
                <a:off x="903226" y="2327688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6" name="자유형: 도형 62"/>
              <p:cNvSpPr/>
              <p:nvPr/>
            </p:nvSpPr>
            <p:spPr>
              <a:xfrm>
                <a:off x="1263152" y="2327654"/>
                <a:ext cx="98471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07" name="자유형: 도형 63"/>
              <p:cNvSpPr/>
              <p:nvPr/>
            </p:nvSpPr>
            <p:spPr>
              <a:xfrm>
                <a:off x="1624775" y="2327688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grpSp>
        <p:nvGrpSpPr>
          <p:cNvPr id="769" name="그룹 66"/>
          <p:cNvGrpSpPr/>
          <p:nvPr/>
        </p:nvGrpSpPr>
        <p:grpSpPr>
          <a:xfrm>
            <a:off x="10515061" y="6165195"/>
            <a:ext cx="3354138" cy="3354139"/>
            <a:chOff x="0" y="0"/>
            <a:chExt cx="3354136" cy="3354137"/>
          </a:xfrm>
        </p:grpSpPr>
        <p:grpSp>
          <p:nvGrpSpPr>
            <p:cNvPr id="712" name="그룹 67"/>
            <p:cNvGrpSpPr/>
            <p:nvPr/>
          </p:nvGrpSpPr>
          <p:grpSpPr>
            <a:xfrm>
              <a:off x="0" y="-1"/>
              <a:ext cx="3354137" cy="3354139"/>
              <a:chOff x="0" y="0"/>
              <a:chExt cx="3354136" cy="3354137"/>
            </a:xfrm>
          </p:grpSpPr>
          <p:sp>
            <p:nvSpPr>
              <p:cNvPr id="710" name="자유형: 도형 124"/>
              <p:cNvSpPr/>
              <p:nvPr/>
            </p:nvSpPr>
            <p:spPr>
              <a:xfrm rot="16996800">
                <a:off x="282960" y="282961"/>
                <a:ext cx="2788217" cy="2788216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11" name="자유형: 도형 125"/>
              <p:cNvSpPr/>
              <p:nvPr/>
            </p:nvSpPr>
            <p:spPr>
              <a:xfrm>
                <a:off x="193586" y="194006"/>
                <a:ext cx="2966718" cy="2966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593" y="16762"/>
                      <a:pt x="16762" y="21593"/>
                      <a:pt x="10800" y="21600"/>
                    </a:cubicBezTo>
                    <a:close/>
                    <a:moveTo>
                      <a:pt x="10800" y="1300"/>
                    </a:moveTo>
                    <a:cubicBezTo>
                      <a:pt x="5553" y="1300"/>
                      <a:pt x="1300" y="5553"/>
                      <a:pt x="1300" y="10800"/>
                    </a:cubicBezTo>
                    <a:cubicBezTo>
                      <a:pt x="1300" y="16047"/>
                      <a:pt x="5553" y="20300"/>
                      <a:pt x="10800" y="20300"/>
                    </a:cubicBezTo>
                    <a:cubicBezTo>
                      <a:pt x="16047" y="20300"/>
                      <a:pt x="20300" y="16047"/>
                      <a:pt x="20300" y="10800"/>
                    </a:cubicBezTo>
                    <a:cubicBezTo>
                      <a:pt x="20293" y="5556"/>
                      <a:pt x="16044" y="1307"/>
                      <a:pt x="10800" y="130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768" name="그룹 68"/>
            <p:cNvGrpSpPr/>
            <p:nvPr/>
          </p:nvGrpSpPr>
          <p:grpSpPr>
            <a:xfrm>
              <a:off x="435618" y="458403"/>
              <a:ext cx="2446510" cy="2426156"/>
              <a:chOff x="0" y="2"/>
              <a:chExt cx="2446508" cy="2426155"/>
            </a:xfrm>
          </p:grpSpPr>
          <p:sp>
            <p:nvSpPr>
              <p:cNvPr id="713" name="자유형: 도형 69"/>
              <p:cNvSpPr/>
              <p:nvPr/>
            </p:nvSpPr>
            <p:spPr>
              <a:xfrm>
                <a:off x="1083184" y="5113"/>
                <a:ext cx="98470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14" name="자유형: 도형 70"/>
              <p:cNvSpPr/>
              <p:nvPr/>
            </p:nvSpPr>
            <p:spPr>
              <a:xfrm>
                <a:off x="1445066" y="2"/>
                <a:ext cx="98477" cy="9847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15" name="자유형: 도형 71"/>
              <p:cNvSpPr/>
              <p:nvPr/>
            </p:nvSpPr>
            <p:spPr>
              <a:xfrm>
                <a:off x="361622" y="519547"/>
                <a:ext cx="96805" cy="98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597" extrusionOk="0">
                    <a:moveTo>
                      <a:pt x="21393" y="10800"/>
                    </a:moveTo>
                    <a:cubicBezTo>
                      <a:pt x="21600" y="16554"/>
                      <a:pt x="17067" y="21387"/>
                      <a:pt x="11267" y="21592"/>
                    </a:cubicBezTo>
                    <a:cubicBezTo>
                      <a:pt x="11139" y="21594"/>
                      <a:pt x="11011" y="21597"/>
                      <a:pt x="10885" y="21597"/>
                    </a:cubicBezTo>
                    <a:cubicBezTo>
                      <a:pt x="4873" y="21597"/>
                      <a:pt x="0" y="16762"/>
                      <a:pt x="0" y="10800"/>
                    </a:cubicBezTo>
                    <a:cubicBezTo>
                      <a:pt x="0" y="4835"/>
                      <a:pt x="4873" y="0"/>
                      <a:pt x="10885" y="0"/>
                    </a:cubicBezTo>
                    <a:cubicBezTo>
                      <a:pt x="16687" y="-3"/>
                      <a:pt x="21396" y="4661"/>
                      <a:pt x="21398" y="10420"/>
                    </a:cubicBezTo>
                    <a:cubicBezTo>
                      <a:pt x="21398" y="10545"/>
                      <a:pt x="21398" y="10672"/>
                      <a:pt x="21393" y="10800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16" name="자유형: 도형 72"/>
              <p:cNvSpPr/>
              <p:nvPr/>
            </p:nvSpPr>
            <p:spPr>
              <a:xfrm>
                <a:off x="718164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17" name="자유형: 도형 73"/>
              <p:cNvSpPr/>
              <p:nvPr/>
            </p:nvSpPr>
            <p:spPr>
              <a:xfrm>
                <a:off x="1083184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18" name="자유형: 도형 74"/>
              <p:cNvSpPr/>
              <p:nvPr/>
            </p:nvSpPr>
            <p:spPr>
              <a:xfrm>
                <a:off x="1444816" y="519523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19" name="자유형: 도형 75"/>
              <p:cNvSpPr/>
              <p:nvPr/>
            </p:nvSpPr>
            <p:spPr>
              <a:xfrm>
                <a:off x="1806439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0" name="자유형: 도형 76"/>
              <p:cNvSpPr/>
              <p:nvPr/>
            </p:nvSpPr>
            <p:spPr>
              <a:xfrm>
                <a:off x="2166379" y="519523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1" name="자유형: 도형 77"/>
              <p:cNvSpPr/>
              <p:nvPr/>
            </p:nvSpPr>
            <p:spPr>
              <a:xfrm>
                <a:off x="0" y="103398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2" name="자유형: 도형 78"/>
              <p:cNvSpPr/>
              <p:nvPr/>
            </p:nvSpPr>
            <p:spPr>
              <a:xfrm>
                <a:off x="361622" y="1035648"/>
                <a:ext cx="96810" cy="96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6" extrusionOk="0">
                    <a:moveTo>
                      <a:pt x="21390" y="10514"/>
                    </a:moveTo>
                    <a:cubicBezTo>
                      <a:pt x="21597" y="16312"/>
                      <a:pt x="17065" y="21181"/>
                      <a:pt x="11265" y="21388"/>
                    </a:cubicBezTo>
                    <a:cubicBezTo>
                      <a:pt x="11137" y="21393"/>
                      <a:pt x="11009" y="21396"/>
                      <a:pt x="10883" y="21396"/>
                    </a:cubicBezTo>
                    <a:cubicBezTo>
                      <a:pt x="4872" y="21396"/>
                      <a:pt x="0" y="16524"/>
                      <a:pt x="0" y="10514"/>
                    </a:cubicBezTo>
                    <a:cubicBezTo>
                      <a:pt x="-3" y="4710"/>
                      <a:pt x="4697" y="5"/>
                      <a:pt x="10501" y="0"/>
                    </a:cubicBezTo>
                    <a:cubicBezTo>
                      <a:pt x="10627" y="0"/>
                      <a:pt x="10755" y="3"/>
                      <a:pt x="10883" y="8"/>
                    </a:cubicBezTo>
                    <a:cubicBezTo>
                      <a:pt x="16473" y="-204"/>
                      <a:pt x="21178" y="4158"/>
                      <a:pt x="21390" y="9750"/>
                    </a:cubicBezTo>
                    <a:cubicBezTo>
                      <a:pt x="21401" y="10003"/>
                      <a:pt x="21401" y="10260"/>
                      <a:pt x="21390" y="1051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3" name="자유형: 도형 79"/>
              <p:cNvSpPr/>
              <p:nvPr/>
            </p:nvSpPr>
            <p:spPr>
              <a:xfrm>
                <a:off x="719005" y="104307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2" y="2713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4" name="자유형: 도형 80"/>
              <p:cNvSpPr/>
              <p:nvPr/>
            </p:nvSpPr>
            <p:spPr>
              <a:xfrm>
                <a:off x="1084853" y="1035648"/>
                <a:ext cx="96810" cy="96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6" h="21398" extrusionOk="0">
                    <a:moveTo>
                      <a:pt x="21396" y="10515"/>
                    </a:moveTo>
                    <a:cubicBezTo>
                      <a:pt x="21396" y="16526"/>
                      <a:pt x="16524" y="21398"/>
                      <a:pt x="10514" y="21398"/>
                    </a:cubicBezTo>
                    <a:cubicBezTo>
                      <a:pt x="4713" y="21401"/>
                      <a:pt x="5" y="16701"/>
                      <a:pt x="0" y="10897"/>
                    </a:cubicBezTo>
                    <a:cubicBezTo>
                      <a:pt x="0" y="10768"/>
                      <a:pt x="3" y="10643"/>
                      <a:pt x="8" y="10515"/>
                    </a:cubicBezTo>
                    <a:cubicBezTo>
                      <a:pt x="-204" y="4922"/>
                      <a:pt x="4158" y="220"/>
                      <a:pt x="9750" y="8"/>
                    </a:cubicBezTo>
                    <a:cubicBezTo>
                      <a:pt x="10003" y="-3"/>
                      <a:pt x="10260" y="-3"/>
                      <a:pt x="10514" y="8"/>
                    </a:cubicBezTo>
                    <a:cubicBezTo>
                      <a:pt x="16312" y="-199"/>
                      <a:pt x="21181" y="4333"/>
                      <a:pt x="21388" y="10133"/>
                    </a:cubicBezTo>
                    <a:cubicBezTo>
                      <a:pt x="21391" y="10261"/>
                      <a:pt x="21396" y="10386"/>
                      <a:pt x="21396" y="10515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5" name="자유형: 도형 81"/>
              <p:cNvSpPr/>
              <p:nvPr/>
            </p:nvSpPr>
            <p:spPr>
              <a:xfrm>
                <a:off x="1444816" y="1033980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6" name="자유형: 도형 82"/>
              <p:cNvSpPr/>
              <p:nvPr/>
            </p:nvSpPr>
            <p:spPr>
              <a:xfrm>
                <a:off x="1806439" y="103398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7" name="자유형: 도형 83"/>
              <p:cNvSpPr/>
              <p:nvPr/>
            </p:nvSpPr>
            <p:spPr>
              <a:xfrm>
                <a:off x="2167220" y="104307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4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4" y="2713"/>
                      <a:pt x="6633" y="-842"/>
                      <a:pt x="12243" y="173"/>
                    </a:cubicBezTo>
                    <a:cubicBezTo>
                      <a:pt x="16424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8" name="자유형: 도형 84"/>
              <p:cNvSpPr/>
              <p:nvPr/>
            </p:nvSpPr>
            <p:spPr>
              <a:xfrm>
                <a:off x="28" y="1550105"/>
                <a:ext cx="98471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29" name="자유형: 도형 85"/>
              <p:cNvSpPr/>
              <p:nvPr/>
            </p:nvSpPr>
            <p:spPr>
              <a:xfrm>
                <a:off x="352512" y="1549251"/>
                <a:ext cx="105925" cy="98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14" h="20667" extrusionOk="0">
                    <a:moveTo>
                      <a:pt x="20608" y="10154"/>
                    </a:moveTo>
                    <a:cubicBezTo>
                      <a:pt x="20790" y="15659"/>
                      <a:pt x="16797" y="20283"/>
                      <a:pt x="11692" y="20479"/>
                    </a:cubicBezTo>
                    <a:cubicBezTo>
                      <a:pt x="11581" y="20484"/>
                      <a:pt x="11468" y="20487"/>
                      <a:pt x="11355" y="20487"/>
                    </a:cubicBezTo>
                    <a:cubicBezTo>
                      <a:pt x="6155" y="21540"/>
                      <a:pt x="1146" y="17851"/>
                      <a:pt x="167" y="12243"/>
                    </a:cubicBezTo>
                    <a:cubicBezTo>
                      <a:pt x="-810" y="6636"/>
                      <a:pt x="2611" y="1234"/>
                      <a:pt x="7812" y="179"/>
                    </a:cubicBezTo>
                    <a:cubicBezTo>
                      <a:pt x="8984" y="-60"/>
                      <a:pt x="10185" y="-60"/>
                      <a:pt x="11355" y="179"/>
                    </a:cubicBezTo>
                    <a:cubicBezTo>
                      <a:pt x="16465" y="179"/>
                      <a:pt x="20608" y="4646"/>
                      <a:pt x="20608" y="1015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0" name="자유형: 도형 86"/>
              <p:cNvSpPr/>
              <p:nvPr/>
            </p:nvSpPr>
            <p:spPr>
              <a:xfrm>
                <a:off x="719005" y="155750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8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2"/>
                      <a:pt x="179" y="8118"/>
                    </a:cubicBezTo>
                    <a:cubicBezTo>
                      <a:pt x="1232" y="2715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1" name="자유형: 도형 87"/>
              <p:cNvSpPr/>
              <p:nvPr/>
            </p:nvSpPr>
            <p:spPr>
              <a:xfrm>
                <a:off x="1092274" y="1550105"/>
                <a:ext cx="89380" cy="967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608"/>
                    </a:moveTo>
                    <a:cubicBezTo>
                      <a:pt x="20638" y="16680"/>
                      <a:pt x="15550" y="21597"/>
                      <a:pt x="9268" y="21597"/>
                    </a:cubicBezTo>
                    <a:cubicBezTo>
                      <a:pt x="3098" y="20474"/>
                      <a:pt x="-962" y="14730"/>
                      <a:pt x="197" y="8766"/>
                    </a:cubicBezTo>
                    <a:cubicBezTo>
                      <a:pt x="1064" y="4320"/>
                      <a:pt x="4664" y="837"/>
                      <a:pt x="9268" y="0"/>
                    </a:cubicBezTo>
                    <a:cubicBezTo>
                      <a:pt x="15397" y="-3"/>
                      <a:pt x="20427" y="4690"/>
                      <a:pt x="20638" y="1060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2" name="자유형: 도형 88"/>
              <p:cNvSpPr/>
              <p:nvPr/>
            </p:nvSpPr>
            <p:spPr>
              <a:xfrm>
                <a:off x="1444846" y="1550105"/>
                <a:ext cx="98480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3" name="자유형: 도형 89"/>
              <p:cNvSpPr/>
              <p:nvPr/>
            </p:nvSpPr>
            <p:spPr>
              <a:xfrm>
                <a:off x="1806468" y="1550105"/>
                <a:ext cx="98480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4" name="자유형: 도형 90"/>
              <p:cNvSpPr/>
              <p:nvPr/>
            </p:nvSpPr>
            <p:spPr>
              <a:xfrm>
                <a:off x="2166384" y="1550079"/>
                <a:ext cx="98480" cy="98478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5" name="자유형: 도형 91"/>
              <p:cNvSpPr/>
              <p:nvPr/>
            </p:nvSpPr>
            <p:spPr>
              <a:xfrm>
                <a:off x="352512" y="2063684"/>
                <a:ext cx="105918" cy="98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83" h="20667" extrusionOk="0">
                    <a:moveTo>
                      <a:pt x="20778" y="10511"/>
                    </a:moveTo>
                    <a:cubicBezTo>
                      <a:pt x="20778" y="16020"/>
                      <a:pt x="16601" y="20487"/>
                      <a:pt x="11449" y="20487"/>
                    </a:cubicBezTo>
                    <a:cubicBezTo>
                      <a:pt x="6206" y="21540"/>
                      <a:pt x="1155" y="17851"/>
                      <a:pt x="168" y="12243"/>
                    </a:cubicBezTo>
                    <a:cubicBezTo>
                      <a:pt x="-817" y="6633"/>
                      <a:pt x="2633" y="1234"/>
                      <a:pt x="7876" y="179"/>
                    </a:cubicBezTo>
                    <a:cubicBezTo>
                      <a:pt x="9058" y="-60"/>
                      <a:pt x="10269" y="-60"/>
                      <a:pt x="11449" y="179"/>
                    </a:cubicBezTo>
                    <a:cubicBezTo>
                      <a:pt x="16601" y="176"/>
                      <a:pt x="20781" y="4638"/>
                      <a:pt x="20783" y="10146"/>
                    </a:cubicBezTo>
                    <a:cubicBezTo>
                      <a:pt x="20783" y="10268"/>
                      <a:pt x="20781" y="10390"/>
                      <a:pt x="20778" y="10511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6" name="자유형: 도형 92"/>
              <p:cNvSpPr/>
              <p:nvPr/>
            </p:nvSpPr>
            <p:spPr>
              <a:xfrm>
                <a:off x="718164" y="2064535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7" name="자유형: 도형 93"/>
              <p:cNvSpPr/>
              <p:nvPr/>
            </p:nvSpPr>
            <p:spPr>
              <a:xfrm>
                <a:off x="1092274" y="2064535"/>
                <a:ext cx="89380" cy="967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989"/>
                    </a:moveTo>
                    <a:cubicBezTo>
                      <a:pt x="20427" y="16907"/>
                      <a:pt x="15397" y="21600"/>
                      <a:pt x="9268" y="21597"/>
                    </a:cubicBezTo>
                    <a:cubicBezTo>
                      <a:pt x="3098" y="20474"/>
                      <a:pt x="-962" y="14730"/>
                      <a:pt x="197" y="8767"/>
                    </a:cubicBezTo>
                    <a:cubicBezTo>
                      <a:pt x="1064" y="4320"/>
                      <a:pt x="4664" y="838"/>
                      <a:pt x="9268" y="0"/>
                    </a:cubicBezTo>
                    <a:cubicBezTo>
                      <a:pt x="15550" y="0"/>
                      <a:pt x="20638" y="4917"/>
                      <a:pt x="20638" y="10989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8" name="자유형: 도형 94"/>
              <p:cNvSpPr/>
              <p:nvPr/>
            </p:nvSpPr>
            <p:spPr>
              <a:xfrm>
                <a:off x="1444816" y="2064535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39" name="자유형: 도형 95"/>
              <p:cNvSpPr/>
              <p:nvPr/>
            </p:nvSpPr>
            <p:spPr>
              <a:xfrm>
                <a:off x="1806439" y="2064535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0" name="자유형: 도형 96"/>
              <p:cNvSpPr/>
              <p:nvPr/>
            </p:nvSpPr>
            <p:spPr>
              <a:xfrm>
                <a:off x="548386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1" name="자유형: 도형 97"/>
              <p:cNvSpPr/>
              <p:nvPr/>
            </p:nvSpPr>
            <p:spPr>
              <a:xfrm>
                <a:off x="903226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2" name="자유형: 도형 98"/>
              <p:cNvSpPr/>
              <p:nvPr/>
            </p:nvSpPr>
            <p:spPr>
              <a:xfrm>
                <a:off x="1263991" y="252364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3" name="자유형: 도형 99"/>
              <p:cNvSpPr/>
              <p:nvPr/>
            </p:nvSpPr>
            <p:spPr>
              <a:xfrm>
                <a:off x="1624775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4" name="자유형: 도형 100"/>
              <p:cNvSpPr/>
              <p:nvPr/>
            </p:nvSpPr>
            <p:spPr>
              <a:xfrm>
                <a:off x="1986407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5" name="자유형: 도형 101"/>
              <p:cNvSpPr/>
              <p:nvPr/>
            </p:nvSpPr>
            <p:spPr>
              <a:xfrm>
                <a:off x="181626" y="775917"/>
                <a:ext cx="96810" cy="96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5" extrusionOk="0">
                    <a:moveTo>
                      <a:pt x="21398" y="10882"/>
                    </a:moveTo>
                    <a:cubicBezTo>
                      <a:pt x="21401" y="16683"/>
                      <a:pt x="16701" y="21391"/>
                      <a:pt x="10897" y="21393"/>
                    </a:cubicBezTo>
                    <a:cubicBezTo>
                      <a:pt x="10768" y="21393"/>
                      <a:pt x="10643" y="21393"/>
                      <a:pt x="10515" y="21388"/>
                    </a:cubicBezTo>
                    <a:cubicBezTo>
                      <a:pt x="4922" y="21600"/>
                      <a:pt x="220" y="17238"/>
                      <a:pt x="8" y="11646"/>
                    </a:cubicBezTo>
                    <a:cubicBezTo>
                      <a:pt x="-3" y="11393"/>
                      <a:pt x="-3" y="11136"/>
                      <a:pt x="8" y="10882"/>
                    </a:cubicBezTo>
                    <a:cubicBezTo>
                      <a:pt x="-199" y="5084"/>
                      <a:pt x="4333" y="215"/>
                      <a:pt x="10133" y="8"/>
                    </a:cubicBezTo>
                    <a:cubicBezTo>
                      <a:pt x="10261" y="3"/>
                      <a:pt x="10386" y="0"/>
                      <a:pt x="10515" y="0"/>
                    </a:cubicBezTo>
                    <a:cubicBezTo>
                      <a:pt x="16526" y="0"/>
                      <a:pt x="21398" y="4872"/>
                      <a:pt x="21398" y="10882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6" name="자유형: 도형 102"/>
              <p:cNvSpPr/>
              <p:nvPr/>
            </p:nvSpPr>
            <p:spPr>
              <a:xfrm>
                <a:off x="548386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7" name="자유형: 도형 103"/>
              <p:cNvSpPr/>
              <p:nvPr/>
            </p:nvSpPr>
            <p:spPr>
              <a:xfrm>
                <a:off x="903226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8" name="자유형: 도형 104"/>
              <p:cNvSpPr/>
              <p:nvPr/>
            </p:nvSpPr>
            <p:spPr>
              <a:xfrm>
                <a:off x="1263991" y="766797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49" name="자유형: 도형 105"/>
              <p:cNvSpPr/>
              <p:nvPr/>
            </p:nvSpPr>
            <p:spPr>
              <a:xfrm>
                <a:off x="1625613" y="766797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0" name="자유형: 도형 106"/>
              <p:cNvSpPr/>
              <p:nvPr/>
            </p:nvSpPr>
            <p:spPr>
              <a:xfrm>
                <a:off x="1986407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1" name="자유형: 도형 107"/>
              <p:cNvSpPr/>
              <p:nvPr/>
            </p:nvSpPr>
            <p:spPr>
              <a:xfrm>
                <a:off x="2348039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2" name="자유형: 도형 108"/>
              <p:cNvSpPr/>
              <p:nvPr/>
            </p:nvSpPr>
            <p:spPr>
              <a:xfrm>
                <a:off x="179958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3" name="자유형: 도형 109"/>
              <p:cNvSpPr/>
              <p:nvPr/>
            </p:nvSpPr>
            <p:spPr>
              <a:xfrm>
                <a:off x="548386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4" name="자유형: 도형 110"/>
              <p:cNvSpPr/>
              <p:nvPr/>
            </p:nvSpPr>
            <p:spPr>
              <a:xfrm>
                <a:off x="903226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5" name="자유형: 도형 111"/>
              <p:cNvSpPr/>
              <p:nvPr/>
            </p:nvSpPr>
            <p:spPr>
              <a:xfrm>
                <a:off x="1263152" y="1290313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6" name="자유형: 도형 112"/>
              <p:cNvSpPr/>
              <p:nvPr/>
            </p:nvSpPr>
            <p:spPr>
              <a:xfrm>
                <a:off x="1624775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7" name="자유형: 도형 113"/>
              <p:cNvSpPr/>
              <p:nvPr/>
            </p:nvSpPr>
            <p:spPr>
              <a:xfrm>
                <a:off x="1986407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8" name="자유형: 도형 114"/>
              <p:cNvSpPr/>
              <p:nvPr/>
            </p:nvSpPr>
            <p:spPr>
              <a:xfrm>
                <a:off x="2348039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59" name="자유형: 도형 115"/>
              <p:cNvSpPr/>
              <p:nvPr/>
            </p:nvSpPr>
            <p:spPr>
              <a:xfrm>
                <a:off x="179958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0" name="자유형: 도형 116"/>
              <p:cNvSpPr/>
              <p:nvPr/>
            </p:nvSpPr>
            <p:spPr>
              <a:xfrm>
                <a:off x="548386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1" name="자유형: 도형 117"/>
              <p:cNvSpPr/>
              <p:nvPr/>
            </p:nvSpPr>
            <p:spPr>
              <a:xfrm>
                <a:off x="903226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2" name="자유형: 도형 118"/>
              <p:cNvSpPr/>
              <p:nvPr/>
            </p:nvSpPr>
            <p:spPr>
              <a:xfrm>
                <a:off x="1263152" y="1804746"/>
                <a:ext cx="98471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3" name="자유형: 도형 119"/>
              <p:cNvSpPr/>
              <p:nvPr/>
            </p:nvSpPr>
            <p:spPr>
              <a:xfrm>
                <a:off x="1624775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4" name="자유형: 도형 120"/>
              <p:cNvSpPr/>
              <p:nvPr/>
            </p:nvSpPr>
            <p:spPr>
              <a:xfrm>
                <a:off x="1986407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5" name="자유형: 도형 121"/>
              <p:cNvSpPr/>
              <p:nvPr/>
            </p:nvSpPr>
            <p:spPr>
              <a:xfrm>
                <a:off x="903226" y="2327688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6" name="자유형: 도형 122"/>
              <p:cNvSpPr/>
              <p:nvPr/>
            </p:nvSpPr>
            <p:spPr>
              <a:xfrm>
                <a:off x="1263152" y="2327654"/>
                <a:ext cx="98471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67" name="자유형: 도형 123"/>
              <p:cNvSpPr/>
              <p:nvPr/>
            </p:nvSpPr>
            <p:spPr>
              <a:xfrm>
                <a:off x="1624775" y="2327688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grpSp>
        <p:nvGrpSpPr>
          <p:cNvPr id="829" name="그룹 126"/>
          <p:cNvGrpSpPr/>
          <p:nvPr/>
        </p:nvGrpSpPr>
        <p:grpSpPr>
          <a:xfrm>
            <a:off x="15973949" y="6165195"/>
            <a:ext cx="3354137" cy="3354139"/>
            <a:chOff x="0" y="0"/>
            <a:chExt cx="3354136" cy="3354137"/>
          </a:xfrm>
        </p:grpSpPr>
        <p:grpSp>
          <p:nvGrpSpPr>
            <p:cNvPr id="772" name="그룹 127"/>
            <p:cNvGrpSpPr/>
            <p:nvPr/>
          </p:nvGrpSpPr>
          <p:grpSpPr>
            <a:xfrm>
              <a:off x="0" y="-1"/>
              <a:ext cx="3354137" cy="3354139"/>
              <a:chOff x="0" y="0"/>
              <a:chExt cx="3354136" cy="3354137"/>
            </a:xfrm>
          </p:grpSpPr>
          <p:sp>
            <p:nvSpPr>
              <p:cNvPr id="770" name="자유형: 도형 184"/>
              <p:cNvSpPr/>
              <p:nvPr/>
            </p:nvSpPr>
            <p:spPr>
              <a:xfrm rot="16996800">
                <a:off x="282960" y="282961"/>
                <a:ext cx="2788217" cy="2788216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71" name="자유형: 도형 185"/>
              <p:cNvSpPr/>
              <p:nvPr/>
            </p:nvSpPr>
            <p:spPr>
              <a:xfrm>
                <a:off x="193586" y="194006"/>
                <a:ext cx="2966718" cy="2966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593" y="16762"/>
                      <a:pt x="16762" y="21593"/>
                      <a:pt x="10800" y="21600"/>
                    </a:cubicBezTo>
                    <a:close/>
                    <a:moveTo>
                      <a:pt x="10800" y="1300"/>
                    </a:moveTo>
                    <a:cubicBezTo>
                      <a:pt x="5553" y="1300"/>
                      <a:pt x="1300" y="5553"/>
                      <a:pt x="1300" y="10800"/>
                    </a:cubicBezTo>
                    <a:cubicBezTo>
                      <a:pt x="1300" y="16047"/>
                      <a:pt x="5553" y="20300"/>
                      <a:pt x="10800" y="20300"/>
                    </a:cubicBezTo>
                    <a:cubicBezTo>
                      <a:pt x="16047" y="20300"/>
                      <a:pt x="20300" y="16047"/>
                      <a:pt x="20300" y="10800"/>
                    </a:cubicBezTo>
                    <a:cubicBezTo>
                      <a:pt x="20293" y="5556"/>
                      <a:pt x="16044" y="1307"/>
                      <a:pt x="10800" y="130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828" name="그룹 128"/>
            <p:cNvGrpSpPr/>
            <p:nvPr/>
          </p:nvGrpSpPr>
          <p:grpSpPr>
            <a:xfrm>
              <a:off x="435618" y="458403"/>
              <a:ext cx="2446510" cy="2426156"/>
              <a:chOff x="0" y="2"/>
              <a:chExt cx="2446508" cy="2426155"/>
            </a:xfrm>
          </p:grpSpPr>
          <p:sp>
            <p:nvSpPr>
              <p:cNvPr id="773" name="자유형: 도형 129"/>
              <p:cNvSpPr/>
              <p:nvPr/>
            </p:nvSpPr>
            <p:spPr>
              <a:xfrm>
                <a:off x="1083184" y="5113"/>
                <a:ext cx="98470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74" name="자유형: 도형 130"/>
              <p:cNvSpPr/>
              <p:nvPr/>
            </p:nvSpPr>
            <p:spPr>
              <a:xfrm>
                <a:off x="1445066" y="2"/>
                <a:ext cx="98477" cy="9847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75" name="자유형: 도형 131"/>
              <p:cNvSpPr/>
              <p:nvPr/>
            </p:nvSpPr>
            <p:spPr>
              <a:xfrm>
                <a:off x="361622" y="519547"/>
                <a:ext cx="96805" cy="98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597" extrusionOk="0">
                    <a:moveTo>
                      <a:pt x="21393" y="10800"/>
                    </a:moveTo>
                    <a:cubicBezTo>
                      <a:pt x="21600" y="16554"/>
                      <a:pt x="17067" y="21387"/>
                      <a:pt x="11267" y="21592"/>
                    </a:cubicBezTo>
                    <a:cubicBezTo>
                      <a:pt x="11139" y="21594"/>
                      <a:pt x="11011" y="21597"/>
                      <a:pt x="10885" y="21597"/>
                    </a:cubicBezTo>
                    <a:cubicBezTo>
                      <a:pt x="4873" y="21597"/>
                      <a:pt x="0" y="16762"/>
                      <a:pt x="0" y="10800"/>
                    </a:cubicBezTo>
                    <a:cubicBezTo>
                      <a:pt x="0" y="4835"/>
                      <a:pt x="4873" y="0"/>
                      <a:pt x="10885" y="0"/>
                    </a:cubicBezTo>
                    <a:cubicBezTo>
                      <a:pt x="16687" y="-3"/>
                      <a:pt x="21396" y="4661"/>
                      <a:pt x="21398" y="10420"/>
                    </a:cubicBezTo>
                    <a:cubicBezTo>
                      <a:pt x="21398" y="10545"/>
                      <a:pt x="21398" y="10672"/>
                      <a:pt x="21393" y="10800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76" name="자유형: 도형 132"/>
              <p:cNvSpPr/>
              <p:nvPr/>
            </p:nvSpPr>
            <p:spPr>
              <a:xfrm>
                <a:off x="718164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77" name="자유형: 도형 133"/>
              <p:cNvSpPr/>
              <p:nvPr/>
            </p:nvSpPr>
            <p:spPr>
              <a:xfrm>
                <a:off x="1083184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78" name="자유형: 도형 134"/>
              <p:cNvSpPr/>
              <p:nvPr/>
            </p:nvSpPr>
            <p:spPr>
              <a:xfrm>
                <a:off x="1444816" y="519523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79" name="자유형: 도형 135"/>
              <p:cNvSpPr/>
              <p:nvPr/>
            </p:nvSpPr>
            <p:spPr>
              <a:xfrm>
                <a:off x="1806439" y="5195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0" name="자유형: 도형 136"/>
              <p:cNvSpPr/>
              <p:nvPr/>
            </p:nvSpPr>
            <p:spPr>
              <a:xfrm>
                <a:off x="2166379" y="519523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1" name="자유형: 도형 137"/>
              <p:cNvSpPr/>
              <p:nvPr/>
            </p:nvSpPr>
            <p:spPr>
              <a:xfrm>
                <a:off x="0" y="103398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2" name="자유형: 도형 138"/>
              <p:cNvSpPr/>
              <p:nvPr/>
            </p:nvSpPr>
            <p:spPr>
              <a:xfrm>
                <a:off x="361622" y="1035648"/>
                <a:ext cx="96810" cy="96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6" extrusionOk="0">
                    <a:moveTo>
                      <a:pt x="21390" y="10514"/>
                    </a:moveTo>
                    <a:cubicBezTo>
                      <a:pt x="21597" y="16312"/>
                      <a:pt x="17065" y="21181"/>
                      <a:pt x="11265" y="21388"/>
                    </a:cubicBezTo>
                    <a:cubicBezTo>
                      <a:pt x="11137" y="21393"/>
                      <a:pt x="11009" y="21396"/>
                      <a:pt x="10883" y="21396"/>
                    </a:cubicBezTo>
                    <a:cubicBezTo>
                      <a:pt x="4872" y="21396"/>
                      <a:pt x="0" y="16524"/>
                      <a:pt x="0" y="10514"/>
                    </a:cubicBezTo>
                    <a:cubicBezTo>
                      <a:pt x="-3" y="4710"/>
                      <a:pt x="4697" y="5"/>
                      <a:pt x="10501" y="0"/>
                    </a:cubicBezTo>
                    <a:cubicBezTo>
                      <a:pt x="10627" y="0"/>
                      <a:pt x="10755" y="3"/>
                      <a:pt x="10883" y="8"/>
                    </a:cubicBezTo>
                    <a:cubicBezTo>
                      <a:pt x="16473" y="-204"/>
                      <a:pt x="21178" y="4158"/>
                      <a:pt x="21390" y="9750"/>
                    </a:cubicBezTo>
                    <a:cubicBezTo>
                      <a:pt x="21401" y="10003"/>
                      <a:pt x="21401" y="10260"/>
                      <a:pt x="21390" y="1051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3" name="자유형: 도형 139"/>
              <p:cNvSpPr/>
              <p:nvPr/>
            </p:nvSpPr>
            <p:spPr>
              <a:xfrm>
                <a:off x="719005" y="104307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2" y="2713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4" name="자유형: 도형 140"/>
              <p:cNvSpPr/>
              <p:nvPr/>
            </p:nvSpPr>
            <p:spPr>
              <a:xfrm>
                <a:off x="1084853" y="1035648"/>
                <a:ext cx="96810" cy="96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6" h="21398" extrusionOk="0">
                    <a:moveTo>
                      <a:pt x="21396" y="10515"/>
                    </a:moveTo>
                    <a:cubicBezTo>
                      <a:pt x="21396" y="16526"/>
                      <a:pt x="16524" y="21398"/>
                      <a:pt x="10514" y="21398"/>
                    </a:cubicBezTo>
                    <a:cubicBezTo>
                      <a:pt x="4713" y="21401"/>
                      <a:pt x="5" y="16701"/>
                      <a:pt x="0" y="10897"/>
                    </a:cubicBezTo>
                    <a:cubicBezTo>
                      <a:pt x="0" y="10768"/>
                      <a:pt x="3" y="10643"/>
                      <a:pt x="8" y="10515"/>
                    </a:cubicBezTo>
                    <a:cubicBezTo>
                      <a:pt x="-204" y="4922"/>
                      <a:pt x="4158" y="220"/>
                      <a:pt x="9750" y="8"/>
                    </a:cubicBezTo>
                    <a:cubicBezTo>
                      <a:pt x="10003" y="-3"/>
                      <a:pt x="10260" y="-3"/>
                      <a:pt x="10514" y="8"/>
                    </a:cubicBezTo>
                    <a:cubicBezTo>
                      <a:pt x="16312" y="-199"/>
                      <a:pt x="21181" y="4333"/>
                      <a:pt x="21388" y="10133"/>
                    </a:cubicBezTo>
                    <a:cubicBezTo>
                      <a:pt x="21391" y="10261"/>
                      <a:pt x="21396" y="10386"/>
                      <a:pt x="21396" y="10515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5" name="자유형: 도형 141"/>
              <p:cNvSpPr/>
              <p:nvPr/>
            </p:nvSpPr>
            <p:spPr>
              <a:xfrm>
                <a:off x="1444816" y="1033980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6" name="자유형: 도형 142"/>
              <p:cNvSpPr/>
              <p:nvPr/>
            </p:nvSpPr>
            <p:spPr>
              <a:xfrm>
                <a:off x="1806439" y="103398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7" name="자유형: 도형 143"/>
              <p:cNvSpPr/>
              <p:nvPr/>
            </p:nvSpPr>
            <p:spPr>
              <a:xfrm>
                <a:off x="2167220" y="104307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4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4" y="2713"/>
                      <a:pt x="6633" y="-842"/>
                      <a:pt x="12243" y="173"/>
                    </a:cubicBezTo>
                    <a:cubicBezTo>
                      <a:pt x="16424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8" name="자유형: 도형 144"/>
              <p:cNvSpPr/>
              <p:nvPr/>
            </p:nvSpPr>
            <p:spPr>
              <a:xfrm>
                <a:off x="28" y="1550105"/>
                <a:ext cx="98471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89" name="자유형: 도형 145"/>
              <p:cNvSpPr/>
              <p:nvPr/>
            </p:nvSpPr>
            <p:spPr>
              <a:xfrm>
                <a:off x="352512" y="1549251"/>
                <a:ext cx="105925" cy="98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14" h="20667" extrusionOk="0">
                    <a:moveTo>
                      <a:pt x="20608" y="10154"/>
                    </a:moveTo>
                    <a:cubicBezTo>
                      <a:pt x="20790" y="15659"/>
                      <a:pt x="16797" y="20283"/>
                      <a:pt x="11692" y="20479"/>
                    </a:cubicBezTo>
                    <a:cubicBezTo>
                      <a:pt x="11581" y="20484"/>
                      <a:pt x="11468" y="20487"/>
                      <a:pt x="11355" y="20487"/>
                    </a:cubicBezTo>
                    <a:cubicBezTo>
                      <a:pt x="6155" y="21540"/>
                      <a:pt x="1146" y="17851"/>
                      <a:pt x="167" y="12243"/>
                    </a:cubicBezTo>
                    <a:cubicBezTo>
                      <a:pt x="-810" y="6636"/>
                      <a:pt x="2611" y="1234"/>
                      <a:pt x="7812" y="179"/>
                    </a:cubicBezTo>
                    <a:cubicBezTo>
                      <a:pt x="8984" y="-60"/>
                      <a:pt x="10185" y="-60"/>
                      <a:pt x="11355" y="179"/>
                    </a:cubicBezTo>
                    <a:cubicBezTo>
                      <a:pt x="16465" y="179"/>
                      <a:pt x="20608" y="4646"/>
                      <a:pt x="20608" y="1015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0" name="자유형: 도형 146"/>
              <p:cNvSpPr/>
              <p:nvPr/>
            </p:nvSpPr>
            <p:spPr>
              <a:xfrm>
                <a:off x="719005" y="1557500"/>
                <a:ext cx="98483" cy="984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8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2"/>
                      <a:pt x="179" y="8118"/>
                    </a:cubicBezTo>
                    <a:cubicBezTo>
                      <a:pt x="1232" y="2715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1" name="자유형: 도형 147"/>
              <p:cNvSpPr/>
              <p:nvPr/>
            </p:nvSpPr>
            <p:spPr>
              <a:xfrm>
                <a:off x="1092274" y="1550105"/>
                <a:ext cx="89380" cy="967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608"/>
                    </a:moveTo>
                    <a:cubicBezTo>
                      <a:pt x="20638" y="16680"/>
                      <a:pt x="15550" y="21597"/>
                      <a:pt x="9268" y="21597"/>
                    </a:cubicBezTo>
                    <a:cubicBezTo>
                      <a:pt x="3098" y="20474"/>
                      <a:pt x="-962" y="14730"/>
                      <a:pt x="197" y="8766"/>
                    </a:cubicBezTo>
                    <a:cubicBezTo>
                      <a:pt x="1064" y="4320"/>
                      <a:pt x="4664" y="837"/>
                      <a:pt x="9268" y="0"/>
                    </a:cubicBezTo>
                    <a:cubicBezTo>
                      <a:pt x="15397" y="-3"/>
                      <a:pt x="20427" y="4690"/>
                      <a:pt x="20638" y="1060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2" name="자유형: 도형 148"/>
              <p:cNvSpPr/>
              <p:nvPr/>
            </p:nvSpPr>
            <p:spPr>
              <a:xfrm>
                <a:off x="1444846" y="1550105"/>
                <a:ext cx="98480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3" name="자유형: 도형 149"/>
              <p:cNvSpPr/>
              <p:nvPr/>
            </p:nvSpPr>
            <p:spPr>
              <a:xfrm>
                <a:off x="1806468" y="1550105"/>
                <a:ext cx="98480" cy="9846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4" name="자유형: 도형 150"/>
              <p:cNvSpPr/>
              <p:nvPr/>
            </p:nvSpPr>
            <p:spPr>
              <a:xfrm>
                <a:off x="2166384" y="1550079"/>
                <a:ext cx="98480" cy="98478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5" name="자유형: 도형 151"/>
              <p:cNvSpPr/>
              <p:nvPr/>
            </p:nvSpPr>
            <p:spPr>
              <a:xfrm>
                <a:off x="352512" y="2063684"/>
                <a:ext cx="105918" cy="984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83" h="20667" extrusionOk="0">
                    <a:moveTo>
                      <a:pt x="20778" y="10511"/>
                    </a:moveTo>
                    <a:cubicBezTo>
                      <a:pt x="20778" y="16020"/>
                      <a:pt x="16601" y="20487"/>
                      <a:pt x="11449" y="20487"/>
                    </a:cubicBezTo>
                    <a:cubicBezTo>
                      <a:pt x="6206" y="21540"/>
                      <a:pt x="1155" y="17851"/>
                      <a:pt x="168" y="12243"/>
                    </a:cubicBezTo>
                    <a:cubicBezTo>
                      <a:pt x="-817" y="6633"/>
                      <a:pt x="2633" y="1234"/>
                      <a:pt x="7876" y="179"/>
                    </a:cubicBezTo>
                    <a:cubicBezTo>
                      <a:pt x="9058" y="-60"/>
                      <a:pt x="10269" y="-60"/>
                      <a:pt x="11449" y="179"/>
                    </a:cubicBezTo>
                    <a:cubicBezTo>
                      <a:pt x="16601" y="176"/>
                      <a:pt x="20781" y="4638"/>
                      <a:pt x="20783" y="10146"/>
                    </a:cubicBezTo>
                    <a:cubicBezTo>
                      <a:pt x="20783" y="10268"/>
                      <a:pt x="20781" y="10390"/>
                      <a:pt x="20778" y="10511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6" name="자유형: 도형 152"/>
              <p:cNvSpPr/>
              <p:nvPr/>
            </p:nvSpPr>
            <p:spPr>
              <a:xfrm>
                <a:off x="718164" y="2064535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7" name="자유형: 도형 153"/>
              <p:cNvSpPr/>
              <p:nvPr/>
            </p:nvSpPr>
            <p:spPr>
              <a:xfrm>
                <a:off x="1092274" y="2064535"/>
                <a:ext cx="89380" cy="967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989"/>
                    </a:moveTo>
                    <a:cubicBezTo>
                      <a:pt x="20427" y="16907"/>
                      <a:pt x="15397" y="21600"/>
                      <a:pt x="9268" y="21597"/>
                    </a:cubicBezTo>
                    <a:cubicBezTo>
                      <a:pt x="3098" y="20474"/>
                      <a:pt x="-962" y="14730"/>
                      <a:pt x="197" y="8767"/>
                    </a:cubicBezTo>
                    <a:cubicBezTo>
                      <a:pt x="1064" y="4320"/>
                      <a:pt x="4664" y="838"/>
                      <a:pt x="9268" y="0"/>
                    </a:cubicBezTo>
                    <a:cubicBezTo>
                      <a:pt x="15550" y="0"/>
                      <a:pt x="20638" y="4917"/>
                      <a:pt x="20638" y="10989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8" name="자유형: 도형 154"/>
              <p:cNvSpPr/>
              <p:nvPr/>
            </p:nvSpPr>
            <p:spPr>
              <a:xfrm>
                <a:off x="1444816" y="2064535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799" name="자유형: 도형 155"/>
              <p:cNvSpPr/>
              <p:nvPr/>
            </p:nvSpPr>
            <p:spPr>
              <a:xfrm>
                <a:off x="1806439" y="2064535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0" name="자유형: 도형 156"/>
              <p:cNvSpPr/>
              <p:nvPr/>
            </p:nvSpPr>
            <p:spPr>
              <a:xfrm>
                <a:off x="548386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1" name="자유형: 도형 157"/>
              <p:cNvSpPr/>
              <p:nvPr/>
            </p:nvSpPr>
            <p:spPr>
              <a:xfrm>
                <a:off x="903226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2" name="자유형: 도형 158"/>
              <p:cNvSpPr/>
              <p:nvPr/>
            </p:nvSpPr>
            <p:spPr>
              <a:xfrm>
                <a:off x="1263991" y="252364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3" name="자유형: 도형 159"/>
              <p:cNvSpPr/>
              <p:nvPr/>
            </p:nvSpPr>
            <p:spPr>
              <a:xfrm>
                <a:off x="1624775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4" name="자유형: 도형 160"/>
              <p:cNvSpPr/>
              <p:nvPr/>
            </p:nvSpPr>
            <p:spPr>
              <a:xfrm>
                <a:off x="1986407" y="261484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5" name="자유형: 도형 161"/>
              <p:cNvSpPr/>
              <p:nvPr/>
            </p:nvSpPr>
            <p:spPr>
              <a:xfrm>
                <a:off x="181626" y="775917"/>
                <a:ext cx="96810" cy="96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5" extrusionOk="0">
                    <a:moveTo>
                      <a:pt x="21398" y="10882"/>
                    </a:moveTo>
                    <a:cubicBezTo>
                      <a:pt x="21401" y="16683"/>
                      <a:pt x="16701" y="21391"/>
                      <a:pt x="10897" y="21393"/>
                    </a:cubicBezTo>
                    <a:cubicBezTo>
                      <a:pt x="10768" y="21393"/>
                      <a:pt x="10643" y="21393"/>
                      <a:pt x="10515" y="21388"/>
                    </a:cubicBezTo>
                    <a:cubicBezTo>
                      <a:pt x="4922" y="21600"/>
                      <a:pt x="220" y="17238"/>
                      <a:pt x="8" y="11646"/>
                    </a:cubicBezTo>
                    <a:cubicBezTo>
                      <a:pt x="-3" y="11393"/>
                      <a:pt x="-3" y="11136"/>
                      <a:pt x="8" y="10882"/>
                    </a:cubicBezTo>
                    <a:cubicBezTo>
                      <a:pt x="-199" y="5084"/>
                      <a:pt x="4333" y="215"/>
                      <a:pt x="10133" y="8"/>
                    </a:cubicBezTo>
                    <a:cubicBezTo>
                      <a:pt x="10261" y="3"/>
                      <a:pt x="10386" y="0"/>
                      <a:pt x="10515" y="0"/>
                    </a:cubicBezTo>
                    <a:cubicBezTo>
                      <a:pt x="16526" y="0"/>
                      <a:pt x="21398" y="4872"/>
                      <a:pt x="21398" y="10882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6" name="자유형: 도형 162"/>
              <p:cNvSpPr/>
              <p:nvPr/>
            </p:nvSpPr>
            <p:spPr>
              <a:xfrm>
                <a:off x="548386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7" name="자유형: 도형 163"/>
              <p:cNvSpPr/>
              <p:nvPr/>
            </p:nvSpPr>
            <p:spPr>
              <a:xfrm>
                <a:off x="903226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8" name="자유형: 도형 164"/>
              <p:cNvSpPr/>
              <p:nvPr/>
            </p:nvSpPr>
            <p:spPr>
              <a:xfrm>
                <a:off x="1263991" y="766797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09" name="자유형: 도형 165"/>
              <p:cNvSpPr/>
              <p:nvPr/>
            </p:nvSpPr>
            <p:spPr>
              <a:xfrm>
                <a:off x="1625613" y="766797"/>
                <a:ext cx="98483" cy="984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0" name="자유형: 도형 166"/>
              <p:cNvSpPr/>
              <p:nvPr/>
            </p:nvSpPr>
            <p:spPr>
              <a:xfrm>
                <a:off x="1986407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1" name="자유형: 도형 167"/>
              <p:cNvSpPr/>
              <p:nvPr/>
            </p:nvSpPr>
            <p:spPr>
              <a:xfrm>
                <a:off x="2348039" y="77591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2" name="자유형: 도형 168"/>
              <p:cNvSpPr/>
              <p:nvPr/>
            </p:nvSpPr>
            <p:spPr>
              <a:xfrm>
                <a:off x="179958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3" name="자유형: 도형 169"/>
              <p:cNvSpPr/>
              <p:nvPr/>
            </p:nvSpPr>
            <p:spPr>
              <a:xfrm>
                <a:off x="548386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4" name="자유형: 도형 170"/>
              <p:cNvSpPr/>
              <p:nvPr/>
            </p:nvSpPr>
            <p:spPr>
              <a:xfrm>
                <a:off x="903226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5" name="자유형: 도형 171"/>
              <p:cNvSpPr/>
              <p:nvPr/>
            </p:nvSpPr>
            <p:spPr>
              <a:xfrm>
                <a:off x="1263152" y="1290313"/>
                <a:ext cx="98471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6" name="자유형: 도형 172"/>
              <p:cNvSpPr/>
              <p:nvPr/>
            </p:nvSpPr>
            <p:spPr>
              <a:xfrm>
                <a:off x="1624775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7" name="자유형: 도형 173"/>
              <p:cNvSpPr/>
              <p:nvPr/>
            </p:nvSpPr>
            <p:spPr>
              <a:xfrm>
                <a:off x="1986407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8" name="자유형: 도형 174"/>
              <p:cNvSpPr/>
              <p:nvPr/>
            </p:nvSpPr>
            <p:spPr>
              <a:xfrm>
                <a:off x="2348039" y="1290347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19" name="자유형: 도형 175"/>
              <p:cNvSpPr/>
              <p:nvPr/>
            </p:nvSpPr>
            <p:spPr>
              <a:xfrm>
                <a:off x="179958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0" name="자유형: 도형 176"/>
              <p:cNvSpPr/>
              <p:nvPr/>
            </p:nvSpPr>
            <p:spPr>
              <a:xfrm>
                <a:off x="548386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1" name="자유형: 도형 177"/>
              <p:cNvSpPr/>
              <p:nvPr/>
            </p:nvSpPr>
            <p:spPr>
              <a:xfrm>
                <a:off x="903226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2" name="자유형: 도형 178"/>
              <p:cNvSpPr/>
              <p:nvPr/>
            </p:nvSpPr>
            <p:spPr>
              <a:xfrm>
                <a:off x="1263152" y="1804746"/>
                <a:ext cx="98471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3" name="자유형: 도형 179"/>
              <p:cNvSpPr/>
              <p:nvPr/>
            </p:nvSpPr>
            <p:spPr>
              <a:xfrm>
                <a:off x="1624775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4" name="자유형: 도형 180"/>
              <p:cNvSpPr/>
              <p:nvPr/>
            </p:nvSpPr>
            <p:spPr>
              <a:xfrm>
                <a:off x="1986407" y="1804770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5" name="자유형: 도형 181"/>
              <p:cNvSpPr/>
              <p:nvPr/>
            </p:nvSpPr>
            <p:spPr>
              <a:xfrm>
                <a:off x="903226" y="2327688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6" name="자유형: 도형 182"/>
              <p:cNvSpPr/>
              <p:nvPr/>
            </p:nvSpPr>
            <p:spPr>
              <a:xfrm>
                <a:off x="1263152" y="2327654"/>
                <a:ext cx="98471" cy="9847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27" name="자유형: 도형 183"/>
              <p:cNvSpPr/>
              <p:nvPr/>
            </p:nvSpPr>
            <p:spPr>
              <a:xfrm>
                <a:off x="1624775" y="2327688"/>
                <a:ext cx="98470" cy="98470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sp>
        <p:nvSpPr>
          <p:cNvPr id="830" name="이등변 삼각형 199"/>
          <p:cNvSpPr/>
          <p:nvPr/>
        </p:nvSpPr>
        <p:spPr>
          <a:xfrm rot="10800000" flipH="1">
            <a:off x="11017853" y="5989473"/>
            <a:ext cx="2228536" cy="889822"/>
          </a:xfrm>
          <a:prstGeom prst="triangle">
            <a:avLst/>
          </a:prstGeom>
          <a:solidFill>
            <a:srgbClr val="6AD0E6"/>
          </a:solidFill>
          <a:ln w="12700">
            <a:miter lim="400000"/>
          </a:ln>
          <a:effectLst>
            <a:outerShdw blurRad="101600" dist="127000" dir="5400000" rotWithShape="0">
              <a:srgbClr val="000000">
                <a:alpha val="25000"/>
              </a:srgbClr>
            </a:outerShdw>
          </a:effectLst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831" name="이등변 삼각형 200"/>
          <p:cNvSpPr/>
          <p:nvPr/>
        </p:nvSpPr>
        <p:spPr>
          <a:xfrm>
            <a:off x="11115484" y="8807680"/>
            <a:ext cx="2228536" cy="889821"/>
          </a:xfrm>
          <a:prstGeom prst="triangle">
            <a:avLst/>
          </a:prstGeom>
          <a:solidFill>
            <a:srgbClr val="F86805"/>
          </a:solidFill>
          <a:ln w="12700">
            <a:miter lim="400000"/>
          </a:ln>
          <a:effectLst>
            <a:outerShdw blurRad="101600" dist="101600" dir="16200000" rotWithShape="0">
              <a:srgbClr val="000000">
                <a:alpha val="25000"/>
              </a:srgbClr>
            </a:outerShdw>
          </a:effectLst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832" name="TextBox 203"/>
          <p:cNvSpPr txBox="1"/>
          <p:nvPr/>
        </p:nvSpPr>
        <p:spPr>
          <a:xfrm>
            <a:off x="7801240" y="3875732"/>
            <a:ext cx="2247901" cy="7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4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스윙 분석</a:t>
            </a:r>
          </a:p>
        </p:txBody>
      </p:sp>
      <p:sp>
        <p:nvSpPr>
          <p:cNvPr id="833" name="TextBox 204"/>
          <p:cNvSpPr txBox="1"/>
          <p:nvPr/>
        </p:nvSpPr>
        <p:spPr>
          <a:xfrm>
            <a:off x="13941205" y="11009173"/>
            <a:ext cx="2725421" cy="7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4000" b="1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비거리 분석</a:t>
            </a:r>
          </a:p>
        </p:txBody>
      </p:sp>
      <p:sp>
        <p:nvSpPr>
          <p:cNvPr id="834" name="직사각형 206"/>
          <p:cNvSpPr txBox="1"/>
          <p:nvPr/>
        </p:nvSpPr>
        <p:spPr>
          <a:xfrm>
            <a:off x="13209996" y="3270162"/>
            <a:ext cx="9063701" cy="2033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3200">
                <a:ln w="9525" cap="flat">
                  <a:solidFill>
                    <a:srgbClr val="000000">
                      <a:alpha val="0"/>
                    </a:srgbClr>
                  </a:solidFill>
                  <a:prstDash val="solid"/>
                  <a:round/>
                </a:ln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스윙 자세부터 빠르기, 일관성과 같은 다양한 복합적 요소측정 후 분석하여 향상된 결과의 스윙을 사용자가 낼 수 있도록 도움을 줍니다. </a:t>
            </a:r>
          </a:p>
        </p:txBody>
      </p:sp>
      <p:sp>
        <p:nvSpPr>
          <p:cNvPr id="835" name="TextBox 207"/>
          <p:cNvSpPr txBox="1"/>
          <p:nvPr/>
        </p:nvSpPr>
        <p:spPr>
          <a:xfrm>
            <a:off x="14160002" y="5089990"/>
            <a:ext cx="2247901" cy="7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6AD0E6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스윙 분석</a:t>
            </a:r>
          </a:p>
        </p:txBody>
      </p:sp>
      <p:sp>
        <p:nvSpPr>
          <p:cNvPr id="836" name="직사각형 208"/>
          <p:cNvSpPr txBox="1"/>
          <p:nvPr/>
        </p:nvSpPr>
        <p:spPr>
          <a:xfrm>
            <a:off x="3270697" y="10980746"/>
            <a:ext cx="9063701" cy="2134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3200">
                <a:ln w="9525" cap="flat">
                  <a:solidFill>
                    <a:srgbClr val="000000">
                      <a:alpha val="0"/>
                    </a:srgbClr>
                  </a:solidFill>
                  <a:prstDash val="solid"/>
                  <a:round/>
                </a:ln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비거리의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, 10m </a:t>
            </a:r>
            <a:r>
              <a:rPr dirty="0" err="1"/>
              <a:t>당</a:t>
            </a:r>
            <a:r>
              <a:rPr dirty="0"/>
              <a:t> </a:t>
            </a:r>
            <a:r>
              <a:rPr dirty="0" err="1"/>
              <a:t>한클럽의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만큼</a:t>
            </a:r>
            <a:endParaRPr dirty="0"/>
          </a:p>
          <a:p>
            <a:pPr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3200">
                <a:ln w="9525" cap="flat">
                  <a:solidFill>
                    <a:srgbClr val="000000">
                      <a:alpha val="0"/>
                    </a:srgbClr>
                  </a:solidFill>
                  <a:prstDash val="solid"/>
                  <a:round/>
                </a:ln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체형과</a:t>
            </a:r>
            <a:r>
              <a:rPr dirty="0"/>
              <a:t> </a:t>
            </a:r>
            <a:r>
              <a:rPr dirty="0" err="1"/>
              <a:t>자세에서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길고</a:t>
            </a:r>
            <a:r>
              <a:rPr dirty="0"/>
              <a:t> </a:t>
            </a:r>
            <a:r>
              <a:rPr dirty="0" err="1"/>
              <a:t>일관된</a:t>
            </a:r>
            <a:r>
              <a:rPr dirty="0"/>
              <a:t> </a:t>
            </a:r>
            <a:r>
              <a:rPr dirty="0" err="1"/>
              <a:t>비거리를</a:t>
            </a:r>
            <a:r>
              <a:rPr lang="ko-KR" altLang="en-US" dirty="0"/>
              <a:t> </a:t>
            </a:r>
            <a:r>
              <a:rPr dirty="0" err="1"/>
              <a:t>만들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있게</a:t>
            </a:r>
            <a:r>
              <a:rPr dirty="0"/>
              <a:t> </a:t>
            </a:r>
            <a:r>
              <a:rPr dirty="0" err="1"/>
              <a:t>도움을</a:t>
            </a:r>
            <a:r>
              <a:rPr dirty="0"/>
              <a:t> </a:t>
            </a:r>
            <a:r>
              <a:rPr dirty="0" err="1"/>
              <a:t>줍니다</a:t>
            </a:r>
            <a:r>
              <a:rPr dirty="0"/>
              <a:t>.  </a:t>
            </a:r>
          </a:p>
          <a:p>
            <a:pPr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3200">
                <a:ln w="9525" cap="flat">
                  <a:solidFill>
                    <a:srgbClr val="000000">
                      <a:alpha val="0"/>
                    </a:srgbClr>
                  </a:solidFill>
                  <a:prstDash val="solid"/>
                  <a:round/>
                </a:ln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</a:p>
        </p:txBody>
      </p:sp>
      <p:sp>
        <p:nvSpPr>
          <p:cNvPr id="837" name="TextBox 209"/>
          <p:cNvSpPr txBox="1"/>
          <p:nvPr/>
        </p:nvSpPr>
        <p:spPr>
          <a:xfrm>
            <a:off x="8217816" y="9830878"/>
            <a:ext cx="2725421" cy="767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r" defTabSz="18288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F86805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비거리 분석</a:t>
            </a:r>
          </a:p>
        </p:txBody>
      </p:sp>
      <p:grpSp>
        <p:nvGrpSpPr>
          <p:cNvPr id="840" name="그룹 235"/>
          <p:cNvGrpSpPr/>
          <p:nvPr/>
        </p:nvGrpSpPr>
        <p:grpSpPr>
          <a:xfrm>
            <a:off x="19654719" y="4670202"/>
            <a:ext cx="704796" cy="1601168"/>
            <a:chOff x="0" y="0"/>
            <a:chExt cx="704795" cy="1601167"/>
          </a:xfrm>
        </p:grpSpPr>
        <p:sp>
          <p:nvSpPr>
            <p:cNvPr id="838" name="자유형: 도형 228"/>
            <p:cNvSpPr/>
            <p:nvPr/>
          </p:nvSpPr>
          <p:spPr>
            <a:xfrm>
              <a:off x="-1" y="0"/>
              <a:ext cx="704797" cy="1220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4" extrusionOk="0">
                  <a:moveTo>
                    <a:pt x="4" y="15145"/>
                  </a:moveTo>
                  <a:cubicBezTo>
                    <a:pt x="-148" y="18573"/>
                    <a:pt x="4529" y="21424"/>
                    <a:pt x="10451" y="21512"/>
                  </a:cubicBezTo>
                  <a:cubicBezTo>
                    <a:pt x="16372" y="21600"/>
                    <a:pt x="21296" y="18892"/>
                    <a:pt x="21447" y="15463"/>
                  </a:cubicBezTo>
                  <a:cubicBezTo>
                    <a:pt x="21452" y="15357"/>
                    <a:pt x="21452" y="15251"/>
                    <a:pt x="21447" y="15145"/>
                  </a:cubicBezTo>
                  <a:cubicBezTo>
                    <a:pt x="21447" y="11715"/>
                    <a:pt x="16645" y="0"/>
                    <a:pt x="10722" y="0"/>
                  </a:cubicBezTo>
                  <a:cubicBezTo>
                    <a:pt x="4800" y="0"/>
                    <a:pt x="4" y="11715"/>
                    <a:pt x="4" y="15145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839" name="자유형: 도형 229"/>
            <p:cNvSpPr/>
            <p:nvPr/>
          </p:nvSpPr>
          <p:spPr>
            <a:xfrm>
              <a:off x="81431" y="602602"/>
              <a:ext cx="533834" cy="99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21" h="21147" extrusionOk="0">
                  <a:moveTo>
                    <a:pt x="3674" y="2624"/>
                  </a:moveTo>
                  <a:cubicBezTo>
                    <a:pt x="5900" y="2183"/>
                    <a:pt x="6081" y="4584"/>
                    <a:pt x="6609" y="5501"/>
                  </a:cubicBezTo>
                  <a:cubicBezTo>
                    <a:pt x="8958" y="9514"/>
                    <a:pt x="10665" y="7314"/>
                    <a:pt x="11489" y="4187"/>
                  </a:cubicBezTo>
                  <a:cubicBezTo>
                    <a:pt x="12066" y="1997"/>
                    <a:pt x="11695" y="880"/>
                    <a:pt x="12775" y="213"/>
                  </a:cubicBezTo>
                  <a:cubicBezTo>
                    <a:pt x="13855" y="-453"/>
                    <a:pt x="14490" y="605"/>
                    <a:pt x="14268" y="1110"/>
                  </a:cubicBezTo>
                  <a:cubicBezTo>
                    <a:pt x="13847" y="2090"/>
                    <a:pt x="11547" y="5898"/>
                    <a:pt x="11943" y="6878"/>
                  </a:cubicBezTo>
                  <a:cubicBezTo>
                    <a:pt x="12825" y="9024"/>
                    <a:pt x="17293" y="5996"/>
                    <a:pt x="18752" y="6750"/>
                  </a:cubicBezTo>
                  <a:cubicBezTo>
                    <a:pt x="20863" y="7838"/>
                    <a:pt x="9824" y="8309"/>
                    <a:pt x="10319" y="11160"/>
                  </a:cubicBezTo>
                  <a:lnTo>
                    <a:pt x="12108" y="21147"/>
                  </a:lnTo>
                  <a:lnTo>
                    <a:pt x="6699" y="21147"/>
                  </a:lnTo>
                  <a:lnTo>
                    <a:pt x="8002" y="11160"/>
                  </a:lnTo>
                  <a:cubicBezTo>
                    <a:pt x="8084" y="9842"/>
                    <a:pt x="5628" y="8740"/>
                    <a:pt x="3880" y="8191"/>
                  </a:cubicBezTo>
                  <a:cubicBezTo>
                    <a:pt x="1695" y="7500"/>
                    <a:pt x="-737" y="7255"/>
                    <a:pt x="211" y="6789"/>
                  </a:cubicBezTo>
                  <a:cubicBezTo>
                    <a:pt x="1390" y="6216"/>
                    <a:pt x="4712" y="8578"/>
                    <a:pt x="5751" y="7221"/>
                  </a:cubicBezTo>
                  <a:cubicBezTo>
                    <a:pt x="6180" y="6667"/>
                    <a:pt x="5578" y="5618"/>
                    <a:pt x="5207" y="5099"/>
                  </a:cubicBezTo>
                  <a:cubicBezTo>
                    <a:pt x="4267" y="3791"/>
                    <a:pt x="2684" y="2815"/>
                    <a:pt x="3674" y="2624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grpSp>
        <p:nvGrpSpPr>
          <p:cNvPr id="843" name="그룹 236"/>
          <p:cNvGrpSpPr/>
          <p:nvPr/>
        </p:nvGrpSpPr>
        <p:grpSpPr>
          <a:xfrm>
            <a:off x="19226601" y="5500446"/>
            <a:ext cx="354481" cy="779527"/>
            <a:chOff x="0" y="0"/>
            <a:chExt cx="354479" cy="779525"/>
          </a:xfrm>
        </p:grpSpPr>
        <p:sp>
          <p:nvSpPr>
            <p:cNvPr id="841" name="자유형: 도형 230"/>
            <p:cNvSpPr/>
            <p:nvPr/>
          </p:nvSpPr>
          <p:spPr>
            <a:xfrm>
              <a:off x="0" y="0"/>
              <a:ext cx="354480" cy="555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706"/>
                  </a:moveTo>
                  <a:cubicBezTo>
                    <a:pt x="21600" y="18513"/>
                    <a:pt x="16765" y="21600"/>
                    <a:pt x="10800" y="21600"/>
                  </a:cubicBezTo>
                  <a:cubicBezTo>
                    <a:pt x="4835" y="21600"/>
                    <a:pt x="0" y="18513"/>
                    <a:pt x="0" y="14706"/>
                  </a:cubicBezTo>
                  <a:cubicBezTo>
                    <a:pt x="0" y="10899"/>
                    <a:pt x="4836" y="0"/>
                    <a:pt x="10800" y="0"/>
                  </a:cubicBezTo>
                  <a:cubicBezTo>
                    <a:pt x="16764" y="0"/>
                    <a:pt x="21600" y="10899"/>
                    <a:pt x="21600" y="14706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842" name="자유형: 도형 231"/>
            <p:cNvSpPr/>
            <p:nvPr/>
          </p:nvSpPr>
          <p:spPr>
            <a:xfrm>
              <a:off x="87420" y="408333"/>
              <a:ext cx="179596" cy="371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18" h="21403" extrusionOk="0">
                  <a:moveTo>
                    <a:pt x="848" y="897"/>
                  </a:moveTo>
                  <a:cubicBezTo>
                    <a:pt x="4678" y="724"/>
                    <a:pt x="9912" y="7394"/>
                    <a:pt x="8226" y="1431"/>
                  </a:cubicBezTo>
                  <a:cubicBezTo>
                    <a:pt x="8226" y="96"/>
                    <a:pt x="10780" y="737"/>
                    <a:pt x="10192" y="2218"/>
                  </a:cubicBezTo>
                  <a:cubicBezTo>
                    <a:pt x="9146" y="5460"/>
                    <a:pt x="12286" y="3045"/>
                    <a:pt x="13205" y="2058"/>
                  </a:cubicBezTo>
                  <a:cubicBezTo>
                    <a:pt x="14609" y="577"/>
                    <a:pt x="16269" y="-197"/>
                    <a:pt x="16882" y="43"/>
                  </a:cubicBezTo>
                  <a:cubicBezTo>
                    <a:pt x="17495" y="283"/>
                    <a:pt x="17495" y="577"/>
                    <a:pt x="14992" y="1898"/>
                  </a:cubicBezTo>
                  <a:cubicBezTo>
                    <a:pt x="13895" y="2471"/>
                    <a:pt x="12950" y="3365"/>
                    <a:pt x="13460" y="3645"/>
                  </a:cubicBezTo>
                  <a:cubicBezTo>
                    <a:pt x="14405" y="4192"/>
                    <a:pt x="19588" y="1951"/>
                    <a:pt x="19818" y="2872"/>
                  </a:cubicBezTo>
                  <a:cubicBezTo>
                    <a:pt x="19818" y="3258"/>
                    <a:pt x="17265" y="3579"/>
                    <a:pt x="15044" y="4486"/>
                  </a:cubicBezTo>
                  <a:cubicBezTo>
                    <a:pt x="12962" y="5248"/>
                    <a:pt x="11723" y="6493"/>
                    <a:pt x="11724" y="7821"/>
                  </a:cubicBezTo>
                  <a:lnTo>
                    <a:pt x="14431" y="21403"/>
                  </a:lnTo>
                  <a:lnTo>
                    <a:pt x="5163" y="21403"/>
                  </a:lnTo>
                  <a:lnTo>
                    <a:pt x="8073" y="7821"/>
                  </a:lnTo>
                  <a:cubicBezTo>
                    <a:pt x="8235" y="6376"/>
                    <a:pt x="7225" y="4962"/>
                    <a:pt x="5290" y="3926"/>
                  </a:cubicBezTo>
                  <a:cubicBezTo>
                    <a:pt x="2278" y="2164"/>
                    <a:pt x="-1782" y="1017"/>
                    <a:pt x="848" y="897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grpSp>
        <p:nvGrpSpPr>
          <p:cNvPr id="846" name="그룹 234"/>
          <p:cNvGrpSpPr/>
          <p:nvPr/>
        </p:nvGrpSpPr>
        <p:grpSpPr>
          <a:xfrm>
            <a:off x="4523052" y="5154041"/>
            <a:ext cx="470636" cy="1034973"/>
            <a:chOff x="0" y="0"/>
            <a:chExt cx="470635" cy="1034972"/>
          </a:xfrm>
        </p:grpSpPr>
        <p:sp>
          <p:nvSpPr>
            <p:cNvPr id="844" name="자유형: 도형 232"/>
            <p:cNvSpPr/>
            <p:nvPr/>
          </p:nvSpPr>
          <p:spPr>
            <a:xfrm>
              <a:off x="0" y="-1"/>
              <a:ext cx="470636" cy="744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8" h="21486" extrusionOk="0">
                  <a:moveTo>
                    <a:pt x="21413" y="14480"/>
                  </a:moveTo>
                  <a:cubicBezTo>
                    <a:pt x="21598" y="18230"/>
                    <a:pt x="16956" y="21365"/>
                    <a:pt x="11045" y="21482"/>
                  </a:cubicBezTo>
                  <a:cubicBezTo>
                    <a:pt x="5133" y="21600"/>
                    <a:pt x="190" y="18656"/>
                    <a:pt x="5" y="14906"/>
                  </a:cubicBezTo>
                  <a:cubicBezTo>
                    <a:pt x="-2" y="14764"/>
                    <a:pt x="-2" y="14622"/>
                    <a:pt x="5" y="14480"/>
                  </a:cubicBezTo>
                  <a:cubicBezTo>
                    <a:pt x="5" y="10733"/>
                    <a:pt x="4807" y="0"/>
                    <a:pt x="10714" y="0"/>
                  </a:cubicBezTo>
                  <a:cubicBezTo>
                    <a:pt x="16622" y="0"/>
                    <a:pt x="21413" y="10733"/>
                    <a:pt x="21413" y="14480"/>
                  </a:cubicBezTo>
                  <a:close/>
                </a:path>
              </a:pathLst>
            </a:custGeom>
            <a:solidFill>
              <a:srgbClr val="4CCC51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845" name="자유형: 도형 233"/>
            <p:cNvSpPr/>
            <p:nvPr/>
          </p:nvSpPr>
          <p:spPr>
            <a:xfrm>
              <a:off x="116400" y="541985"/>
              <a:ext cx="237039" cy="492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92" h="21395" extrusionOk="0">
                  <a:moveTo>
                    <a:pt x="839" y="890"/>
                  </a:moveTo>
                  <a:cubicBezTo>
                    <a:pt x="4703" y="719"/>
                    <a:pt x="9939" y="7377"/>
                    <a:pt x="8239" y="1432"/>
                  </a:cubicBezTo>
                  <a:cubicBezTo>
                    <a:pt x="8354" y="46"/>
                    <a:pt x="10711" y="729"/>
                    <a:pt x="10171" y="2215"/>
                  </a:cubicBezTo>
                  <a:cubicBezTo>
                    <a:pt x="9108" y="5449"/>
                    <a:pt x="12276" y="3049"/>
                    <a:pt x="13184" y="2054"/>
                  </a:cubicBezTo>
                  <a:cubicBezTo>
                    <a:pt x="14614" y="578"/>
                    <a:pt x="16276" y="-205"/>
                    <a:pt x="16875" y="46"/>
                  </a:cubicBezTo>
                  <a:cubicBezTo>
                    <a:pt x="17474" y="297"/>
                    <a:pt x="17493" y="588"/>
                    <a:pt x="14943" y="1904"/>
                  </a:cubicBezTo>
                  <a:cubicBezTo>
                    <a:pt x="13841" y="2476"/>
                    <a:pt x="12895" y="3360"/>
                    <a:pt x="13397" y="3651"/>
                  </a:cubicBezTo>
                  <a:cubicBezTo>
                    <a:pt x="14363" y="4203"/>
                    <a:pt x="19541" y="1954"/>
                    <a:pt x="19792" y="2878"/>
                  </a:cubicBezTo>
                  <a:cubicBezTo>
                    <a:pt x="19792" y="3269"/>
                    <a:pt x="17261" y="3581"/>
                    <a:pt x="14981" y="4485"/>
                  </a:cubicBezTo>
                  <a:cubicBezTo>
                    <a:pt x="12901" y="5251"/>
                    <a:pt x="11663" y="6493"/>
                    <a:pt x="11658" y="7818"/>
                  </a:cubicBezTo>
                  <a:lnTo>
                    <a:pt x="14363" y="21395"/>
                  </a:lnTo>
                  <a:lnTo>
                    <a:pt x="5167" y="21395"/>
                  </a:lnTo>
                  <a:lnTo>
                    <a:pt x="8181" y="7808"/>
                  </a:lnTo>
                  <a:cubicBezTo>
                    <a:pt x="8349" y="6367"/>
                    <a:pt x="7338" y="4956"/>
                    <a:pt x="5398" y="3922"/>
                  </a:cubicBezTo>
                  <a:cubicBezTo>
                    <a:pt x="2384" y="2175"/>
                    <a:pt x="-1808" y="1010"/>
                    <a:pt x="839" y="890"/>
                  </a:cubicBezTo>
                  <a:close/>
                </a:path>
              </a:pathLst>
            </a:custGeom>
            <a:solidFill>
              <a:srgbClr val="223B5B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lnSpc>
                  <a:spcPct val="100000"/>
                </a:lnSpc>
                <a:spcBef>
                  <a:spcPts val="0"/>
                </a:spcBef>
                <a:defRPr sz="3600"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</p:grpSp>
      <p:sp>
        <p:nvSpPr>
          <p:cNvPr id="847" name="자유형: 도형 243"/>
          <p:cNvSpPr/>
          <p:nvPr/>
        </p:nvSpPr>
        <p:spPr>
          <a:xfrm>
            <a:off x="17028492" y="7001651"/>
            <a:ext cx="938113" cy="1520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0" extrusionOk="0">
                <a:moveTo>
                  <a:pt x="2301" y="2947"/>
                </a:moveTo>
                <a:cubicBezTo>
                  <a:pt x="2373" y="2938"/>
                  <a:pt x="2444" y="2965"/>
                  <a:pt x="2461" y="3009"/>
                </a:cubicBezTo>
                <a:cubicBezTo>
                  <a:pt x="2472" y="3028"/>
                  <a:pt x="2495" y="3068"/>
                  <a:pt x="2538" y="3156"/>
                </a:cubicBezTo>
                <a:cubicBezTo>
                  <a:pt x="2559" y="3199"/>
                  <a:pt x="2525" y="3245"/>
                  <a:pt x="2458" y="3264"/>
                </a:cubicBezTo>
                <a:cubicBezTo>
                  <a:pt x="2182" y="3334"/>
                  <a:pt x="1583" y="3436"/>
                  <a:pt x="1360" y="3476"/>
                </a:cubicBezTo>
                <a:lnTo>
                  <a:pt x="1285" y="3488"/>
                </a:lnTo>
                <a:lnTo>
                  <a:pt x="1246" y="3495"/>
                </a:lnTo>
                <a:cubicBezTo>
                  <a:pt x="1447" y="3856"/>
                  <a:pt x="1594" y="4227"/>
                  <a:pt x="1686" y="4604"/>
                </a:cubicBezTo>
                <a:cubicBezTo>
                  <a:pt x="1706" y="4688"/>
                  <a:pt x="1668" y="4774"/>
                  <a:pt x="1580" y="4840"/>
                </a:cubicBezTo>
                <a:cubicBezTo>
                  <a:pt x="1467" y="4923"/>
                  <a:pt x="1304" y="4974"/>
                  <a:pt x="1128" y="4982"/>
                </a:cubicBezTo>
                <a:cubicBezTo>
                  <a:pt x="1094" y="4982"/>
                  <a:pt x="1054" y="4982"/>
                  <a:pt x="1011" y="4982"/>
                </a:cubicBezTo>
                <a:cubicBezTo>
                  <a:pt x="717" y="4982"/>
                  <a:pt x="254" y="4929"/>
                  <a:pt x="107" y="4751"/>
                </a:cubicBezTo>
                <a:cubicBezTo>
                  <a:pt x="-5" y="4610"/>
                  <a:pt x="-30" y="4449"/>
                  <a:pt x="36" y="4297"/>
                </a:cubicBezTo>
                <a:cubicBezTo>
                  <a:pt x="74" y="4171"/>
                  <a:pt x="250" y="3665"/>
                  <a:pt x="422" y="3479"/>
                </a:cubicBezTo>
                <a:cubicBezTo>
                  <a:pt x="508" y="3382"/>
                  <a:pt x="631" y="3298"/>
                  <a:pt x="781" y="3236"/>
                </a:cubicBezTo>
                <a:cubicBezTo>
                  <a:pt x="857" y="3205"/>
                  <a:pt x="940" y="3180"/>
                  <a:pt x="1027" y="3161"/>
                </a:cubicBezTo>
                <a:cubicBezTo>
                  <a:pt x="1346" y="3085"/>
                  <a:pt x="2224" y="2956"/>
                  <a:pt x="2253" y="2952"/>
                </a:cubicBezTo>
                <a:close/>
                <a:moveTo>
                  <a:pt x="13170" y="2172"/>
                </a:moveTo>
                <a:cubicBezTo>
                  <a:pt x="14621" y="2172"/>
                  <a:pt x="15798" y="2895"/>
                  <a:pt x="15798" y="3786"/>
                </a:cubicBezTo>
                <a:cubicBezTo>
                  <a:pt x="15798" y="4677"/>
                  <a:pt x="14621" y="5399"/>
                  <a:pt x="13170" y="5399"/>
                </a:cubicBezTo>
                <a:cubicBezTo>
                  <a:pt x="11718" y="5399"/>
                  <a:pt x="10541" y="4677"/>
                  <a:pt x="10541" y="3786"/>
                </a:cubicBezTo>
                <a:cubicBezTo>
                  <a:pt x="10541" y="2895"/>
                  <a:pt x="11718" y="2172"/>
                  <a:pt x="13170" y="2172"/>
                </a:cubicBezTo>
                <a:close/>
                <a:moveTo>
                  <a:pt x="18681" y="908"/>
                </a:moveTo>
                <a:cubicBezTo>
                  <a:pt x="18573" y="924"/>
                  <a:pt x="18500" y="930"/>
                  <a:pt x="18500" y="930"/>
                </a:cubicBezTo>
                <a:lnTo>
                  <a:pt x="18530" y="4096"/>
                </a:lnTo>
                <a:cubicBezTo>
                  <a:pt x="18530" y="4096"/>
                  <a:pt x="17714" y="4545"/>
                  <a:pt x="17021" y="4922"/>
                </a:cubicBezTo>
                <a:lnTo>
                  <a:pt x="18819" y="4385"/>
                </a:lnTo>
                <a:cubicBezTo>
                  <a:pt x="18831" y="4382"/>
                  <a:pt x="18843" y="4377"/>
                  <a:pt x="18853" y="4372"/>
                </a:cubicBezTo>
                <a:cubicBezTo>
                  <a:pt x="18874" y="4361"/>
                  <a:pt x="18889" y="4347"/>
                  <a:pt x="18897" y="4331"/>
                </a:cubicBezTo>
                <a:cubicBezTo>
                  <a:pt x="18905" y="4329"/>
                  <a:pt x="18905" y="4320"/>
                  <a:pt x="18905" y="4320"/>
                </a:cubicBezTo>
                <a:lnTo>
                  <a:pt x="18895" y="4297"/>
                </a:lnTo>
                <a:lnTo>
                  <a:pt x="18895" y="4268"/>
                </a:lnTo>
                <a:lnTo>
                  <a:pt x="18880" y="4032"/>
                </a:lnTo>
                <a:lnTo>
                  <a:pt x="18851" y="3561"/>
                </a:lnTo>
                <a:lnTo>
                  <a:pt x="18792" y="2616"/>
                </a:lnTo>
                <a:close/>
                <a:moveTo>
                  <a:pt x="19765" y="0"/>
                </a:moveTo>
                <a:cubicBezTo>
                  <a:pt x="20368" y="-18"/>
                  <a:pt x="20889" y="257"/>
                  <a:pt x="20952" y="626"/>
                </a:cubicBezTo>
                <a:lnTo>
                  <a:pt x="20952" y="652"/>
                </a:lnTo>
                <a:lnTo>
                  <a:pt x="21270" y="2533"/>
                </a:lnTo>
                <a:lnTo>
                  <a:pt x="21432" y="3474"/>
                </a:lnTo>
                <a:lnTo>
                  <a:pt x="21513" y="3944"/>
                </a:lnTo>
                <a:lnTo>
                  <a:pt x="21570" y="4176"/>
                </a:lnTo>
                <a:lnTo>
                  <a:pt x="21570" y="4252"/>
                </a:lnTo>
                <a:cubicBezTo>
                  <a:pt x="21570" y="4289"/>
                  <a:pt x="21570" y="4331"/>
                  <a:pt x="21570" y="4372"/>
                </a:cubicBezTo>
                <a:cubicBezTo>
                  <a:pt x="21570" y="4453"/>
                  <a:pt x="21559" y="4533"/>
                  <a:pt x="21538" y="4613"/>
                </a:cubicBezTo>
                <a:cubicBezTo>
                  <a:pt x="21419" y="5103"/>
                  <a:pt x="20968" y="5539"/>
                  <a:pt x="20296" y="5813"/>
                </a:cubicBezTo>
                <a:lnTo>
                  <a:pt x="19930" y="5960"/>
                </a:lnTo>
                <a:lnTo>
                  <a:pt x="18883" y="6385"/>
                </a:lnTo>
                <a:lnTo>
                  <a:pt x="18645" y="6483"/>
                </a:lnTo>
                <a:lnTo>
                  <a:pt x="17958" y="6764"/>
                </a:lnTo>
                <a:lnTo>
                  <a:pt x="16077" y="7530"/>
                </a:lnTo>
                <a:cubicBezTo>
                  <a:pt x="15992" y="7566"/>
                  <a:pt x="15901" y="7596"/>
                  <a:pt x="15806" y="7621"/>
                </a:cubicBezTo>
                <a:cubicBezTo>
                  <a:pt x="16284" y="7520"/>
                  <a:pt x="17346" y="7191"/>
                  <a:pt x="18081" y="6957"/>
                </a:cubicBezTo>
                <a:cubicBezTo>
                  <a:pt x="18599" y="7806"/>
                  <a:pt x="19818" y="9862"/>
                  <a:pt x="20589" y="11553"/>
                </a:cubicBezTo>
                <a:cubicBezTo>
                  <a:pt x="20597" y="11569"/>
                  <a:pt x="20604" y="11585"/>
                  <a:pt x="20608" y="11601"/>
                </a:cubicBezTo>
                <a:cubicBezTo>
                  <a:pt x="20619" y="11621"/>
                  <a:pt x="20627" y="11635"/>
                  <a:pt x="20634" y="11659"/>
                </a:cubicBezTo>
                <a:cubicBezTo>
                  <a:pt x="20641" y="11683"/>
                  <a:pt x="20647" y="11707"/>
                  <a:pt x="20655" y="11733"/>
                </a:cubicBezTo>
                <a:cubicBezTo>
                  <a:pt x="21079" y="13975"/>
                  <a:pt x="20601" y="20302"/>
                  <a:pt x="20580" y="20556"/>
                </a:cubicBezTo>
                <a:cubicBezTo>
                  <a:pt x="20539" y="21062"/>
                  <a:pt x="19858" y="21460"/>
                  <a:pt x="19032" y="21460"/>
                </a:cubicBezTo>
                <a:lnTo>
                  <a:pt x="18953" y="21460"/>
                </a:lnTo>
                <a:cubicBezTo>
                  <a:pt x="18099" y="21434"/>
                  <a:pt x="17440" y="20988"/>
                  <a:pt x="17481" y="20463"/>
                </a:cubicBezTo>
                <a:cubicBezTo>
                  <a:pt x="17481" y="20423"/>
                  <a:pt x="17707" y="17696"/>
                  <a:pt x="17752" y="15267"/>
                </a:cubicBezTo>
                <a:lnTo>
                  <a:pt x="17139" y="16638"/>
                </a:lnTo>
                <a:cubicBezTo>
                  <a:pt x="16962" y="17019"/>
                  <a:pt x="16660" y="17373"/>
                  <a:pt x="16252" y="17679"/>
                </a:cubicBezTo>
                <a:lnTo>
                  <a:pt x="11670" y="21114"/>
                </a:lnTo>
                <a:cubicBezTo>
                  <a:pt x="11131" y="21496"/>
                  <a:pt x="10200" y="21553"/>
                  <a:pt x="9549" y="21244"/>
                </a:cubicBezTo>
                <a:cubicBezTo>
                  <a:pt x="8871" y="20922"/>
                  <a:pt x="8746" y="20324"/>
                  <a:pt x="9270" y="19908"/>
                </a:cubicBezTo>
                <a:lnTo>
                  <a:pt x="13851" y="16472"/>
                </a:lnTo>
                <a:cubicBezTo>
                  <a:pt x="13990" y="16369"/>
                  <a:pt x="14092" y="16250"/>
                  <a:pt x="14152" y="16122"/>
                </a:cubicBezTo>
                <a:lnTo>
                  <a:pt x="15754" y="12540"/>
                </a:lnTo>
                <a:cubicBezTo>
                  <a:pt x="14828" y="10542"/>
                  <a:pt x="13099" y="7711"/>
                  <a:pt x="13080" y="7683"/>
                </a:cubicBezTo>
                <a:cubicBezTo>
                  <a:pt x="12690" y="7058"/>
                  <a:pt x="12992" y="6350"/>
                  <a:pt x="13831" y="5922"/>
                </a:cubicBezTo>
                <a:lnTo>
                  <a:pt x="17364" y="3903"/>
                </a:lnTo>
                <a:cubicBezTo>
                  <a:pt x="17470" y="3844"/>
                  <a:pt x="17533" y="3760"/>
                  <a:pt x="17538" y="3672"/>
                </a:cubicBezTo>
                <a:cubicBezTo>
                  <a:pt x="17538" y="3672"/>
                  <a:pt x="17822" y="758"/>
                  <a:pt x="17822" y="758"/>
                </a:cubicBezTo>
                <a:lnTo>
                  <a:pt x="2707" y="3180"/>
                </a:lnTo>
                <a:lnTo>
                  <a:pt x="2572" y="2906"/>
                </a:lnTo>
                <a:lnTo>
                  <a:pt x="17876" y="452"/>
                </a:lnTo>
                <a:cubicBezTo>
                  <a:pt x="18031" y="92"/>
                  <a:pt x="18809" y="-47"/>
                  <a:pt x="19300" y="77"/>
                </a:cubicBezTo>
                <a:cubicBezTo>
                  <a:pt x="19444" y="30"/>
                  <a:pt x="19603" y="4"/>
                  <a:pt x="19765" y="0"/>
                </a:cubicBezTo>
                <a:close/>
              </a:path>
            </a:pathLst>
          </a:custGeom>
          <a:solidFill>
            <a:srgbClr val="F86805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848" name="자유형: 도형 244"/>
          <p:cNvSpPr/>
          <p:nvPr/>
        </p:nvSpPr>
        <p:spPr>
          <a:xfrm>
            <a:off x="6344013" y="7054157"/>
            <a:ext cx="862731" cy="14405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5" h="21600" extrusionOk="0">
                <a:moveTo>
                  <a:pt x="20944" y="20855"/>
                </a:moveTo>
                <a:cubicBezTo>
                  <a:pt x="21287" y="20855"/>
                  <a:pt x="21565" y="21022"/>
                  <a:pt x="21565" y="21228"/>
                </a:cubicBezTo>
                <a:cubicBezTo>
                  <a:pt x="21565" y="21433"/>
                  <a:pt x="21287" y="21600"/>
                  <a:pt x="20944" y="21600"/>
                </a:cubicBezTo>
                <a:cubicBezTo>
                  <a:pt x="20943" y="21600"/>
                  <a:pt x="20941" y="21600"/>
                  <a:pt x="20940" y="21600"/>
                </a:cubicBezTo>
                <a:cubicBezTo>
                  <a:pt x="20599" y="21599"/>
                  <a:pt x="20323" y="21433"/>
                  <a:pt x="20324" y="21229"/>
                </a:cubicBezTo>
                <a:cubicBezTo>
                  <a:pt x="20324" y="21228"/>
                  <a:pt x="20324" y="21228"/>
                  <a:pt x="20324" y="21228"/>
                </a:cubicBezTo>
                <a:cubicBezTo>
                  <a:pt x="20324" y="21022"/>
                  <a:pt x="20601" y="20855"/>
                  <a:pt x="20944" y="20855"/>
                </a:cubicBezTo>
                <a:close/>
                <a:moveTo>
                  <a:pt x="17079" y="19266"/>
                </a:moveTo>
                <a:cubicBezTo>
                  <a:pt x="17156" y="19239"/>
                  <a:pt x="17256" y="19253"/>
                  <a:pt x="17305" y="19298"/>
                </a:cubicBezTo>
                <a:cubicBezTo>
                  <a:pt x="17510" y="19473"/>
                  <a:pt x="17845" y="19868"/>
                  <a:pt x="17973" y="20016"/>
                </a:cubicBezTo>
                <a:lnTo>
                  <a:pt x="18017" y="20069"/>
                </a:lnTo>
                <a:lnTo>
                  <a:pt x="18045" y="20093"/>
                </a:lnTo>
                <a:cubicBezTo>
                  <a:pt x="18649" y="19879"/>
                  <a:pt x="19290" y="19705"/>
                  <a:pt x="19957" y="19575"/>
                </a:cubicBezTo>
                <a:cubicBezTo>
                  <a:pt x="20142" y="19534"/>
                  <a:pt x="20346" y="19541"/>
                  <a:pt x="20521" y="19595"/>
                </a:cubicBezTo>
                <a:cubicBezTo>
                  <a:pt x="20683" y="19642"/>
                  <a:pt x="20804" y="19730"/>
                  <a:pt x="20852" y="19835"/>
                </a:cubicBezTo>
                <a:cubicBezTo>
                  <a:pt x="20966" y="20045"/>
                  <a:pt x="21008" y="20441"/>
                  <a:pt x="20672" y="20600"/>
                </a:cubicBezTo>
                <a:cubicBezTo>
                  <a:pt x="20447" y="20712"/>
                  <a:pt x="20158" y="20767"/>
                  <a:pt x="19866" y="20754"/>
                </a:cubicBezTo>
                <a:cubicBezTo>
                  <a:pt x="19822" y="20755"/>
                  <a:pt x="19778" y="20755"/>
                  <a:pt x="19734" y="20754"/>
                </a:cubicBezTo>
                <a:cubicBezTo>
                  <a:pt x="19363" y="20754"/>
                  <a:pt x="18551" y="20742"/>
                  <a:pt x="18213" y="20673"/>
                </a:cubicBezTo>
                <a:cubicBezTo>
                  <a:pt x="18005" y="20636"/>
                  <a:pt x="17815" y="20570"/>
                  <a:pt x="17657" y="20480"/>
                </a:cubicBezTo>
                <a:lnTo>
                  <a:pt x="17638" y="20469"/>
                </a:lnTo>
                <a:cubicBezTo>
                  <a:pt x="17570" y="20425"/>
                  <a:pt x="17510" y="20377"/>
                  <a:pt x="17458" y="20325"/>
                </a:cubicBezTo>
                <a:cubicBezTo>
                  <a:pt x="17235" y="20117"/>
                  <a:pt x="16783" y="19535"/>
                  <a:pt x="16767" y="19511"/>
                </a:cubicBezTo>
                <a:lnTo>
                  <a:pt x="16744" y="19484"/>
                </a:lnTo>
                <a:cubicBezTo>
                  <a:pt x="16714" y="19436"/>
                  <a:pt x="16743" y="19383"/>
                  <a:pt x="16814" y="19355"/>
                </a:cubicBezTo>
                <a:close/>
                <a:moveTo>
                  <a:pt x="588" y="11510"/>
                </a:moveTo>
                <a:lnTo>
                  <a:pt x="3966" y="15603"/>
                </a:lnTo>
                <a:lnTo>
                  <a:pt x="4006" y="15651"/>
                </a:lnTo>
                <a:lnTo>
                  <a:pt x="3843" y="16288"/>
                </a:lnTo>
                <a:lnTo>
                  <a:pt x="3496" y="17646"/>
                </a:lnTo>
                <a:lnTo>
                  <a:pt x="2794" y="20131"/>
                </a:lnTo>
                <a:lnTo>
                  <a:pt x="2787" y="20148"/>
                </a:lnTo>
                <a:cubicBezTo>
                  <a:pt x="2731" y="20409"/>
                  <a:pt x="2722" y="20712"/>
                  <a:pt x="2922" y="20882"/>
                </a:cubicBezTo>
                <a:cubicBezTo>
                  <a:pt x="2750" y="21052"/>
                  <a:pt x="2498" y="21192"/>
                  <a:pt x="1851" y="21187"/>
                </a:cubicBezTo>
                <a:cubicBezTo>
                  <a:pt x="1822" y="21188"/>
                  <a:pt x="1793" y="21188"/>
                  <a:pt x="1765" y="21187"/>
                </a:cubicBezTo>
                <a:cubicBezTo>
                  <a:pt x="176" y="21109"/>
                  <a:pt x="588" y="20174"/>
                  <a:pt x="588" y="20174"/>
                </a:cubicBezTo>
                <a:lnTo>
                  <a:pt x="2423" y="15780"/>
                </a:lnTo>
                <a:cubicBezTo>
                  <a:pt x="2484" y="15626"/>
                  <a:pt x="2475" y="15465"/>
                  <a:pt x="2397" y="15314"/>
                </a:cubicBezTo>
                <a:cubicBezTo>
                  <a:pt x="2095" y="14734"/>
                  <a:pt x="1282" y="13146"/>
                  <a:pt x="588" y="11510"/>
                </a:cubicBezTo>
                <a:close/>
                <a:moveTo>
                  <a:pt x="9981" y="6013"/>
                </a:moveTo>
                <a:lnTo>
                  <a:pt x="10896" y="8411"/>
                </a:lnTo>
                <a:lnTo>
                  <a:pt x="11557" y="10506"/>
                </a:lnTo>
                <a:lnTo>
                  <a:pt x="9932" y="8137"/>
                </a:lnTo>
                <a:close/>
                <a:moveTo>
                  <a:pt x="7207" y="2790"/>
                </a:moveTo>
                <a:lnTo>
                  <a:pt x="7340" y="2790"/>
                </a:lnTo>
                <a:cubicBezTo>
                  <a:pt x="7385" y="2790"/>
                  <a:pt x="7429" y="2790"/>
                  <a:pt x="7473" y="2790"/>
                </a:cubicBezTo>
                <a:cubicBezTo>
                  <a:pt x="7511" y="2793"/>
                  <a:pt x="7550" y="2795"/>
                  <a:pt x="7589" y="2795"/>
                </a:cubicBezTo>
                <a:cubicBezTo>
                  <a:pt x="7626" y="2798"/>
                  <a:pt x="7663" y="2807"/>
                  <a:pt x="7699" y="2807"/>
                </a:cubicBezTo>
                <a:cubicBezTo>
                  <a:pt x="7909" y="2823"/>
                  <a:pt x="8117" y="2850"/>
                  <a:pt x="8319" y="2888"/>
                </a:cubicBezTo>
                <a:lnTo>
                  <a:pt x="8351" y="2896"/>
                </a:lnTo>
                <a:cubicBezTo>
                  <a:pt x="8505" y="2922"/>
                  <a:pt x="8651" y="2963"/>
                  <a:pt x="8783" y="3017"/>
                </a:cubicBezTo>
                <a:cubicBezTo>
                  <a:pt x="8820" y="3030"/>
                  <a:pt x="8870" y="3052"/>
                  <a:pt x="8889" y="3060"/>
                </a:cubicBezTo>
                <a:cubicBezTo>
                  <a:pt x="8908" y="3068"/>
                  <a:pt x="8928" y="3072"/>
                  <a:pt x="8947" y="3082"/>
                </a:cubicBezTo>
                <a:cubicBezTo>
                  <a:pt x="8966" y="3092"/>
                  <a:pt x="8982" y="3099"/>
                  <a:pt x="8998" y="3108"/>
                </a:cubicBezTo>
                <a:cubicBezTo>
                  <a:pt x="9009" y="3114"/>
                  <a:pt x="9021" y="3119"/>
                  <a:pt x="9033" y="3123"/>
                </a:cubicBezTo>
                <a:cubicBezTo>
                  <a:pt x="9342" y="3295"/>
                  <a:pt x="9525" y="3459"/>
                  <a:pt x="9609" y="3882"/>
                </a:cubicBezTo>
                <a:lnTo>
                  <a:pt x="9616" y="3943"/>
                </a:lnTo>
                <a:lnTo>
                  <a:pt x="9632" y="4049"/>
                </a:lnTo>
                <a:lnTo>
                  <a:pt x="9632" y="4068"/>
                </a:lnTo>
                <a:lnTo>
                  <a:pt x="9633" y="4107"/>
                </a:lnTo>
                <a:lnTo>
                  <a:pt x="9634" y="4068"/>
                </a:lnTo>
                <a:cubicBezTo>
                  <a:pt x="9653" y="4262"/>
                  <a:pt x="9657" y="4501"/>
                  <a:pt x="9650" y="4800"/>
                </a:cubicBezTo>
                <a:cubicBezTo>
                  <a:pt x="9648" y="4874"/>
                  <a:pt x="9637" y="4946"/>
                  <a:pt x="9617" y="5018"/>
                </a:cubicBezTo>
                <a:lnTo>
                  <a:pt x="9618" y="5007"/>
                </a:lnTo>
                <a:lnTo>
                  <a:pt x="9616" y="5018"/>
                </a:lnTo>
                <a:lnTo>
                  <a:pt x="9560" y="8157"/>
                </a:lnTo>
                <a:lnTo>
                  <a:pt x="11681" y="11148"/>
                </a:lnTo>
                <a:lnTo>
                  <a:pt x="12193" y="11965"/>
                </a:lnTo>
                <a:lnTo>
                  <a:pt x="12208" y="11994"/>
                </a:lnTo>
                <a:cubicBezTo>
                  <a:pt x="12378" y="12268"/>
                  <a:pt x="12234" y="12576"/>
                  <a:pt x="11853" y="12758"/>
                </a:cubicBezTo>
                <a:lnTo>
                  <a:pt x="17073" y="19089"/>
                </a:lnTo>
                <a:lnTo>
                  <a:pt x="16585" y="19252"/>
                </a:lnTo>
                <a:lnTo>
                  <a:pt x="16526" y="19182"/>
                </a:lnTo>
                <a:lnTo>
                  <a:pt x="11346" y="12904"/>
                </a:lnTo>
                <a:cubicBezTo>
                  <a:pt x="11045" y="12937"/>
                  <a:pt x="10736" y="12895"/>
                  <a:pt x="10488" y="12789"/>
                </a:cubicBezTo>
                <a:cubicBezTo>
                  <a:pt x="10332" y="12724"/>
                  <a:pt x="10194" y="12644"/>
                  <a:pt x="10081" y="12552"/>
                </a:cubicBezTo>
                <a:lnTo>
                  <a:pt x="7277" y="8999"/>
                </a:lnTo>
                <a:lnTo>
                  <a:pt x="6292" y="6400"/>
                </a:lnTo>
                <a:cubicBezTo>
                  <a:pt x="6083" y="6606"/>
                  <a:pt x="5907" y="6823"/>
                  <a:pt x="5768" y="7049"/>
                </a:cubicBezTo>
                <a:lnTo>
                  <a:pt x="4794" y="9888"/>
                </a:lnTo>
                <a:lnTo>
                  <a:pt x="5333" y="10822"/>
                </a:lnTo>
                <a:lnTo>
                  <a:pt x="6129" y="12115"/>
                </a:lnTo>
                <a:cubicBezTo>
                  <a:pt x="6669" y="12976"/>
                  <a:pt x="7218" y="13834"/>
                  <a:pt x="7777" y="14688"/>
                </a:cubicBezTo>
                <a:lnTo>
                  <a:pt x="7849" y="14793"/>
                </a:lnTo>
                <a:cubicBezTo>
                  <a:pt x="7889" y="14852"/>
                  <a:pt x="7921" y="14910"/>
                  <a:pt x="7952" y="14970"/>
                </a:cubicBezTo>
                <a:cubicBezTo>
                  <a:pt x="8010" y="15088"/>
                  <a:pt x="8051" y="15209"/>
                  <a:pt x="8073" y="15331"/>
                </a:cubicBezTo>
                <a:cubicBezTo>
                  <a:pt x="8097" y="15454"/>
                  <a:pt x="8101" y="15577"/>
                  <a:pt x="8085" y="15700"/>
                </a:cubicBezTo>
                <a:cubicBezTo>
                  <a:pt x="8077" y="15760"/>
                  <a:pt x="8064" y="15822"/>
                  <a:pt x="8049" y="15882"/>
                </a:cubicBezTo>
                <a:lnTo>
                  <a:pt x="8021" y="15970"/>
                </a:lnTo>
                <a:lnTo>
                  <a:pt x="8001" y="16013"/>
                </a:lnTo>
                <a:lnTo>
                  <a:pt x="7733" y="16682"/>
                </a:lnTo>
                <a:cubicBezTo>
                  <a:pt x="7554" y="17127"/>
                  <a:pt x="7370" y="17572"/>
                  <a:pt x="7207" y="18021"/>
                </a:cubicBezTo>
                <a:lnTo>
                  <a:pt x="6707" y="19359"/>
                </a:lnTo>
                <a:lnTo>
                  <a:pt x="6234" y="20704"/>
                </a:lnTo>
                <a:cubicBezTo>
                  <a:pt x="6077" y="21179"/>
                  <a:pt x="5323" y="21495"/>
                  <a:pt x="4526" y="21420"/>
                </a:cubicBezTo>
                <a:cubicBezTo>
                  <a:pt x="3704" y="21344"/>
                  <a:pt x="3141" y="20882"/>
                  <a:pt x="3269" y="20389"/>
                </a:cubicBezTo>
                <a:lnTo>
                  <a:pt x="3277" y="20367"/>
                </a:lnTo>
                <a:lnTo>
                  <a:pt x="3971" y="17646"/>
                </a:lnTo>
                <a:lnTo>
                  <a:pt x="4318" y="16291"/>
                </a:lnTo>
                <a:cubicBezTo>
                  <a:pt x="4318" y="16291"/>
                  <a:pt x="4474" y="15654"/>
                  <a:pt x="4474" y="15645"/>
                </a:cubicBezTo>
                <a:lnTo>
                  <a:pt x="4441" y="15607"/>
                </a:lnTo>
                <a:lnTo>
                  <a:pt x="376" y="10676"/>
                </a:lnTo>
                <a:lnTo>
                  <a:pt x="305" y="10587"/>
                </a:lnTo>
                <a:cubicBezTo>
                  <a:pt x="224" y="10487"/>
                  <a:pt x="160" y="10382"/>
                  <a:pt x="117" y="10274"/>
                </a:cubicBezTo>
                <a:cubicBezTo>
                  <a:pt x="-12" y="10037"/>
                  <a:pt x="-35" y="9784"/>
                  <a:pt x="50" y="9539"/>
                </a:cubicBezTo>
                <a:lnTo>
                  <a:pt x="1717" y="5643"/>
                </a:lnTo>
                <a:cubicBezTo>
                  <a:pt x="1719" y="5635"/>
                  <a:pt x="1723" y="5627"/>
                  <a:pt x="1729" y="5619"/>
                </a:cubicBezTo>
                <a:cubicBezTo>
                  <a:pt x="1741" y="5594"/>
                  <a:pt x="1753" y="5563"/>
                  <a:pt x="1765" y="5531"/>
                </a:cubicBezTo>
                <a:cubicBezTo>
                  <a:pt x="2250" y="4401"/>
                  <a:pt x="3216" y="3661"/>
                  <a:pt x="4265" y="3371"/>
                </a:cubicBezTo>
                <a:cubicBezTo>
                  <a:pt x="4915" y="3212"/>
                  <a:pt x="6433" y="2790"/>
                  <a:pt x="7207" y="2790"/>
                </a:cubicBezTo>
                <a:close/>
                <a:moveTo>
                  <a:pt x="12566" y="0"/>
                </a:moveTo>
                <a:cubicBezTo>
                  <a:pt x="14303" y="0"/>
                  <a:pt x="15711" y="845"/>
                  <a:pt x="15711" y="1886"/>
                </a:cubicBezTo>
                <a:cubicBezTo>
                  <a:pt x="15711" y="2928"/>
                  <a:pt x="14303" y="3773"/>
                  <a:pt x="12566" y="3773"/>
                </a:cubicBezTo>
                <a:cubicBezTo>
                  <a:pt x="10830" y="3773"/>
                  <a:pt x="9422" y="2928"/>
                  <a:pt x="9422" y="1886"/>
                </a:cubicBezTo>
                <a:cubicBezTo>
                  <a:pt x="9422" y="845"/>
                  <a:pt x="10830" y="0"/>
                  <a:pt x="12566" y="0"/>
                </a:cubicBezTo>
                <a:close/>
              </a:path>
            </a:pathLst>
          </a:custGeom>
          <a:solidFill>
            <a:srgbClr val="6AD0E6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849" name="자유형: 도형 245"/>
          <p:cNvSpPr/>
          <p:nvPr/>
        </p:nvSpPr>
        <p:spPr>
          <a:xfrm>
            <a:off x="11605486" y="7132815"/>
            <a:ext cx="1410111" cy="12936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135" h="21599" extrusionOk="0">
                <a:moveTo>
                  <a:pt x="6775" y="14522"/>
                </a:moveTo>
                <a:cubicBezTo>
                  <a:pt x="5292" y="14301"/>
                  <a:pt x="2009" y="15302"/>
                  <a:pt x="5012" y="17141"/>
                </a:cubicBezTo>
                <a:cubicBezTo>
                  <a:pt x="7794" y="18844"/>
                  <a:pt x="10323" y="18087"/>
                  <a:pt x="11708" y="16131"/>
                </a:cubicBezTo>
                <a:cubicBezTo>
                  <a:pt x="13093" y="14175"/>
                  <a:pt x="9686" y="14956"/>
                  <a:pt x="6775" y="14522"/>
                </a:cubicBezTo>
                <a:close/>
                <a:moveTo>
                  <a:pt x="17977" y="12390"/>
                </a:moveTo>
                <a:cubicBezTo>
                  <a:pt x="17650" y="12786"/>
                  <a:pt x="17263" y="13090"/>
                  <a:pt x="16842" y="13283"/>
                </a:cubicBezTo>
                <a:cubicBezTo>
                  <a:pt x="16737" y="13336"/>
                  <a:pt x="16628" y="13380"/>
                  <a:pt x="16524" y="13422"/>
                </a:cubicBezTo>
                <a:lnTo>
                  <a:pt x="16377" y="13487"/>
                </a:lnTo>
                <a:lnTo>
                  <a:pt x="16236" y="13564"/>
                </a:lnTo>
                <a:cubicBezTo>
                  <a:pt x="16055" y="13671"/>
                  <a:pt x="15890" y="13817"/>
                  <a:pt x="15746" y="13995"/>
                </a:cubicBezTo>
                <a:cubicBezTo>
                  <a:pt x="15460" y="14342"/>
                  <a:pt x="15267" y="14822"/>
                  <a:pt x="15112" y="15320"/>
                </a:cubicBezTo>
                <a:cubicBezTo>
                  <a:pt x="14957" y="15817"/>
                  <a:pt x="14806" y="16379"/>
                  <a:pt x="14609" y="16907"/>
                </a:cubicBezTo>
                <a:cubicBezTo>
                  <a:pt x="14224" y="18015"/>
                  <a:pt x="13633" y="18980"/>
                  <a:pt x="12887" y="19714"/>
                </a:cubicBezTo>
                <a:cubicBezTo>
                  <a:pt x="12133" y="20450"/>
                  <a:pt x="11252" y="20902"/>
                  <a:pt x="10371" y="21187"/>
                </a:cubicBezTo>
                <a:cubicBezTo>
                  <a:pt x="9490" y="21457"/>
                  <a:pt x="8588" y="21596"/>
                  <a:pt x="7682" y="21599"/>
                </a:cubicBezTo>
                <a:cubicBezTo>
                  <a:pt x="6772" y="21600"/>
                  <a:pt x="5868" y="21420"/>
                  <a:pt x="5000" y="21066"/>
                </a:cubicBezTo>
                <a:cubicBezTo>
                  <a:pt x="4135" y="20721"/>
                  <a:pt x="3321" y="20190"/>
                  <a:pt x="2593" y="19494"/>
                </a:cubicBezTo>
                <a:cubicBezTo>
                  <a:pt x="1880" y="18789"/>
                  <a:pt x="1252" y="17916"/>
                  <a:pt x="873" y="16880"/>
                </a:cubicBezTo>
                <a:cubicBezTo>
                  <a:pt x="1405" y="17764"/>
                  <a:pt x="2067" y="18501"/>
                  <a:pt x="2820" y="19050"/>
                </a:cubicBezTo>
                <a:cubicBezTo>
                  <a:pt x="3186" y="19328"/>
                  <a:pt x="3570" y="19566"/>
                  <a:pt x="3966" y="19763"/>
                </a:cubicBezTo>
                <a:cubicBezTo>
                  <a:pt x="4360" y="19963"/>
                  <a:pt x="4765" y="20127"/>
                  <a:pt x="5177" y="20254"/>
                </a:cubicBezTo>
                <a:cubicBezTo>
                  <a:pt x="5995" y="20500"/>
                  <a:pt x="6834" y="20608"/>
                  <a:pt x="7674" y="20575"/>
                </a:cubicBezTo>
                <a:cubicBezTo>
                  <a:pt x="8096" y="20558"/>
                  <a:pt x="8516" y="20511"/>
                  <a:pt x="8934" y="20434"/>
                </a:cubicBezTo>
                <a:cubicBezTo>
                  <a:pt x="9352" y="20367"/>
                  <a:pt x="9766" y="20268"/>
                  <a:pt x="10175" y="20139"/>
                </a:cubicBezTo>
                <a:cubicBezTo>
                  <a:pt x="10577" y="20013"/>
                  <a:pt x="10970" y="19845"/>
                  <a:pt x="11351" y="19637"/>
                </a:cubicBezTo>
                <a:cubicBezTo>
                  <a:pt x="11729" y="19439"/>
                  <a:pt x="12089" y="19186"/>
                  <a:pt x="12424" y="18884"/>
                </a:cubicBezTo>
                <a:cubicBezTo>
                  <a:pt x="12756" y="18584"/>
                  <a:pt x="13058" y="18231"/>
                  <a:pt x="13323" y="17833"/>
                </a:cubicBezTo>
                <a:cubicBezTo>
                  <a:pt x="13591" y="17426"/>
                  <a:pt x="13827" y="16986"/>
                  <a:pt x="14029" y="16518"/>
                </a:cubicBezTo>
                <a:cubicBezTo>
                  <a:pt x="14133" y="16278"/>
                  <a:pt x="14230" y="16032"/>
                  <a:pt x="14322" y="15787"/>
                </a:cubicBezTo>
                <a:cubicBezTo>
                  <a:pt x="14415" y="15543"/>
                  <a:pt x="14506" y="15271"/>
                  <a:pt x="14615" y="15013"/>
                </a:cubicBezTo>
                <a:cubicBezTo>
                  <a:pt x="14829" y="14499"/>
                  <a:pt x="15091" y="13965"/>
                  <a:pt x="15483" y="13584"/>
                </a:cubicBezTo>
                <a:cubicBezTo>
                  <a:pt x="15677" y="13400"/>
                  <a:pt x="15893" y="13260"/>
                  <a:pt x="16123" y="13169"/>
                </a:cubicBezTo>
                <a:lnTo>
                  <a:pt x="16291" y="13109"/>
                </a:lnTo>
                <a:lnTo>
                  <a:pt x="16462" y="13066"/>
                </a:lnTo>
                <a:cubicBezTo>
                  <a:pt x="16572" y="13039"/>
                  <a:pt x="16673" y="13020"/>
                  <a:pt x="16776" y="12991"/>
                </a:cubicBezTo>
                <a:cubicBezTo>
                  <a:pt x="17200" y="12885"/>
                  <a:pt x="17607" y="12681"/>
                  <a:pt x="17977" y="12390"/>
                </a:cubicBezTo>
                <a:close/>
                <a:moveTo>
                  <a:pt x="8179" y="1223"/>
                </a:moveTo>
                <a:cubicBezTo>
                  <a:pt x="8437" y="2283"/>
                  <a:pt x="8845" y="3161"/>
                  <a:pt x="9472" y="3777"/>
                </a:cubicBezTo>
                <a:cubicBezTo>
                  <a:pt x="9260" y="3837"/>
                  <a:pt x="9045" y="3882"/>
                  <a:pt x="8829" y="3913"/>
                </a:cubicBezTo>
                <a:cubicBezTo>
                  <a:pt x="9103" y="4480"/>
                  <a:pt x="9453" y="4979"/>
                  <a:pt x="9863" y="5386"/>
                </a:cubicBezTo>
                <a:cubicBezTo>
                  <a:pt x="9604" y="5457"/>
                  <a:pt x="9345" y="5510"/>
                  <a:pt x="9085" y="5549"/>
                </a:cubicBezTo>
                <a:cubicBezTo>
                  <a:pt x="9404" y="6165"/>
                  <a:pt x="9799" y="6710"/>
                  <a:pt x="10253" y="7161"/>
                </a:cubicBezTo>
                <a:cubicBezTo>
                  <a:pt x="9627" y="7356"/>
                  <a:pt x="8988" y="7462"/>
                  <a:pt x="8344" y="7477"/>
                </a:cubicBezTo>
                <a:lnTo>
                  <a:pt x="8344" y="8210"/>
                </a:lnTo>
                <a:cubicBezTo>
                  <a:pt x="8222" y="8328"/>
                  <a:pt x="8111" y="8464"/>
                  <a:pt x="8014" y="8617"/>
                </a:cubicBezTo>
                <a:lnTo>
                  <a:pt x="8014" y="7477"/>
                </a:lnTo>
                <a:cubicBezTo>
                  <a:pt x="7371" y="7462"/>
                  <a:pt x="6731" y="7356"/>
                  <a:pt x="6106" y="7161"/>
                </a:cubicBezTo>
                <a:cubicBezTo>
                  <a:pt x="6560" y="6710"/>
                  <a:pt x="6955" y="6165"/>
                  <a:pt x="7274" y="5549"/>
                </a:cubicBezTo>
                <a:cubicBezTo>
                  <a:pt x="7014" y="5510"/>
                  <a:pt x="6755" y="5457"/>
                  <a:pt x="6496" y="5386"/>
                </a:cubicBezTo>
                <a:cubicBezTo>
                  <a:pt x="6905" y="4979"/>
                  <a:pt x="7255" y="4480"/>
                  <a:pt x="7529" y="3913"/>
                </a:cubicBezTo>
                <a:cubicBezTo>
                  <a:pt x="7314" y="3882"/>
                  <a:pt x="7099" y="3837"/>
                  <a:pt x="6887" y="3777"/>
                </a:cubicBezTo>
                <a:cubicBezTo>
                  <a:pt x="7514" y="3159"/>
                  <a:pt x="7922" y="2281"/>
                  <a:pt x="8179" y="1223"/>
                </a:cubicBezTo>
                <a:close/>
                <a:moveTo>
                  <a:pt x="14197" y="662"/>
                </a:moveTo>
                <a:lnTo>
                  <a:pt x="14059" y="736"/>
                </a:lnTo>
                <a:lnTo>
                  <a:pt x="11502" y="2111"/>
                </a:lnTo>
                <a:lnTo>
                  <a:pt x="14197" y="3564"/>
                </a:lnTo>
                <a:close/>
                <a:moveTo>
                  <a:pt x="3087" y="190"/>
                </a:moveTo>
                <a:cubicBezTo>
                  <a:pt x="3470" y="1768"/>
                  <a:pt x="4079" y="3072"/>
                  <a:pt x="5012" y="3990"/>
                </a:cubicBezTo>
                <a:cubicBezTo>
                  <a:pt x="4697" y="4079"/>
                  <a:pt x="4377" y="4146"/>
                  <a:pt x="4056" y="4192"/>
                </a:cubicBezTo>
                <a:cubicBezTo>
                  <a:pt x="4464" y="5036"/>
                  <a:pt x="4986" y="5777"/>
                  <a:pt x="5597" y="6382"/>
                </a:cubicBezTo>
                <a:cubicBezTo>
                  <a:pt x="5209" y="6489"/>
                  <a:pt x="4821" y="6567"/>
                  <a:pt x="4434" y="6625"/>
                </a:cubicBezTo>
                <a:cubicBezTo>
                  <a:pt x="4910" y="7542"/>
                  <a:pt x="5497" y="8353"/>
                  <a:pt x="6174" y="9024"/>
                </a:cubicBezTo>
                <a:cubicBezTo>
                  <a:pt x="5232" y="9318"/>
                  <a:pt x="4267" y="9476"/>
                  <a:pt x="3298" y="9496"/>
                </a:cubicBezTo>
                <a:lnTo>
                  <a:pt x="3298" y="10823"/>
                </a:lnTo>
                <a:lnTo>
                  <a:pt x="2860" y="10873"/>
                </a:lnTo>
                <a:lnTo>
                  <a:pt x="2866" y="9496"/>
                </a:lnTo>
                <a:cubicBezTo>
                  <a:pt x="1900" y="9475"/>
                  <a:pt x="939" y="9317"/>
                  <a:pt x="0" y="9024"/>
                </a:cubicBezTo>
                <a:cubicBezTo>
                  <a:pt x="678" y="8354"/>
                  <a:pt x="1267" y="7545"/>
                  <a:pt x="1744" y="6629"/>
                </a:cubicBezTo>
                <a:cubicBezTo>
                  <a:pt x="1356" y="6571"/>
                  <a:pt x="969" y="6493"/>
                  <a:pt x="581" y="6386"/>
                </a:cubicBezTo>
                <a:cubicBezTo>
                  <a:pt x="1190" y="5779"/>
                  <a:pt x="1711" y="5037"/>
                  <a:pt x="2119" y="4192"/>
                </a:cubicBezTo>
                <a:cubicBezTo>
                  <a:pt x="1798" y="4146"/>
                  <a:pt x="1479" y="4079"/>
                  <a:pt x="1163" y="3990"/>
                </a:cubicBezTo>
                <a:cubicBezTo>
                  <a:pt x="2097" y="3072"/>
                  <a:pt x="2704" y="1768"/>
                  <a:pt x="3087" y="190"/>
                </a:cubicBezTo>
                <a:close/>
                <a:moveTo>
                  <a:pt x="14200" y="0"/>
                </a:moveTo>
                <a:lnTo>
                  <a:pt x="14546" y="0"/>
                </a:lnTo>
                <a:lnTo>
                  <a:pt x="14546" y="10619"/>
                </a:lnTo>
                <a:cubicBezTo>
                  <a:pt x="14435" y="10669"/>
                  <a:pt x="14318" y="10697"/>
                  <a:pt x="14200" y="10699"/>
                </a:cubicBezTo>
                <a:lnTo>
                  <a:pt x="14200" y="9597"/>
                </a:lnTo>
                <a:cubicBezTo>
                  <a:pt x="13998" y="9562"/>
                  <a:pt x="13794" y="9544"/>
                  <a:pt x="13591" y="9545"/>
                </a:cubicBezTo>
                <a:cubicBezTo>
                  <a:pt x="12668" y="9545"/>
                  <a:pt x="11920" y="9879"/>
                  <a:pt x="11920" y="10293"/>
                </a:cubicBezTo>
                <a:cubicBezTo>
                  <a:pt x="11920" y="10706"/>
                  <a:pt x="12666" y="11040"/>
                  <a:pt x="13591" y="11040"/>
                </a:cubicBezTo>
                <a:cubicBezTo>
                  <a:pt x="14515" y="11040"/>
                  <a:pt x="15263" y="10706"/>
                  <a:pt x="15263" y="10293"/>
                </a:cubicBezTo>
                <a:cubicBezTo>
                  <a:pt x="15263" y="10098"/>
                  <a:pt x="15099" y="9923"/>
                  <a:pt x="14827" y="9790"/>
                </a:cubicBezTo>
                <a:lnTo>
                  <a:pt x="14827" y="7608"/>
                </a:lnTo>
                <a:cubicBezTo>
                  <a:pt x="18526" y="8593"/>
                  <a:pt x="19245" y="11549"/>
                  <a:pt x="16360" y="12393"/>
                </a:cubicBezTo>
                <a:cubicBezTo>
                  <a:pt x="13149" y="13332"/>
                  <a:pt x="14870" y="19036"/>
                  <a:pt x="8324" y="19791"/>
                </a:cubicBezTo>
                <a:cubicBezTo>
                  <a:pt x="1488" y="20583"/>
                  <a:pt x="-2355" y="12121"/>
                  <a:pt x="3519" y="11212"/>
                </a:cubicBezTo>
                <a:cubicBezTo>
                  <a:pt x="9394" y="10303"/>
                  <a:pt x="6897" y="7577"/>
                  <a:pt x="12157" y="7283"/>
                </a:cubicBezTo>
                <a:cubicBezTo>
                  <a:pt x="12840" y="7278"/>
                  <a:pt x="13523" y="7339"/>
                  <a:pt x="14200" y="7466"/>
                </a:cubicBezTo>
                <a:lnTo>
                  <a:pt x="14200" y="4071"/>
                </a:lnTo>
                <a:lnTo>
                  <a:pt x="10860" y="2269"/>
                </a:lnTo>
                <a:cubicBezTo>
                  <a:pt x="10829" y="2252"/>
                  <a:pt x="10804" y="2220"/>
                  <a:pt x="10790" y="2179"/>
                </a:cubicBezTo>
                <a:cubicBezTo>
                  <a:pt x="10761" y="2092"/>
                  <a:pt x="10792" y="1990"/>
                  <a:pt x="10860" y="1952"/>
                </a:cubicBezTo>
                <a:lnTo>
                  <a:pt x="14200" y="152"/>
                </a:lnTo>
                <a:close/>
              </a:path>
            </a:pathLst>
          </a:custGeom>
          <a:solidFill>
            <a:srgbClr val="4CCC51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sp>
        <p:nvSpPr>
          <p:cNvPr id="850" name="TextBox 192"/>
          <p:cNvSpPr txBox="1"/>
          <p:nvPr/>
        </p:nvSpPr>
        <p:spPr>
          <a:xfrm>
            <a:off x="9206933" y="7565415"/>
            <a:ext cx="511506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바른고딕"/>
                <a:ea typeface="나눔바른고딕"/>
                <a:cs typeface="나눔바른고딕"/>
                <a:sym typeface="나눔바른고딕"/>
              </a:defRPr>
            </a:lvl1pPr>
          </a:lstStyle>
          <a:p>
            <a:r>
              <a:t>AI</a:t>
            </a:r>
          </a:p>
        </p:txBody>
      </p:sp>
      <p:sp>
        <p:nvSpPr>
          <p:cNvPr id="851" name="TextBox 192"/>
          <p:cNvSpPr txBox="1"/>
          <p:nvPr/>
        </p:nvSpPr>
        <p:spPr>
          <a:xfrm>
            <a:off x="13934757" y="7306374"/>
            <a:ext cx="1973632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t>데이터</a:t>
            </a:r>
          </a:p>
          <a:p>
            <a:pPr algn="ctr" defTabSz="9144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t>학습, 분석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제목 1"/>
          <p:cNvSpPr txBox="1">
            <a:spLocks noGrp="1"/>
          </p:cNvSpPr>
          <p:nvPr>
            <p:ph type="title"/>
          </p:nvPr>
        </p:nvSpPr>
        <p:spPr>
          <a:xfrm>
            <a:off x="2239893" y="824662"/>
            <a:ext cx="18288001" cy="1117311"/>
          </a:xfrm>
          <a:prstGeom prst="rect">
            <a:avLst/>
          </a:prstGeom>
        </p:spPr>
        <p:txBody>
          <a:bodyPr/>
          <a:lstStyle>
            <a:lvl1pPr defTabSz="1737360">
              <a:defRPr sz="6080"/>
            </a:lvl1pPr>
          </a:lstStyle>
          <a:p>
            <a:r>
              <a:t>프로젝트 주요기능</a:t>
            </a:r>
          </a:p>
        </p:txBody>
      </p:sp>
      <p:sp>
        <p:nvSpPr>
          <p:cNvPr id="854" name="부제목 2"/>
          <p:cNvSpPr txBox="1">
            <a:spLocks noGrp="1"/>
          </p:cNvSpPr>
          <p:nvPr>
            <p:ph type="body" sz="quarter" idx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/>
          <a:lstStyle/>
          <a:p>
            <a:r>
              <a:t>2025년 한신대학교 4학년 컴퓨터공학부 캡스톤 프로젝트 SwingFit</a:t>
            </a:r>
          </a:p>
        </p:txBody>
      </p:sp>
      <p:sp>
        <p:nvSpPr>
          <p:cNvPr id="855" name="사각형: 둥근 위쪽 모서리 5"/>
          <p:cNvSpPr/>
          <p:nvPr/>
        </p:nvSpPr>
        <p:spPr>
          <a:xfrm rot="5400000">
            <a:off x="10098088" y="-4042729"/>
            <a:ext cx="2418081" cy="226142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6765" y="0"/>
                  <a:pt x="21600" y="517"/>
                  <a:pt x="21600" y="115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155"/>
                </a:lnTo>
                <a:cubicBezTo>
                  <a:pt x="0" y="517"/>
                  <a:pt x="4835" y="0"/>
                  <a:pt x="10800" y="0"/>
                </a:cubicBezTo>
                <a:close/>
              </a:path>
            </a:pathLst>
          </a:custGeom>
          <a:gradFill>
            <a:gsLst>
              <a:gs pos="0">
                <a:srgbClr val="D4EDC9"/>
              </a:gs>
              <a:gs pos="35000">
                <a:srgbClr val="7CDA80"/>
              </a:gs>
              <a:gs pos="70000">
                <a:srgbClr val="4CCC51"/>
              </a:gs>
              <a:gs pos="100000">
                <a:srgbClr val="489563"/>
              </a:gs>
            </a:gsLst>
            <a:lin ang="162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나눔고딕"/>
                <a:ea typeface="나눔고딕"/>
                <a:cs typeface="나눔고딕"/>
                <a:sym typeface="나눔고딕"/>
              </a:defRPr>
            </a:pPr>
            <a:endParaRPr/>
          </a:p>
        </p:txBody>
      </p:sp>
      <p:grpSp>
        <p:nvGrpSpPr>
          <p:cNvPr id="915" name="그룹 10"/>
          <p:cNvGrpSpPr/>
          <p:nvPr/>
        </p:nvGrpSpPr>
        <p:grpSpPr>
          <a:xfrm>
            <a:off x="5231286" y="6110303"/>
            <a:ext cx="2307774" cy="2307775"/>
            <a:chOff x="0" y="0"/>
            <a:chExt cx="2307772" cy="2307774"/>
          </a:xfrm>
        </p:grpSpPr>
        <p:grpSp>
          <p:nvGrpSpPr>
            <p:cNvPr id="858" name="그룹 11"/>
            <p:cNvGrpSpPr/>
            <p:nvPr/>
          </p:nvGrpSpPr>
          <p:grpSpPr>
            <a:xfrm>
              <a:off x="0" y="0"/>
              <a:ext cx="2307773" cy="2307775"/>
              <a:chOff x="0" y="0"/>
              <a:chExt cx="2307772" cy="2307774"/>
            </a:xfrm>
          </p:grpSpPr>
          <p:sp>
            <p:nvSpPr>
              <p:cNvPr id="856" name="자유형: 도형 68"/>
              <p:cNvSpPr/>
              <p:nvPr/>
            </p:nvSpPr>
            <p:spPr>
              <a:xfrm rot="16996800">
                <a:off x="194686" y="194688"/>
                <a:ext cx="1918400" cy="191839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57" name="자유형: 도형 69"/>
              <p:cNvSpPr/>
              <p:nvPr/>
            </p:nvSpPr>
            <p:spPr>
              <a:xfrm>
                <a:off x="133194" y="133483"/>
                <a:ext cx="2041214" cy="204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593" y="16762"/>
                      <a:pt x="16762" y="21593"/>
                      <a:pt x="10800" y="21600"/>
                    </a:cubicBezTo>
                    <a:close/>
                    <a:moveTo>
                      <a:pt x="10800" y="1300"/>
                    </a:moveTo>
                    <a:cubicBezTo>
                      <a:pt x="5553" y="1300"/>
                      <a:pt x="1300" y="5553"/>
                      <a:pt x="1300" y="10800"/>
                    </a:cubicBezTo>
                    <a:cubicBezTo>
                      <a:pt x="1300" y="16047"/>
                      <a:pt x="5553" y="20300"/>
                      <a:pt x="10800" y="20300"/>
                    </a:cubicBezTo>
                    <a:cubicBezTo>
                      <a:pt x="16047" y="20300"/>
                      <a:pt x="20300" y="16047"/>
                      <a:pt x="20300" y="10800"/>
                    </a:cubicBezTo>
                    <a:cubicBezTo>
                      <a:pt x="20293" y="5556"/>
                      <a:pt x="16044" y="1307"/>
                      <a:pt x="10800" y="130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914" name="그룹 12"/>
            <p:cNvGrpSpPr/>
            <p:nvPr/>
          </p:nvGrpSpPr>
          <p:grpSpPr>
            <a:xfrm>
              <a:off x="299721" y="315399"/>
              <a:ext cx="1683292" cy="1669288"/>
              <a:chOff x="0" y="1"/>
              <a:chExt cx="1683290" cy="1669286"/>
            </a:xfrm>
          </p:grpSpPr>
          <p:sp>
            <p:nvSpPr>
              <p:cNvPr id="859" name="자유형: 도형 13"/>
              <p:cNvSpPr/>
              <p:nvPr/>
            </p:nvSpPr>
            <p:spPr>
              <a:xfrm>
                <a:off x="745271" y="3518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0" name="자유형: 도형 14"/>
              <p:cNvSpPr/>
              <p:nvPr/>
            </p:nvSpPr>
            <p:spPr>
              <a:xfrm>
                <a:off x="994260" y="1"/>
                <a:ext cx="67756" cy="6775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1" name="자유형: 도형 15"/>
              <p:cNvSpPr/>
              <p:nvPr/>
            </p:nvSpPr>
            <p:spPr>
              <a:xfrm>
                <a:off x="248809" y="357468"/>
                <a:ext cx="66606" cy="67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597" extrusionOk="0">
                    <a:moveTo>
                      <a:pt x="21393" y="10800"/>
                    </a:moveTo>
                    <a:cubicBezTo>
                      <a:pt x="21600" y="16554"/>
                      <a:pt x="17067" y="21387"/>
                      <a:pt x="11267" y="21592"/>
                    </a:cubicBezTo>
                    <a:cubicBezTo>
                      <a:pt x="11139" y="21594"/>
                      <a:pt x="11011" y="21597"/>
                      <a:pt x="10885" y="21597"/>
                    </a:cubicBezTo>
                    <a:cubicBezTo>
                      <a:pt x="4873" y="21597"/>
                      <a:pt x="0" y="16762"/>
                      <a:pt x="0" y="10800"/>
                    </a:cubicBezTo>
                    <a:cubicBezTo>
                      <a:pt x="0" y="4835"/>
                      <a:pt x="4873" y="0"/>
                      <a:pt x="10885" y="0"/>
                    </a:cubicBezTo>
                    <a:cubicBezTo>
                      <a:pt x="16687" y="-3"/>
                      <a:pt x="21396" y="4661"/>
                      <a:pt x="21398" y="10420"/>
                    </a:cubicBezTo>
                    <a:cubicBezTo>
                      <a:pt x="21398" y="10545"/>
                      <a:pt x="21398" y="10672"/>
                      <a:pt x="21393" y="10800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2" name="자유형: 도형 16"/>
              <p:cNvSpPr/>
              <p:nvPr/>
            </p:nvSpPr>
            <p:spPr>
              <a:xfrm>
                <a:off x="494124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3" name="자유형: 도형 17"/>
              <p:cNvSpPr/>
              <p:nvPr/>
            </p:nvSpPr>
            <p:spPr>
              <a:xfrm>
                <a:off x="745271" y="35746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4" name="자유형: 도형 18"/>
              <p:cNvSpPr/>
              <p:nvPr/>
            </p:nvSpPr>
            <p:spPr>
              <a:xfrm>
                <a:off x="994088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5" name="자유형: 도형 19"/>
              <p:cNvSpPr/>
              <p:nvPr/>
            </p:nvSpPr>
            <p:spPr>
              <a:xfrm>
                <a:off x="1242898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6" name="자유형: 도형 20"/>
              <p:cNvSpPr/>
              <p:nvPr/>
            </p:nvSpPr>
            <p:spPr>
              <a:xfrm>
                <a:off x="1490550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7" name="자유형: 도형 21"/>
              <p:cNvSpPr/>
              <p:nvPr/>
            </p:nvSpPr>
            <p:spPr>
              <a:xfrm>
                <a:off x="-1" y="711417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8" name="자유형: 도형 22"/>
              <p:cNvSpPr/>
              <p:nvPr/>
            </p:nvSpPr>
            <p:spPr>
              <a:xfrm>
                <a:off x="248809" y="712565"/>
                <a:ext cx="66609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6" extrusionOk="0">
                    <a:moveTo>
                      <a:pt x="21390" y="10514"/>
                    </a:moveTo>
                    <a:cubicBezTo>
                      <a:pt x="21597" y="16312"/>
                      <a:pt x="17065" y="21181"/>
                      <a:pt x="11265" y="21388"/>
                    </a:cubicBezTo>
                    <a:cubicBezTo>
                      <a:pt x="11137" y="21393"/>
                      <a:pt x="11009" y="21396"/>
                      <a:pt x="10883" y="21396"/>
                    </a:cubicBezTo>
                    <a:cubicBezTo>
                      <a:pt x="4872" y="21396"/>
                      <a:pt x="0" y="16524"/>
                      <a:pt x="0" y="10514"/>
                    </a:cubicBezTo>
                    <a:cubicBezTo>
                      <a:pt x="-3" y="4710"/>
                      <a:pt x="4697" y="5"/>
                      <a:pt x="10501" y="0"/>
                    </a:cubicBezTo>
                    <a:cubicBezTo>
                      <a:pt x="10627" y="0"/>
                      <a:pt x="10755" y="3"/>
                      <a:pt x="10883" y="8"/>
                    </a:cubicBezTo>
                    <a:cubicBezTo>
                      <a:pt x="16473" y="-204"/>
                      <a:pt x="21178" y="4158"/>
                      <a:pt x="21390" y="9750"/>
                    </a:cubicBezTo>
                    <a:cubicBezTo>
                      <a:pt x="21401" y="10003"/>
                      <a:pt x="21401" y="10260"/>
                      <a:pt x="21390" y="1051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69" name="자유형: 도형 23"/>
              <p:cNvSpPr/>
              <p:nvPr/>
            </p:nvSpPr>
            <p:spPr>
              <a:xfrm>
                <a:off x="494702" y="717671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2" y="2713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0" name="자유형: 도형 24"/>
              <p:cNvSpPr/>
              <p:nvPr/>
            </p:nvSpPr>
            <p:spPr>
              <a:xfrm>
                <a:off x="746419" y="712565"/>
                <a:ext cx="66610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6" h="21398" extrusionOk="0">
                    <a:moveTo>
                      <a:pt x="21396" y="10515"/>
                    </a:moveTo>
                    <a:cubicBezTo>
                      <a:pt x="21396" y="16526"/>
                      <a:pt x="16524" y="21398"/>
                      <a:pt x="10514" y="21398"/>
                    </a:cubicBezTo>
                    <a:cubicBezTo>
                      <a:pt x="4713" y="21401"/>
                      <a:pt x="5" y="16701"/>
                      <a:pt x="0" y="10897"/>
                    </a:cubicBezTo>
                    <a:cubicBezTo>
                      <a:pt x="0" y="10768"/>
                      <a:pt x="3" y="10643"/>
                      <a:pt x="8" y="10515"/>
                    </a:cubicBezTo>
                    <a:cubicBezTo>
                      <a:pt x="-204" y="4922"/>
                      <a:pt x="4158" y="220"/>
                      <a:pt x="9750" y="8"/>
                    </a:cubicBezTo>
                    <a:cubicBezTo>
                      <a:pt x="10003" y="-3"/>
                      <a:pt x="10260" y="-3"/>
                      <a:pt x="10514" y="8"/>
                    </a:cubicBezTo>
                    <a:cubicBezTo>
                      <a:pt x="16312" y="-199"/>
                      <a:pt x="21181" y="4333"/>
                      <a:pt x="21388" y="10133"/>
                    </a:cubicBezTo>
                    <a:cubicBezTo>
                      <a:pt x="21391" y="10261"/>
                      <a:pt x="21396" y="10386"/>
                      <a:pt x="21396" y="10515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1" name="자유형: 도형 25"/>
              <p:cNvSpPr/>
              <p:nvPr/>
            </p:nvSpPr>
            <p:spPr>
              <a:xfrm>
                <a:off x="99408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2" name="자유형: 도형 26"/>
              <p:cNvSpPr/>
              <p:nvPr/>
            </p:nvSpPr>
            <p:spPr>
              <a:xfrm>
                <a:off x="124289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3" name="자유형: 도형 27"/>
              <p:cNvSpPr/>
              <p:nvPr/>
            </p:nvSpPr>
            <p:spPr>
              <a:xfrm>
                <a:off x="1491129" y="717671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4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4" y="2713"/>
                      <a:pt x="6633" y="-842"/>
                      <a:pt x="12243" y="173"/>
                    </a:cubicBezTo>
                    <a:cubicBezTo>
                      <a:pt x="16424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4" name="자유형: 도형 28"/>
              <p:cNvSpPr/>
              <p:nvPr/>
            </p:nvSpPr>
            <p:spPr>
              <a:xfrm>
                <a:off x="19" y="1066531"/>
                <a:ext cx="67752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5" name="자유형: 도형 29"/>
              <p:cNvSpPr/>
              <p:nvPr/>
            </p:nvSpPr>
            <p:spPr>
              <a:xfrm>
                <a:off x="242541" y="1065943"/>
                <a:ext cx="72881" cy="677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14" h="20667" extrusionOk="0">
                    <a:moveTo>
                      <a:pt x="20608" y="10154"/>
                    </a:moveTo>
                    <a:cubicBezTo>
                      <a:pt x="20790" y="15659"/>
                      <a:pt x="16797" y="20283"/>
                      <a:pt x="11692" y="20479"/>
                    </a:cubicBezTo>
                    <a:cubicBezTo>
                      <a:pt x="11581" y="20484"/>
                      <a:pt x="11468" y="20487"/>
                      <a:pt x="11355" y="20487"/>
                    </a:cubicBezTo>
                    <a:cubicBezTo>
                      <a:pt x="6155" y="21540"/>
                      <a:pt x="1146" y="17851"/>
                      <a:pt x="167" y="12243"/>
                    </a:cubicBezTo>
                    <a:cubicBezTo>
                      <a:pt x="-810" y="6636"/>
                      <a:pt x="2611" y="1234"/>
                      <a:pt x="7812" y="179"/>
                    </a:cubicBezTo>
                    <a:cubicBezTo>
                      <a:pt x="8984" y="-60"/>
                      <a:pt x="10185" y="-60"/>
                      <a:pt x="11355" y="179"/>
                    </a:cubicBezTo>
                    <a:cubicBezTo>
                      <a:pt x="16465" y="179"/>
                      <a:pt x="20608" y="4646"/>
                      <a:pt x="20608" y="1015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6" name="자유형: 도형 30"/>
              <p:cNvSpPr/>
              <p:nvPr/>
            </p:nvSpPr>
            <p:spPr>
              <a:xfrm>
                <a:off x="494702" y="1071619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8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2"/>
                      <a:pt x="179" y="8118"/>
                    </a:cubicBezTo>
                    <a:cubicBezTo>
                      <a:pt x="1232" y="2715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7" name="자유형: 도형 31"/>
              <p:cNvSpPr/>
              <p:nvPr/>
            </p:nvSpPr>
            <p:spPr>
              <a:xfrm>
                <a:off x="751525" y="1066531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608"/>
                    </a:moveTo>
                    <a:cubicBezTo>
                      <a:pt x="20638" y="16680"/>
                      <a:pt x="15550" y="21597"/>
                      <a:pt x="9268" y="21597"/>
                    </a:cubicBezTo>
                    <a:cubicBezTo>
                      <a:pt x="3098" y="20474"/>
                      <a:pt x="-962" y="14730"/>
                      <a:pt x="197" y="8766"/>
                    </a:cubicBezTo>
                    <a:cubicBezTo>
                      <a:pt x="1064" y="4320"/>
                      <a:pt x="4664" y="837"/>
                      <a:pt x="9268" y="0"/>
                    </a:cubicBezTo>
                    <a:cubicBezTo>
                      <a:pt x="15397" y="-3"/>
                      <a:pt x="20427" y="4690"/>
                      <a:pt x="20638" y="1060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8" name="자유형: 도형 32"/>
              <p:cNvSpPr/>
              <p:nvPr/>
            </p:nvSpPr>
            <p:spPr>
              <a:xfrm>
                <a:off x="99410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79" name="자유형: 도형 33"/>
              <p:cNvSpPr/>
              <p:nvPr/>
            </p:nvSpPr>
            <p:spPr>
              <a:xfrm>
                <a:off x="124291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0" name="자유형: 도형 34"/>
              <p:cNvSpPr/>
              <p:nvPr/>
            </p:nvSpPr>
            <p:spPr>
              <a:xfrm>
                <a:off x="1490554" y="1066513"/>
                <a:ext cx="67758" cy="67757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1" name="자유형: 도형 35"/>
              <p:cNvSpPr/>
              <p:nvPr/>
            </p:nvSpPr>
            <p:spPr>
              <a:xfrm>
                <a:off x="242541" y="1419893"/>
                <a:ext cx="72876" cy="677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83" h="20667" extrusionOk="0">
                    <a:moveTo>
                      <a:pt x="20778" y="10511"/>
                    </a:moveTo>
                    <a:cubicBezTo>
                      <a:pt x="20778" y="16020"/>
                      <a:pt x="16601" y="20487"/>
                      <a:pt x="11449" y="20487"/>
                    </a:cubicBezTo>
                    <a:cubicBezTo>
                      <a:pt x="6206" y="21540"/>
                      <a:pt x="1155" y="17851"/>
                      <a:pt x="168" y="12243"/>
                    </a:cubicBezTo>
                    <a:cubicBezTo>
                      <a:pt x="-817" y="6633"/>
                      <a:pt x="2633" y="1234"/>
                      <a:pt x="7876" y="179"/>
                    </a:cubicBezTo>
                    <a:cubicBezTo>
                      <a:pt x="9058" y="-60"/>
                      <a:pt x="10269" y="-60"/>
                      <a:pt x="11449" y="179"/>
                    </a:cubicBezTo>
                    <a:cubicBezTo>
                      <a:pt x="16601" y="176"/>
                      <a:pt x="20781" y="4638"/>
                      <a:pt x="20783" y="10146"/>
                    </a:cubicBezTo>
                    <a:cubicBezTo>
                      <a:pt x="20783" y="10268"/>
                      <a:pt x="20781" y="10390"/>
                      <a:pt x="20778" y="10511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2" name="자유형: 도형 36"/>
              <p:cNvSpPr/>
              <p:nvPr/>
            </p:nvSpPr>
            <p:spPr>
              <a:xfrm>
                <a:off x="494124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3" name="자유형: 도형 37"/>
              <p:cNvSpPr/>
              <p:nvPr/>
            </p:nvSpPr>
            <p:spPr>
              <a:xfrm>
                <a:off x="751525" y="1420478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989"/>
                    </a:moveTo>
                    <a:cubicBezTo>
                      <a:pt x="20427" y="16907"/>
                      <a:pt x="15397" y="21600"/>
                      <a:pt x="9268" y="21597"/>
                    </a:cubicBezTo>
                    <a:cubicBezTo>
                      <a:pt x="3098" y="20474"/>
                      <a:pt x="-962" y="14730"/>
                      <a:pt x="197" y="8767"/>
                    </a:cubicBezTo>
                    <a:cubicBezTo>
                      <a:pt x="1064" y="4320"/>
                      <a:pt x="4664" y="838"/>
                      <a:pt x="9268" y="0"/>
                    </a:cubicBezTo>
                    <a:cubicBezTo>
                      <a:pt x="15550" y="0"/>
                      <a:pt x="20638" y="4917"/>
                      <a:pt x="20638" y="10989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4" name="자유형: 도형 38"/>
              <p:cNvSpPr/>
              <p:nvPr/>
            </p:nvSpPr>
            <p:spPr>
              <a:xfrm>
                <a:off x="99408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5" name="자유형: 도형 39"/>
              <p:cNvSpPr/>
              <p:nvPr/>
            </p:nvSpPr>
            <p:spPr>
              <a:xfrm>
                <a:off x="124289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6" name="자유형: 도형 40"/>
              <p:cNvSpPr/>
              <p:nvPr/>
            </p:nvSpPr>
            <p:spPr>
              <a:xfrm>
                <a:off x="377310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7" name="자유형: 도형 41"/>
              <p:cNvSpPr/>
              <p:nvPr/>
            </p:nvSpPr>
            <p:spPr>
              <a:xfrm>
                <a:off x="621453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8" name="자유형: 도형 42"/>
              <p:cNvSpPr/>
              <p:nvPr/>
            </p:nvSpPr>
            <p:spPr>
              <a:xfrm>
                <a:off x="869673" y="173636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89" name="자유형: 도형 43"/>
              <p:cNvSpPr/>
              <p:nvPr/>
            </p:nvSpPr>
            <p:spPr>
              <a:xfrm>
                <a:off x="1117906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0" name="자유형: 도형 44"/>
              <p:cNvSpPr/>
              <p:nvPr/>
            </p:nvSpPr>
            <p:spPr>
              <a:xfrm>
                <a:off x="1366723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1" name="자유형: 도형 45"/>
              <p:cNvSpPr/>
              <p:nvPr/>
            </p:nvSpPr>
            <p:spPr>
              <a:xfrm>
                <a:off x="124966" y="533860"/>
                <a:ext cx="66609" cy="666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5" extrusionOk="0">
                    <a:moveTo>
                      <a:pt x="21398" y="10882"/>
                    </a:moveTo>
                    <a:cubicBezTo>
                      <a:pt x="21401" y="16683"/>
                      <a:pt x="16701" y="21391"/>
                      <a:pt x="10897" y="21393"/>
                    </a:cubicBezTo>
                    <a:cubicBezTo>
                      <a:pt x="10768" y="21393"/>
                      <a:pt x="10643" y="21393"/>
                      <a:pt x="10515" y="21388"/>
                    </a:cubicBezTo>
                    <a:cubicBezTo>
                      <a:pt x="4922" y="21600"/>
                      <a:pt x="220" y="17238"/>
                      <a:pt x="8" y="11646"/>
                    </a:cubicBezTo>
                    <a:cubicBezTo>
                      <a:pt x="-3" y="11393"/>
                      <a:pt x="-3" y="11136"/>
                      <a:pt x="8" y="10882"/>
                    </a:cubicBezTo>
                    <a:cubicBezTo>
                      <a:pt x="-199" y="5084"/>
                      <a:pt x="4333" y="215"/>
                      <a:pt x="10133" y="8"/>
                    </a:cubicBezTo>
                    <a:cubicBezTo>
                      <a:pt x="10261" y="3"/>
                      <a:pt x="10386" y="0"/>
                      <a:pt x="10515" y="0"/>
                    </a:cubicBezTo>
                    <a:cubicBezTo>
                      <a:pt x="16526" y="0"/>
                      <a:pt x="21398" y="4872"/>
                      <a:pt x="21398" y="10882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2" name="자유형: 도형 46"/>
              <p:cNvSpPr/>
              <p:nvPr/>
            </p:nvSpPr>
            <p:spPr>
              <a:xfrm>
                <a:off x="377310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3" name="자유형: 도형 47"/>
              <p:cNvSpPr/>
              <p:nvPr/>
            </p:nvSpPr>
            <p:spPr>
              <a:xfrm>
                <a:off x="621453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4" name="자유형: 도형 48"/>
              <p:cNvSpPr/>
              <p:nvPr/>
            </p:nvSpPr>
            <p:spPr>
              <a:xfrm>
                <a:off x="86967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5" name="자유형: 도형 49"/>
              <p:cNvSpPr/>
              <p:nvPr/>
            </p:nvSpPr>
            <p:spPr>
              <a:xfrm>
                <a:off x="111848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6" name="자유형: 도형 50"/>
              <p:cNvSpPr/>
              <p:nvPr/>
            </p:nvSpPr>
            <p:spPr>
              <a:xfrm>
                <a:off x="1366723" y="53386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7" name="자유형: 도형 51"/>
              <p:cNvSpPr/>
              <p:nvPr/>
            </p:nvSpPr>
            <p:spPr>
              <a:xfrm>
                <a:off x="1615539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8" name="자유형: 도형 52"/>
              <p:cNvSpPr/>
              <p:nvPr/>
            </p:nvSpPr>
            <p:spPr>
              <a:xfrm>
                <a:off x="123818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899" name="자유형: 도형 53"/>
              <p:cNvSpPr/>
              <p:nvPr/>
            </p:nvSpPr>
            <p:spPr>
              <a:xfrm>
                <a:off x="377310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0" name="자유형: 도형 54"/>
              <p:cNvSpPr/>
              <p:nvPr/>
            </p:nvSpPr>
            <p:spPr>
              <a:xfrm>
                <a:off x="621453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1" name="자유형: 도형 55"/>
              <p:cNvSpPr/>
              <p:nvPr/>
            </p:nvSpPr>
            <p:spPr>
              <a:xfrm>
                <a:off x="869096" y="88778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2" name="자유형: 도형 56"/>
              <p:cNvSpPr/>
              <p:nvPr/>
            </p:nvSpPr>
            <p:spPr>
              <a:xfrm>
                <a:off x="1117906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3" name="자유형: 도형 57"/>
              <p:cNvSpPr/>
              <p:nvPr/>
            </p:nvSpPr>
            <p:spPr>
              <a:xfrm>
                <a:off x="1366723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4" name="자유형: 도형 58"/>
              <p:cNvSpPr/>
              <p:nvPr/>
            </p:nvSpPr>
            <p:spPr>
              <a:xfrm>
                <a:off x="1615539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5" name="자유형: 도형 59"/>
              <p:cNvSpPr/>
              <p:nvPr/>
            </p:nvSpPr>
            <p:spPr>
              <a:xfrm>
                <a:off x="123818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6" name="자유형: 도형 60"/>
              <p:cNvSpPr/>
              <p:nvPr/>
            </p:nvSpPr>
            <p:spPr>
              <a:xfrm>
                <a:off x="377310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7" name="자유형: 도형 61"/>
              <p:cNvSpPr/>
              <p:nvPr/>
            </p:nvSpPr>
            <p:spPr>
              <a:xfrm>
                <a:off x="621453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8" name="자유형: 도형 62"/>
              <p:cNvSpPr/>
              <p:nvPr/>
            </p:nvSpPr>
            <p:spPr>
              <a:xfrm>
                <a:off x="869096" y="1241734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09" name="자유형: 도형 63"/>
              <p:cNvSpPr/>
              <p:nvPr/>
            </p:nvSpPr>
            <p:spPr>
              <a:xfrm>
                <a:off x="1117906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10" name="자유형: 도형 64"/>
              <p:cNvSpPr/>
              <p:nvPr/>
            </p:nvSpPr>
            <p:spPr>
              <a:xfrm>
                <a:off x="1366723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11" name="자유형: 도형 65"/>
              <p:cNvSpPr/>
              <p:nvPr/>
            </p:nvSpPr>
            <p:spPr>
              <a:xfrm>
                <a:off x="621453" y="160153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12" name="자유형: 도형 66"/>
              <p:cNvSpPr/>
              <p:nvPr/>
            </p:nvSpPr>
            <p:spPr>
              <a:xfrm>
                <a:off x="869096" y="160151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13" name="자유형: 도형 67"/>
              <p:cNvSpPr/>
              <p:nvPr/>
            </p:nvSpPr>
            <p:spPr>
              <a:xfrm>
                <a:off x="1117906" y="160153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grpSp>
        <p:nvGrpSpPr>
          <p:cNvPr id="975" name="그룹 70"/>
          <p:cNvGrpSpPr/>
          <p:nvPr/>
        </p:nvGrpSpPr>
        <p:grpSpPr>
          <a:xfrm>
            <a:off x="10230007" y="6110303"/>
            <a:ext cx="2307773" cy="2307775"/>
            <a:chOff x="0" y="0"/>
            <a:chExt cx="2307772" cy="2307774"/>
          </a:xfrm>
        </p:grpSpPr>
        <p:grpSp>
          <p:nvGrpSpPr>
            <p:cNvPr id="918" name="그룹 71"/>
            <p:cNvGrpSpPr/>
            <p:nvPr/>
          </p:nvGrpSpPr>
          <p:grpSpPr>
            <a:xfrm>
              <a:off x="0" y="0"/>
              <a:ext cx="2307773" cy="2307775"/>
              <a:chOff x="0" y="0"/>
              <a:chExt cx="2307772" cy="2307774"/>
            </a:xfrm>
          </p:grpSpPr>
          <p:sp>
            <p:nvSpPr>
              <p:cNvPr id="916" name="자유형: 도형 128"/>
              <p:cNvSpPr/>
              <p:nvPr/>
            </p:nvSpPr>
            <p:spPr>
              <a:xfrm rot="16996800">
                <a:off x="194686" y="194688"/>
                <a:ext cx="1918400" cy="191839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17" name="자유형: 도형 129"/>
              <p:cNvSpPr/>
              <p:nvPr/>
            </p:nvSpPr>
            <p:spPr>
              <a:xfrm>
                <a:off x="133194" y="133483"/>
                <a:ext cx="2041214" cy="204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593" y="16762"/>
                      <a:pt x="16762" y="21593"/>
                      <a:pt x="10800" y="21600"/>
                    </a:cubicBezTo>
                    <a:close/>
                    <a:moveTo>
                      <a:pt x="10800" y="1300"/>
                    </a:moveTo>
                    <a:cubicBezTo>
                      <a:pt x="5553" y="1300"/>
                      <a:pt x="1300" y="5553"/>
                      <a:pt x="1300" y="10800"/>
                    </a:cubicBezTo>
                    <a:cubicBezTo>
                      <a:pt x="1300" y="16047"/>
                      <a:pt x="5553" y="20300"/>
                      <a:pt x="10800" y="20300"/>
                    </a:cubicBezTo>
                    <a:cubicBezTo>
                      <a:pt x="16047" y="20300"/>
                      <a:pt x="20300" y="16047"/>
                      <a:pt x="20300" y="10800"/>
                    </a:cubicBezTo>
                    <a:cubicBezTo>
                      <a:pt x="20293" y="5556"/>
                      <a:pt x="16044" y="1307"/>
                      <a:pt x="10800" y="130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974" name="그룹 72"/>
            <p:cNvGrpSpPr/>
            <p:nvPr/>
          </p:nvGrpSpPr>
          <p:grpSpPr>
            <a:xfrm>
              <a:off x="299721" y="315399"/>
              <a:ext cx="1683292" cy="1669288"/>
              <a:chOff x="0" y="1"/>
              <a:chExt cx="1683290" cy="1669286"/>
            </a:xfrm>
          </p:grpSpPr>
          <p:sp>
            <p:nvSpPr>
              <p:cNvPr id="919" name="자유형: 도형 73"/>
              <p:cNvSpPr/>
              <p:nvPr/>
            </p:nvSpPr>
            <p:spPr>
              <a:xfrm>
                <a:off x="745271" y="3518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0" name="자유형: 도형 74"/>
              <p:cNvSpPr/>
              <p:nvPr/>
            </p:nvSpPr>
            <p:spPr>
              <a:xfrm>
                <a:off x="994260" y="1"/>
                <a:ext cx="67756" cy="6775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1" name="자유형: 도형 75"/>
              <p:cNvSpPr/>
              <p:nvPr/>
            </p:nvSpPr>
            <p:spPr>
              <a:xfrm>
                <a:off x="248809" y="357468"/>
                <a:ext cx="66606" cy="67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597" extrusionOk="0">
                    <a:moveTo>
                      <a:pt x="21393" y="10800"/>
                    </a:moveTo>
                    <a:cubicBezTo>
                      <a:pt x="21600" y="16554"/>
                      <a:pt x="17067" y="21387"/>
                      <a:pt x="11267" y="21592"/>
                    </a:cubicBezTo>
                    <a:cubicBezTo>
                      <a:pt x="11139" y="21594"/>
                      <a:pt x="11011" y="21597"/>
                      <a:pt x="10885" y="21597"/>
                    </a:cubicBezTo>
                    <a:cubicBezTo>
                      <a:pt x="4873" y="21597"/>
                      <a:pt x="0" y="16762"/>
                      <a:pt x="0" y="10800"/>
                    </a:cubicBezTo>
                    <a:cubicBezTo>
                      <a:pt x="0" y="4835"/>
                      <a:pt x="4873" y="0"/>
                      <a:pt x="10885" y="0"/>
                    </a:cubicBezTo>
                    <a:cubicBezTo>
                      <a:pt x="16687" y="-3"/>
                      <a:pt x="21396" y="4661"/>
                      <a:pt x="21398" y="10420"/>
                    </a:cubicBezTo>
                    <a:cubicBezTo>
                      <a:pt x="21398" y="10545"/>
                      <a:pt x="21398" y="10672"/>
                      <a:pt x="21393" y="10800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2" name="자유형: 도형 76"/>
              <p:cNvSpPr/>
              <p:nvPr/>
            </p:nvSpPr>
            <p:spPr>
              <a:xfrm>
                <a:off x="494124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3" name="자유형: 도형 77"/>
              <p:cNvSpPr/>
              <p:nvPr/>
            </p:nvSpPr>
            <p:spPr>
              <a:xfrm>
                <a:off x="745271" y="35746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4" name="자유형: 도형 78"/>
              <p:cNvSpPr/>
              <p:nvPr/>
            </p:nvSpPr>
            <p:spPr>
              <a:xfrm>
                <a:off x="994088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5" name="자유형: 도형 79"/>
              <p:cNvSpPr/>
              <p:nvPr/>
            </p:nvSpPr>
            <p:spPr>
              <a:xfrm>
                <a:off x="1242898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6" name="자유형: 도형 80"/>
              <p:cNvSpPr/>
              <p:nvPr/>
            </p:nvSpPr>
            <p:spPr>
              <a:xfrm>
                <a:off x="1490550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7" name="자유형: 도형 81"/>
              <p:cNvSpPr/>
              <p:nvPr/>
            </p:nvSpPr>
            <p:spPr>
              <a:xfrm>
                <a:off x="-1" y="711417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8" name="자유형: 도형 82"/>
              <p:cNvSpPr/>
              <p:nvPr/>
            </p:nvSpPr>
            <p:spPr>
              <a:xfrm>
                <a:off x="248809" y="712565"/>
                <a:ext cx="66609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6" extrusionOk="0">
                    <a:moveTo>
                      <a:pt x="21390" y="10514"/>
                    </a:moveTo>
                    <a:cubicBezTo>
                      <a:pt x="21597" y="16312"/>
                      <a:pt x="17065" y="21181"/>
                      <a:pt x="11265" y="21388"/>
                    </a:cubicBezTo>
                    <a:cubicBezTo>
                      <a:pt x="11137" y="21393"/>
                      <a:pt x="11009" y="21396"/>
                      <a:pt x="10883" y="21396"/>
                    </a:cubicBezTo>
                    <a:cubicBezTo>
                      <a:pt x="4872" y="21396"/>
                      <a:pt x="0" y="16524"/>
                      <a:pt x="0" y="10514"/>
                    </a:cubicBezTo>
                    <a:cubicBezTo>
                      <a:pt x="-3" y="4710"/>
                      <a:pt x="4697" y="5"/>
                      <a:pt x="10501" y="0"/>
                    </a:cubicBezTo>
                    <a:cubicBezTo>
                      <a:pt x="10627" y="0"/>
                      <a:pt x="10755" y="3"/>
                      <a:pt x="10883" y="8"/>
                    </a:cubicBezTo>
                    <a:cubicBezTo>
                      <a:pt x="16473" y="-204"/>
                      <a:pt x="21178" y="4158"/>
                      <a:pt x="21390" y="9750"/>
                    </a:cubicBezTo>
                    <a:cubicBezTo>
                      <a:pt x="21401" y="10003"/>
                      <a:pt x="21401" y="10260"/>
                      <a:pt x="21390" y="1051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29" name="자유형: 도형 83"/>
              <p:cNvSpPr/>
              <p:nvPr/>
            </p:nvSpPr>
            <p:spPr>
              <a:xfrm>
                <a:off x="494702" y="717671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2" y="2713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0" name="자유형: 도형 84"/>
              <p:cNvSpPr/>
              <p:nvPr/>
            </p:nvSpPr>
            <p:spPr>
              <a:xfrm>
                <a:off x="746419" y="712565"/>
                <a:ext cx="66610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6" h="21398" extrusionOk="0">
                    <a:moveTo>
                      <a:pt x="21396" y="10515"/>
                    </a:moveTo>
                    <a:cubicBezTo>
                      <a:pt x="21396" y="16526"/>
                      <a:pt x="16524" y="21398"/>
                      <a:pt x="10514" y="21398"/>
                    </a:cubicBezTo>
                    <a:cubicBezTo>
                      <a:pt x="4713" y="21401"/>
                      <a:pt x="5" y="16701"/>
                      <a:pt x="0" y="10897"/>
                    </a:cubicBezTo>
                    <a:cubicBezTo>
                      <a:pt x="0" y="10768"/>
                      <a:pt x="3" y="10643"/>
                      <a:pt x="8" y="10515"/>
                    </a:cubicBezTo>
                    <a:cubicBezTo>
                      <a:pt x="-204" y="4922"/>
                      <a:pt x="4158" y="220"/>
                      <a:pt x="9750" y="8"/>
                    </a:cubicBezTo>
                    <a:cubicBezTo>
                      <a:pt x="10003" y="-3"/>
                      <a:pt x="10260" y="-3"/>
                      <a:pt x="10514" y="8"/>
                    </a:cubicBezTo>
                    <a:cubicBezTo>
                      <a:pt x="16312" y="-199"/>
                      <a:pt x="21181" y="4333"/>
                      <a:pt x="21388" y="10133"/>
                    </a:cubicBezTo>
                    <a:cubicBezTo>
                      <a:pt x="21391" y="10261"/>
                      <a:pt x="21396" y="10386"/>
                      <a:pt x="21396" y="10515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1" name="자유형: 도형 85"/>
              <p:cNvSpPr/>
              <p:nvPr/>
            </p:nvSpPr>
            <p:spPr>
              <a:xfrm>
                <a:off x="99408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2" name="자유형: 도형 86"/>
              <p:cNvSpPr/>
              <p:nvPr/>
            </p:nvSpPr>
            <p:spPr>
              <a:xfrm>
                <a:off x="124289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3" name="자유형: 도형 87"/>
              <p:cNvSpPr/>
              <p:nvPr/>
            </p:nvSpPr>
            <p:spPr>
              <a:xfrm>
                <a:off x="1491129" y="717671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4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4" y="2713"/>
                      <a:pt x="6633" y="-842"/>
                      <a:pt x="12243" y="173"/>
                    </a:cubicBezTo>
                    <a:cubicBezTo>
                      <a:pt x="16424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4" name="자유형: 도형 88"/>
              <p:cNvSpPr/>
              <p:nvPr/>
            </p:nvSpPr>
            <p:spPr>
              <a:xfrm>
                <a:off x="19" y="1066531"/>
                <a:ext cx="67752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5" name="자유형: 도형 89"/>
              <p:cNvSpPr/>
              <p:nvPr/>
            </p:nvSpPr>
            <p:spPr>
              <a:xfrm>
                <a:off x="242541" y="1065943"/>
                <a:ext cx="72881" cy="677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14" h="20667" extrusionOk="0">
                    <a:moveTo>
                      <a:pt x="20608" y="10154"/>
                    </a:moveTo>
                    <a:cubicBezTo>
                      <a:pt x="20790" y="15659"/>
                      <a:pt x="16797" y="20283"/>
                      <a:pt x="11692" y="20479"/>
                    </a:cubicBezTo>
                    <a:cubicBezTo>
                      <a:pt x="11581" y="20484"/>
                      <a:pt x="11468" y="20487"/>
                      <a:pt x="11355" y="20487"/>
                    </a:cubicBezTo>
                    <a:cubicBezTo>
                      <a:pt x="6155" y="21540"/>
                      <a:pt x="1146" y="17851"/>
                      <a:pt x="167" y="12243"/>
                    </a:cubicBezTo>
                    <a:cubicBezTo>
                      <a:pt x="-810" y="6636"/>
                      <a:pt x="2611" y="1234"/>
                      <a:pt x="7812" y="179"/>
                    </a:cubicBezTo>
                    <a:cubicBezTo>
                      <a:pt x="8984" y="-60"/>
                      <a:pt x="10185" y="-60"/>
                      <a:pt x="11355" y="179"/>
                    </a:cubicBezTo>
                    <a:cubicBezTo>
                      <a:pt x="16465" y="179"/>
                      <a:pt x="20608" y="4646"/>
                      <a:pt x="20608" y="1015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6" name="자유형: 도형 90"/>
              <p:cNvSpPr/>
              <p:nvPr/>
            </p:nvSpPr>
            <p:spPr>
              <a:xfrm>
                <a:off x="494702" y="1071619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8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2"/>
                      <a:pt x="179" y="8118"/>
                    </a:cubicBezTo>
                    <a:cubicBezTo>
                      <a:pt x="1232" y="2715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7" name="자유형: 도형 91"/>
              <p:cNvSpPr/>
              <p:nvPr/>
            </p:nvSpPr>
            <p:spPr>
              <a:xfrm>
                <a:off x="751525" y="1066531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608"/>
                    </a:moveTo>
                    <a:cubicBezTo>
                      <a:pt x="20638" y="16680"/>
                      <a:pt x="15550" y="21597"/>
                      <a:pt x="9268" y="21597"/>
                    </a:cubicBezTo>
                    <a:cubicBezTo>
                      <a:pt x="3098" y="20474"/>
                      <a:pt x="-962" y="14730"/>
                      <a:pt x="197" y="8766"/>
                    </a:cubicBezTo>
                    <a:cubicBezTo>
                      <a:pt x="1064" y="4320"/>
                      <a:pt x="4664" y="837"/>
                      <a:pt x="9268" y="0"/>
                    </a:cubicBezTo>
                    <a:cubicBezTo>
                      <a:pt x="15397" y="-3"/>
                      <a:pt x="20427" y="4690"/>
                      <a:pt x="20638" y="1060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8" name="자유형: 도형 92"/>
              <p:cNvSpPr/>
              <p:nvPr/>
            </p:nvSpPr>
            <p:spPr>
              <a:xfrm>
                <a:off x="99410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39" name="자유형: 도형 93"/>
              <p:cNvSpPr/>
              <p:nvPr/>
            </p:nvSpPr>
            <p:spPr>
              <a:xfrm>
                <a:off x="124291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0" name="자유형: 도형 94"/>
              <p:cNvSpPr/>
              <p:nvPr/>
            </p:nvSpPr>
            <p:spPr>
              <a:xfrm>
                <a:off x="1490554" y="1066513"/>
                <a:ext cx="67758" cy="67757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1" name="자유형: 도형 95"/>
              <p:cNvSpPr/>
              <p:nvPr/>
            </p:nvSpPr>
            <p:spPr>
              <a:xfrm>
                <a:off x="242541" y="1419893"/>
                <a:ext cx="72876" cy="677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83" h="20667" extrusionOk="0">
                    <a:moveTo>
                      <a:pt x="20778" y="10511"/>
                    </a:moveTo>
                    <a:cubicBezTo>
                      <a:pt x="20778" y="16020"/>
                      <a:pt x="16601" y="20487"/>
                      <a:pt x="11449" y="20487"/>
                    </a:cubicBezTo>
                    <a:cubicBezTo>
                      <a:pt x="6206" y="21540"/>
                      <a:pt x="1155" y="17851"/>
                      <a:pt x="168" y="12243"/>
                    </a:cubicBezTo>
                    <a:cubicBezTo>
                      <a:pt x="-817" y="6633"/>
                      <a:pt x="2633" y="1234"/>
                      <a:pt x="7876" y="179"/>
                    </a:cubicBezTo>
                    <a:cubicBezTo>
                      <a:pt x="9058" y="-60"/>
                      <a:pt x="10269" y="-60"/>
                      <a:pt x="11449" y="179"/>
                    </a:cubicBezTo>
                    <a:cubicBezTo>
                      <a:pt x="16601" y="176"/>
                      <a:pt x="20781" y="4638"/>
                      <a:pt x="20783" y="10146"/>
                    </a:cubicBezTo>
                    <a:cubicBezTo>
                      <a:pt x="20783" y="10268"/>
                      <a:pt x="20781" y="10390"/>
                      <a:pt x="20778" y="10511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2" name="자유형: 도형 96"/>
              <p:cNvSpPr/>
              <p:nvPr/>
            </p:nvSpPr>
            <p:spPr>
              <a:xfrm>
                <a:off x="494124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3" name="자유형: 도형 97"/>
              <p:cNvSpPr/>
              <p:nvPr/>
            </p:nvSpPr>
            <p:spPr>
              <a:xfrm>
                <a:off x="751525" y="1420478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989"/>
                    </a:moveTo>
                    <a:cubicBezTo>
                      <a:pt x="20427" y="16907"/>
                      <a:pt x="15397" y="21600"/>
                      <a:pt x="9268" y="21597"/>
                    </a:cubicBezTo>
                    <a:cubicBezTo>
                      <a:pt x="3098" y="20474"/>
                      <a:pt x="-962" y="14730"/>
                      <a:pt x="197" y="8767"/>
                    </a:cubicBezTo>
                    <a:cubicBezTo>
                      <a:pt x="1064" y="4320"/>
                      <a:pt x="4664" y="838"/>
                      <a:pt x="9268" y="0"/>
                    </a:cubicBezTo>
                    <a:cubicBezTo>
                      <a:pt x="15550" y="0"/>
                      <a:pt x="20638" y="4917"/>
                      <a:pt x="20638" y="10989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4" name="자유형: 도형 98"/>
              <p:cNvSpPr/>
              <p:nvPr/>
            </p:nvSpPr>
            <p:spPr>
              <a:xfrm>
                <a:off x="99408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5" name="자유형: 도형 99"/>
              <p:cNvSpPr/>
              <p:nvPr/>
            </p:nvSpPr>
            <p:spPr>
              <a:xfrm>
                <a:off x="124289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6" name="자유형: 도형 100"/>
              <p:cNvSpPr/>
              <p:nvPr/>
            </p:nvSpPr>
            <p:spPr>
              <a:xfrm>
                <a:off x="377310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7" name="자유형: 도형 101"/>
              <p:cNvSpPr/>
              <p:nvPr/>
            </p:nvSpPr>
            <p:spPr>
              <a:xfrm>
                <a:off x="621453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8" name="자유형: 도형 102"/>
              <p:cNvSpPr/>
              <p:nvPr/>
            </p:nvSpPr>
            <p:spPr>
              <a:xfrm>
                <a:off x="869673" y="173636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49" name="자유형: 도형 103"/>
              <p:cNvSpPr/>
              <p:nvPr/>
            </p:nvSpPr>
            <p:spPr>
              <a:xfrm>
                <a:off x="1117906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0" name="자유형: 도형 104"/>
              <p:cNvSpPr/>
              <p:nvPr/>
            </p:nvSpPr>
            <p:spPr>
              <a:xfrm>
                <a:off x="1366723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1" name="자유형: 도형 105"/>
              <p:cNvSpPr/>
              <p:nvPr/>
            </p:nvSpPr>
            <p:spPr>
              <a:xfrm>
                <a:off x="124966" y="533860"/>
                <a:ext cx="66609" cy="666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5" extrusionOk="0">
                    <a:moveTo>
                      <a:pt x="21398" y="10882"/>
                    </a:moveTo>
                    <a:cubicBezTo>
                      <a:pt x="21401" y="16683"/>
                      <a:pt x="16701" y="21391"/>
                      <a:pt x="10897" y="21393"/>
                    </a:cubicBezTo>
                    <a:cubicBezTo>
                      <a:pt x="10768" y="21393"/>
                      <a:pt x="10643" y="21393"/>
                      <a:pt x="10515" y="21388"/>
                    </a:cubicBezTo>
                    <a:cubicBezTo>
                      <a:pt x="4922" y="21600"/>
                      <a:pt x="220" y="17238"/>
                      <a:pt x="8" y="11646"/>
                    </a:cubicBezTo>
                    <a:cubicBezTo>
                      <a:pt x="-3" y="11393"/>
                      <a:pt x="-3" y="11136"/>
                      <a:pt x="8" y="10882"/>
                    </a:cubicBezTo>
                    <a:cubicBezTo>
                      <a:pt x="-199" y="5084"/>
                      <a:pt x="4333" y="215"/>
                      <a:pt x="10133" y="8"/>
                    </a:cubicBezTo>
                    <a:cubicBezTo>
                      <a:pt x="10261" y="3"/>
                      <a:pt x="10386" y="0"/>
                      <a:pt x="10515" y="0"/>
                    </a:cubicBezTo>
                    <a:cubicBezTo>
                      <a:pt x="16526" y="0"/>
                      <a:pt x="21398" y="4872"/>
                      <a:pt x="21398" y="10882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2" name="자유형: 도형 106"/>
              <p:cNvSpPr/>
              <p:nvPr/>
            </p:nvSpPr>
            <p:spPr>
              <a:xfrm>
                <a:off x="377310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3" name="자유형: 도형 107"/>
              <p:cNvSpPr/>
              <p:nvPr/>
            </p:nvSpPr>
            <p:spPr>
              <a:xfrm>
                <a:off x="621453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4" name="자유형: 도형 108"/>
              <p:cNvSpPr/>
              <p:nvPr/>
            </p:nvSpPr>
            <p:spPr>
              <a:xfrm>
                <a:off x="86967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5" name="자유형: 도형 109"/>
              <p:cNvSpPr/>
              <p:nvPr/>
            </p:nvSpPr>
            <p:spPr>
              <a:xfrm>
                <a:off x="111848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6" name="자유형: 도형 110"/>
              <p:cNvSpPr/>
              <p:nvPr/>
            </p:nvSpPr>
            <p:spPr>
              <a:xfrm>
                <a:off x="1366723" y="53386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7" name="자유형: 도형 111"/>
              <p:cNvSpPr/>
              <p:nvPr/>
            </p:nvSpPr>
            <p:spPr>
              <a:xfrm>
                <a:off x="1615539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8" name="자유형: 도형 112"/>
              <p:cNvSpPr/>
              <p:nvPr/>
            </p:nvSpPr>
            <p:spPr>
              <a:xfrm>
                <a:off x="123818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59" name="자유형: 도형 113"/>
              <p:cNvSpPr/>
              <p:nvPr/>
            </p:nvSpPr>
            <p:spPr>
              <a:xfrm>
                <a:off x="377310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0" name="자유형: 도형 114"/>
              <p:cNvSpPr/>
              <p:nvPr/>
            </p:nvSpPr>
            <p:spPr>
              <a:xfrm>
                <a:off x="621453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1" name="자유형: 도형 115"/>
              <p:cNvSpPr/>
              <p:nvPr/>
            </p:nvSpPr>
            <p:spPr>
              <a:xfrm>
                <a:off x="869096" y="88778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2" name="자유형: 도형 116"/>
              <p:cNvSpPr/>
              <p:nvPr/>
            </p:nvSpPr>
            <p:spPr>
              <a:xfrm>
                <a:off x="1117906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3" name="자유형: 도형 117"/>
              <p:cNvSpPr/>
              <p:nvPr/>
            </p:nvSpPr>
            <p:spPr>
              <a:xfrm>
                <a:off x="1366723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4" name="자유형: 도형 118"/>
              <p:cNvSpPr/>
              <p:nvPr/>
            </p:nvSpPr>
            <p:spPr>
              <a:xfrm>
                <a:off x="1615539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5" name="자유형: 도형 119"/>
              <p:cNvSpPr/>
              <p:nvPr/>
            </p:nvSpPr>
            <p:spPr>
              <a:xfrm>
                <a:off x="123818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6" name="자유형: 도형 120"/>
              <p:cNvSpPr/>
              <p:nvPr/>
            </p:nvSpPr>
            <p:spPr>
              <a:xfrm>
                <a:off x="377310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7" name="자유형: 도형 121"/>
              <p:cNvSpPr/>
              <p:nvPr/>
            </p:nvSpPr>
            <p:spPr>
              <a:xfrm>
                <a:off x="621453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8" name="자유형: 도형 122"/>
              <p:cNvSpPr/>
              <p:nvPr/>
            </p:nvSpPr>
            <p:spPr>
              <a:xfrm>
                <a:off x="869096" y="1241734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69" name="자유형: 도형 123"/>
              <p:cNvSpPr/>
              <p:nvPr/>
            </p:nvSpPr>
            <p:spPr>
              <a:xfrm>
                <a:off x="1117906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70" name="자유형: 도형 124"/>
              <p:cNvSpPr/>
              <p:nvPr/>
            </p:nvSpPr>
            <p:spPr>
              <a:xfrm>
                <a:off x="1366723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71" name="자유형: 도형 125"/>
              <p:cNvSpPr/>
              <p:nvPr/>
            </p:nvSpPr>
            <p:spPr>
              <a:xfrm>
                <a:off x="621453" y="160153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72" name="자유형: 도형 126"/>
              <p:cNvSpPr/>
              <p:nvPr/>
            </p:nvSpPr>
            <p:spPr>
              <a:xfrm>
                <a:off x="869096" y="160151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73" name="자유형: 도형 127"/>
              <p:cNvSpPr/>
              <p:nvPr/>
            </p:nvSpPr>
            <p:spPr>
              <a:xfrm>
                <a:off x="1117906" y="160153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grpSp>
        <p:nvGrpSpPr>
          <p:cNvPr id="1035" name="그룹 130"/>
          <p:cNvGrpSpPr/>
          <p:nvPr/>
        </p:nvGrpSpPr>
        <p:grpSpPr>
          <a:xfrm>
            <a:off x="15228726" y="6110303"/>
            <a:ext cx="2307773" cy="2307775"/>
            <a:chOff x="0" y="0"/>
            <a:chExt cx="2307772" cy="2307774"/>
          </a:xfrm>
        </p:grpSpPr>
        <p:grpSp>
          <p:nvGrpSpPr>
            <p:cNvPr id="978" name="그룹 131"/>
            <p:cNvGrpSpPr/>
            <p:nvPr/>
          </p:nvGrpSpPr>
          <p:grpSpPr>
            <a:xfrm>
              <a:off x="0" y="0"/>
              <a:ext cx="2307773" cy="2307775"/>
              <a:chOff x="0" y="0"/>
              <a:chExt cx="2307772" cy="2307774"/>
            </a:xfrm>
          </p:grpSpPr>
          <p:sp>
            <p:nvSpPr>
              <p:cNvPr id="976" name="자유형: 도형 188"/>
              <p:cNvSpPr/>
              <p:nvPr/>
            </p:nvSpPr>
            <p:spPr>
              <a:xfrm rot="16996800">
                <a:off x="194686" y="194688"/>
                <a:ext cx="1918400" cy="191839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77" name="자유형: 도형 189"/>
              <p:cNvSpPr/>
              <p:nvPr/>
            </p:nvSpPr>
            <p:spPr>
              <a:xfrm>
                <a:off x="133194" y="133483"/>
                <a:ext cx="2041214" cy="204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593" y="16762"/>
                      <a:pt x="16762" y="21593"/>
                      <a:pt x="10800" y="21600"/>
                    </a:cubicBezTo>
                    <a:close/>
                    <a:moveTo>
                      <a:pt x="10800" y="1300"/>
                    </a:moveTo>
                    <a:cubicBezTo>
                      <a:pt x="5553" y="1300"/>
                      <a:pt x="1300" y="5553"/>
                      <a:pt x="1300" y="10800"/>
                    </a:cubicBezTo>
                    <a:cubicBezTo>
                      <a:pt x="1300" y="16047"/>
                      <a:pt x="5553" y="20300"/>
                      <a:pt x="10800" y="20300"/>
                    </a:cubicBezTo>
                    <a:cubicBezTo>
                      <a:pt x="16047" y="20300"/>
                      <a:pt x="20300" y="16047"/>
                      <a:pt x="20300" y="10800"/>
                    </a:cubicBezTo>
                    <a:cubicBezTo>
                      <a:pt x="20293" y="5556"/>
                      <a:pt x="16044" y="1307"/>
                      <a:pt x="10800" y="130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1034" name="그룹 132"/>
            <p:cNvGrpSpPr/>
            <p:nvPr/>
          </p:nvGrpSpPr>
          <p:grpSpPr>
            <a:xfrm>
              <a:off x="299721" y="315399"/>
              <a:ext cx="1683292" cy="1669288"/>
              <a:chOff x="0" y="1"/>
              <a:chExt cx="1683290" cy="1669286"/>
            </a:xfrm>
          </p:grpSpPr>
          <p:sp>
            <p:nvSpPr>
              <p:cNvPr id="979" name="자유형: 도형 133"/>
              <p:cNvSpPr/>
              <p:nvPr/>
            </p:nvSpPr>
            <p:spPr>
              <a:xfrm>
                <a:off x="745271" y="3518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0" name="자유형: 도형 134"/>
              <p:cNvSpPr/>
              <p:nvPr/>
            </p:nvSpPr>
            <p:spPr>
              <a:xfrm>
                <a:off x="994260" y="1"/>
                <a:ext cx="67756" cy="6775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1" name="자유형: 도형 135"/>
              <p:cNvSpPr/>
              <p:nvPr/>
            </p:nvSpPr>
            <p:spPr>
              <a:xfrm>
                <a:off x="248809" y="357468"/>
                <a:ext cx="66606" cy="67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597" extrusionOk="0">
                    <a:moveTo>
                      <a:pt x="21393" y="10800"/>
                    </a:moveTo>
                    <a:cubicBezTo>
                      <a:pt x="21600" y="16554"/>
                      <a:pt x="17067" y="21387"/>
                      <a:pt x="11267" y="21592"/>
                    </a:cubicBezTo>
                    <a:cubicBezTo>
                      <a:pt x="11139" y="21594"/>
                      <a:pt x="11011" y="21597"/>
                      <a:pt x="10885" y="21597"/>
                    </a:cubicBezTo>
                    <a:cubicBezTo>
                      <a:pt x="4873" y="21597"/>
                      <a:pt x="0" y="16762"/>
                      <a:pt x="0" y="10800"/>
                    </a:cubicBezTo>
                    <a:cubicBezTo>
                      <a:pt x="0" y="4835"/>
                      <a:pt x="4873" y="0"/>
                      <a:pt x="10885" y="0"/>
                    </a:cubicBezTo>
                    <a:cubicBezTo>
                      <a:pt x="16687" y="-3"/>
                      <a:pt x="21396" y="4661"/>
                      <a:pt x="21398" y="10420"/>
                    </a:cubicBezTo>
                    <a:cubicBezTo>
                      <a:pt x="21398" y="10545"/>
                      <a:pt x="21398" y="10672"/>
                      <a:pt x="21393" y="10800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2" name="자유형: 도형 136"/>
              <p:cNvSpPr/>
              <p:nvPr/>
            </p:nvSpPr>
            <p:spPr>
              <a:xfrm>
                <a:off x="494124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3" name="자유형: 도형 137"/>
              <p:cNvSpPr/>
              <p:nvPr/>
            </p:nvSpPr>
            <p:spPr>
              <a:xfrm>
                <a:off x="745271" y="35746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4" name="자유형: 도형 138"/>
              <p:cNvSpPr/>
              <p:nvPr/>
            </p:nvSpPr>
            <p:spPr>
              <a:xfrm>
                <a:off x="994088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5" name="자유형: 도형 139"/>
              <p:cNvSpPr/>
              <p:nvPr/>
            </p:nvSpPr>
            <p:spPr>
              <a:xfrm>
                <a:off x="1242898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6" name="자유형: 도형 140"/>
              <p:cNvSpPr/>
              <p:nvPr/>
            </p:nvSpPr>
            <p:spPr>
              <a:xfrm>
                <a:off x="1490550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7" name="자유형: 도형 141"/>
              <p:cNvSpPr/>
              <p:nvPr/>
            </p:nvSpPr>
            <p:spPr>
              <a:xfrm>
                <a:off x="-1" y="711417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8" name="자유형: 도형 142"/>
              <p:cNvSpPr/>
              <p:nvPr/>
            </p:nvSpPr>
            <p:spPr>
              <a:xfrm>
                <a:off x="248809" y="712565"/>
                <a:ext cx="66609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6" extrusionOk="0">
                    <a:moveTo>
                      <a:pt x="21390" y="10514"/>
                    </a:moveTo>
                    <a:cubicBezTo>
                      <a:pt x="21597" y="16312"/>
                      <a:pt x="17065" y="21181"/>
                      <a:pt x="11265" y="21388"/>
                    </a:cubicBezTo>
                    <a:cubicBezTo>
                      <a:pt x="11137" y="21393"/>
                      <a:pt x="11009" y="21396"/>
                      <a:pt x="10883" y="21396"/>
                    </a:cubicBezTo>
                    <a:cubicBezTo>
                      <a:pt x="4872" y="21396"/>
                      <a:pt x="0" y="16524"/>
                      <a:pt x="0" y="10514"/>
                    </a:cubicBezTo>
                    <a:cubicBezTo>
                      <a:pt x="-3" y="4710"/>
                      <a:pt x="4697" y="5"/>
                      <a:pt x="10501" y="0"/>
                    </a:cubicBezTo>
                    <a:cubicBezTo>
                      <a:pt x="10627" y="0"/>
                      <a:pt x="10755" y="3"/>
                      <a:pt x="10883" y="8"/>
                    </a:cubicBezTo>
                    <a:cubicBezTo>
                      <a:pt x="16473" y="-204"/>
                      <a:pt x="21178" y="4158"/>
                      <a:pt x="21390" y="9750"/>
                    </a:cubicBezTo>
                    <a:cubicBezTo>
                      <a:pt x="21401" y="10003"/>
                      <a:pt x="21401" y="10260"/>
                      <a:pt x="21390" y="1051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89" name="자유형: 도형 143"/>
              <p:cNvSpPr/>
              <p:nvPr/>
            </p:nvSpPr>
            <p:spPr>
              <a:xfrm>
                <a:off x="494702" y="717671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2" y="2713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0" name="자유형: 도형 144"/>
              <p:cNvSpPr/>
              <p:nvPr/>
            </p:nvSpPr>
            <p:spPr>
              <a:xfrm>
                <a:off x="746419" y="712565"/>
                <a:ext cx="66610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6" h="21398" extrusionOk="0">
                    <a:moveTo>
                      <a:pt x="21396" y="10515"/>
                    </a:moveTo>
                    <a:cubicBezTo>
                      <a:pt x="21396" y="16526"/>
                      <a:pt x="16524" y="21398"/>
                      <a:pt x="10514" y="21398"/>
                    </a:cubicBezTo>
                    <a:cubicBezTo>
                      <a:pt x="4713" y="21401"/>
                      <a:pt x="5" y="16701"/>
                      <a:pt x="0" y="10897"/>
                    </a:cubicBezTo>
                    <a:cubicBezTo>
                      <a:pt x="0" y="10768"/>
                      <a:pt x="3" y="10643"/>
                      <a:pt x="8" y="10515"/>
                    </a:cubicBezTo>
                    <a:cubicBezTo>
                      <a:pt x="-204" y="4922"/>
                      <a:pt x="4158" y="220"/>
                      <a:pt x="9750" y="8"/>
                    </a:cubicBezTo>
                    <a:cubicBezTo>
                      <a:pt x="10003" y="-3"/>
                      <a:pt x="10260" y="-3"/>
                      <a:pt x="10514" y="8"/>
                    </a:cubicBezTo>
                    <a:cubicBezTo>
                      <a:pt x="16312" y="-199"/>
                      <a:pt x="21181" y="4333"/>
                      <a:pt x="21388" y="10133"/>
                    </a:cubicBezTo>
                    <a:cubicBezTo>
                      <a:pt x="21391" y="10261"/>
                      <a:pt x="21396" y="10386"/>
                      <a:pt x="21396" y="10515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1" name="자유형: 도형 145"/>
              <p:cNvSpPr/>
              <p:nvPr/>
            </p:nvSpPr>
            <p:spPr>
              <a:xfrm>
                <a:off x="99408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2" name="자유형: 도형 146"/>
              <p:cNvSpPr/>
              <p:nvPr/>
            </p:nvSpPr>
            <p:spPr>
              <a:xfrm>
                <a:off x="124289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3" name="자유형: 도형 147"/>
              <p:cNvSpPr/>
              <p:nvPr/>
            </p:nvSpPr>
            <p:spPr>
              <a:xfrm>
                <a:off x="1491129" y="717671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4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4" y="2713"/>
                      <a:pt x="6633" y="-842"/>
                      <a:pt x="12243" y="173"/>
                    </a:cubicBezTo>
                    <a:cubicBezTo>
                      <a:pt x="16424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4" name="자유형: 도형 148"/>
              <p:cNvSpPr/>
              <p:nvPr/>
            </p:nvSpPr>
            <p:spPr>
              <a:xfrm>
                <a:off x="19" y="1066531"/>
                <a:ext cx="67752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5" name="자유형: 도형 149"/>
              <p:cNvSpPr/>
              <p:nvPr/>
            </p:nvSpPr>
            <p:spPr>
              <a:xfrm>
                <a:off x="242541" y="1065943"/>
                <a:ext cx="72881" cy="677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14" h="20667" extrusionOk="0">
                    <a:moveTo>
                      <a:pt x="20608" y="10154"/>
                    </a:moveTo>
                    <a:cubicBezTo>
                      <a:pt x="20790" y="15659"/>
                      <a:pt x="16797" y="20283"/>
                      <a:pt x="11692" y="20479"/>
                    </a:cubicBezTo>
                    <a:cubicBezTo>
                      <a:pt x="11581" y="20484"/>
                      <a:pt x="11468" y="20487"/>
                      <a:pt x="11355" y="20487"/>
                    </a:cubicBezTo>
                    <a:cubicBezTo>
                      <a:pt x="6155" y="21540"/>
                      <a:pt x="1146" y="17851"/>
                      <a:pt x="167" y="12243"/>
                    </a:cubicBezTo>
                    <a:cubicBezTo>
                      <a:pt x="-810" y="6636"/>
                      <a:pt x="2611" y="1234"/>
                      <a:pt x="7812" y="179"/>
                    </a:cubicBezTo>
                    <a:cubicBezTo>
                      <a:pt x="8984" y="-60"/>
                      <a:pt x="10185" y="-60"/>
                      <a:pt x="11355" y="179"/>
                    </a:cubicBezTo>
                    <a:cubicBezTo>
                      <a:pt x="16465" y="179"/>
                      <a:pt x="20608" y="4646"/>
                      <a:pt x="20608" y="1015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6" name="자유형: 도형 150"/>
              <p:cNvSpPr/>
              <p:nvPr/>
            </p:nvSpPr>
            <p:spPr>
              <a:xfrm>
                <a:off x="494702" y="1071619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8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2"/>
                      <a:pt x="179" y="8118"/>
                    </a:cubicBezTo>
                    <a:cubicBezTo>
                      <a:pt x="1232" y="2715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7" name="자유형: 도형 151"/>
              <p:cNvSpPr/>
              <p:nvPr/>
            </p:nvSpPr>
            <p:spPr>
              <a:xfrm>
                <a:off x="751525" y="1066531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608"/>
                    </a:moveTo>
                    <a:cubicBezTo>
                      <a:pt x="20638" y="16680"/>
                      <a:pt x="15550" y="21597"/>
                      <a:pt x="9268" y="21597"/>
                    </a:cubicBezTo>
                    <a:cubicBezTo>
                      <a:pt x="3098" y="20474"/>
                      <a:pt x="-962" y="14730"/>
                      <a:pt x="197" y="8766"/>
                    </a:cubicBezTo>
                    <a:cubicBezTo>
                      <a:pt x="1064" y="4320"/>
                      <a:pt x="4664" y="837"/>
                      <a:pt x="9268" y="0"/>
                    </a:cubicBezTo>
                    <a:cubicBezTo>
                      <a:pt x="15397" y="-3"/>
                      <a:pt x="20427" y="4690"/>
                      <a:pt x="20638" y="1060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8" name="자유형: 도형 152"/>
              <p:cNvSpPr/>
              <p:nvPr/>
            </p:nvSpPr>
            <p:spPr>
              <a:xfrm>
                <a:off x="99410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999" name="자유형: 도형 153"/>
              <p:cNvSpPr/>
              <p:nvPr/>
            </p:nvSpPr>
            <p:spPr>
              <a:xfrm>
                <a:off x="124291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0" name="자유형: 도형 154"/>
              <p:cNvSpPr/>
              <p:nvPr/>
            </p:nvSpPr>
            <p:spPr>
              <a:xfrm>
                <a:off x="1490554" y="1066513"/>
                <a:ext cx="67758" cy="67757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1" name="자유형: 도형 155"/>
              <p:cNvSpPr/>
              <p:nvPr/>
            </p:nvSpPr>
            <p:spPr>
              <a:xfrm>
                <a:off x="242541" y="1419893"/>
                <a:ext cx="72876" cy="677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83" h="20667" extrusionOk="0">
                    <a:moveTo>
                      <a:pt x="20778" y="10511"/>
                    </a:moveTo>
                    <a:cubicBezTo>
                      <a:pt x="20778" y="16020"/>
                      <a:pt x="16601" y="20487"/>
                      <a:pt x="11449" y="20487"/>
                    </a:cubicBezTo>
                    <a:cubicBezTo>
                      <a:pt x="6206" y="21540"/>
                      <a:pt x="1155" y="17851"/>
                      <a:pt x="168" y="12243"/>
                    </a:cubicBezTo>
                    <a:cubicBezTo>
                      <a:pt x="-817" y="6633"/>
                      <a:pt x="2633" y="1234"/>
                      <a:pt x="7876" y="179"/>
                    </a:cubicBezTo>
                    <a:cubicBezTo>
                      <a:pt x="9058" y="-60"/>
                      <a:pt x="10269" y="-60"/>
                      <a:pt x="11449" y="179"/>
                    </a:cubicBezTo>
                    <a:cubicBezTo>
                      <a:pt x="16601" y="176"/>
                      <a:pt x="20781" y="4638"/>
                      <a:pt x="20783" y="10146"/>
                    </a:cubicBezTo>
                    <a:cubicBezTo>
                      <a:pt x="20783" y="10268"/>
                      <a:pt x="20781" y="10390"/>
                      <a:pt x="20778" y="10511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2" name="자유형: 도형 156"/>
              <p:cNvSpPr/>
              <p:nvPr/>
            </p:nvSpPr>
            <p:spPr>
              <a:xfrm>
                <a:off x="494124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3" name="자유형: 도형 157"/>
              <p:cNvSpPr/>
              <p:nvPr/>
            </p:nvSpPr>
            <p:spPr>
              <a:xfrm>
                <a:off x="751525" y="1420478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989"/>
                    </a:moveTo>
                    <a:cubicBezTo>
                      <a:pt x="20427" y="16907"/>
                      <a:pt x="15397" y="21600"/>
                      <a:pt x="9268" y="21597"/>
                    </a:cubicBezTo>
                    <a:cubicBezTo>
                      <a:pt x="3098" y="20474"/>
                      <a:pt x="-962" y="14730"/>
                      <a:pt x="197" y="8767"/>
                    </a:cubicBezTo>
                    <a:cubicBezTo>
                      <a:pt x="1064" y="4320"/>
                      <a:pt x="4664" y="838"/>
                      <a:pt x="9268" y="0"/>
                    </a:cubicBezTo>
                    <a:cubicBezTo>
                      <a:pt x="15550" y="0"/>
                      <a:pt x="20638" y="4917"/>
                      <a:pt x="20638" y="10989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4" name="자유형: 도형 158"/>
              <p:cNvSpPr/>
              <p:nvPr/>
            </p:nvSpPr>
            <p:spPr>
              <a:xfrm>
                <a:off x="99408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5" name="자유형: 도형 159"/>
              <p:cNvSpPr/>
              <p:nvPr/>
            </p:nvSpPr>
            <p:spPr>
              <a:xfrm>
                <a:off x="124289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6" name="자유형: 도형 160"/>
              <p:cNvSpPr/>
              <p:nvPr/>
            </p:nvSpPr>
            <p:spPr>
              <a:xfrm>
                <a:off x="377310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7" name="자유형: 도형 161"/>
              <p:cNvSpPr/>
              <p:nvPr/>
            </p:nvSpPr>
            <p:spPr>
              <a:xfrm>
                <a:off x="621453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8" name="자유형: 도형 162"/>
              <p:cNvSpPr/>
              <p:nvPr/>
            </p:nvSpPr>
            <p:spPr>
              <a:xfrm>
                <a:off x="869673" y="173636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09" name="자유형: 도형 163"/>
              <p:cNvSpPr/>
              <p:nvPr/>
            </p:nvSpPr>
            <p:spPr>
              <a:xfrm>
                <a:off x="1117906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0" name="자유형: 도형 164"/>
              <p:cNvSpPr/>
              <p:nvPr/>
            </p:nvSpPr>
            <p:spPr>
              <a:xfrm>
                <a:off x="1366723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1" name="자유형: 도형 165"/>
              <p:cNvSpPr/>
              <p:nvPr/>
            </p:nvSpPr>
            <p:spPr>
              <a:xfrm>
                <a:off x="124966" y="533860"/>
                <a:ext cx="66609" cy="666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5" extrusionOk="0">
                    <a:moveTo>
                      <a:pt x="21398" y="10882"/>
                    </a:moveTo>
                    <a:cubicBezTo>
                      <a:pt x="21401" y="16683"/>
                      <a:pt x="16701" y="21391"/>
                      <a:pt x="10897" y="21393"/>
                    </a:cubicBezTo>
                    <a:cubicBezTo>
                      <a:pt x="10768" y="21393"/>
                      <a:pt x="10643" y="21393"/>
                      <a:pt x="10515" y="21388"/>
                    </a:cubicBezTo>
                    <a:cubicBezTo>
                      <a:pt x="4922" y="21600"/>
                      <a:pt x="220" y="17238"/>
                      <a:pt x="8" y="11646"/>
                    </a:cubicBezTo>
                    <a:cubicBezTo>
                      <a:pt x="-3" y="11393"/>
                      <a:pt x="-3" y="11136"/>
                      <a:pt x="8" y="10882"/>
                    </a:cubicBezTo>
                    <a:cubicBezTo>
                      <a:pt x="-199" y="5084"/>
                      <a:pt x="4333" y="215"/>
                      <a:pt x="10133" y="8"/>
                    </a:cubicBezTo>
                    <a:cubicBezTo>
                      <a:pt x="10261" y="3"/>
                      <a:pt x="10386" y="0"/>
                      <a:pt x="10515" y="0"/>
                    </a:cubicBezTo>
                    <a:cubicBezTo>
                      <a:pt x="16526" y="0"/>
                      <a:pt x="21398" y="4872"/>
                      <a:pt x="21398" y="10882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2" name="자유형: 도형 166"/>
              <p:cNvSpPr/>
              <p:nvPr/>
            </p:nvSpPr>
            <p:spPr>
              <a:xfrm>
                <a:off x="377310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3" name="자유형: 도형 167"/>
              <p:cNvSpPr/>
              <p:nvPr/>
            </p:nvSpPr>
            <p:spPr>
              <a:xfrm>
                <a:off x="621453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4" name="자유형: 도형 168"/>
              <p:cNvSpPr/>
              <p:nvPr/>
            </p:nvSpPr>
            <p:spPr>
              <a:xfrm>
                <a:off x="86967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5" name="자유형: 도형 169"/>
              <p:cNvSpPr/>
              <p:nvPr/>
            </p:nvSpPr>
            <p:spPr>
              <a:xfrm>
                <a:off x="111848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6" name="자유형: 도형 170"/>
              <p:cNvSpPr/>
              <p:nvPr/>
            </p:nvSpPr>
            <p:spPr>
              <a:xfrm>
                <a:off x="1366723" y="53386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7" name="자유형: 도형 171"/>
              <p:cNvSpPr/>
              <p:nvPr/>
            </p:nvSpPr>
            <p:spPr>
              <a:xfrm>
                <a:off x="1615539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8" name="자유형: 도형 172"/>
              <p:cNvSpPr/>
              <p:nvPr/>
            </p:nvSpPr>
            <p:spPr>
              <a:xfrm>
                <a:off x="123818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19" name="자유형: 도형 173"/>
              <p:cNvSpPr/>
              <p:nvPr/>
            </p:nvSpPr>
            <p:spPr>
              <a:xfrm>
                <a:off x="377310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0" name="자유형: 도형 174"/>
              <p:cNvSpPr/>
              <p:nvPr/>
            </p:nvSpPr>
            <p:spPr>
              <a:xfrm>
                <a:off x="621453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1" name="자유형: 도형 175"/>
              <p:cNvSpPr/>
              <p:nvPr/>
            </p:nvSpPr>
            <p:spPr>
              <a:xfrm>
                <a:off x="869096" y="88778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2" name="자유형: 도형 176"/>
              <p:cNvSpPr/>
              <p:nvPr/>
            </p:nvSpPr>
            <p:spPr>
              <a:xfrm>
                <a:off x="1117906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3" name="자유형: 도형 177"/>
              <p:cNvSpPr/>
              <p:nvPr/>
            </p:nvSpPr>
            <p:spPr>
              <a:xfrm>
                <a:off x="1366723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4" name="자유형: 도형 178"/>
              <p:cNvSpPr/>
              <p:nvPr/>
            </p:nvSpPr>
            <p:spPr>
              <a:xfrm>
                <a:off x="1615539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5" name="자유형: 도형 179"/>
              <p:cNvSpPr/>
              <p:nvPr/>
            </p:nvSpPr>
            <p:spPr>
              <a:xfrm>
                <a:off x="123818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6" name="자유형: 도형 180"/>
              <p:cNvSpPr/>
              <p:nvPr/>
            </p:nvSpPr>
            <p:spPr>
              <a:xfrm>
                <a:off x="377310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7" name="자유형: 도형 181"/>
              <p:cNvSpPr/>
              <p:nvPr/>
            </p:nvSpPr>
            <p:spPr>
              <a:xfrm>
                <a:off x="621453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8" name="자유형: 도형 182"/>
              <p:cNvSpPr/>
              <p:nvPr/>
            </p:nvSpPr>
            <p:spPr>
              <a:xfrm>
                <a:off x="869096" y="1241734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29" name="자유형: 도형 183"/>
              <p:cNvSpPr/>
              <p:nvPr/>
            </p:nvSpPr>
            <p:spPr>
              <a:xfrm>
                <a:off x="1117906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30" name="자유형: 도형 184"/>
              <p:cNvSpPr/>
              <p:nvPr/>
            </p:nvSpPr>
            <p:spPr>
              <a:xfrm>
                <a:off x="1366723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31" name="자유형: 도형 185"/>
              <p:cNvSpPr/>
              <p:nvPr/>
            </p:nvSpPr>
            <p:spPr>
              <a:xfrm>
                <a:off x="621453" y="160153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32" name="자유형: 도형 186"/>
              <p:cNvSpPr/>
              <p:nvPr/>
            </p:nvSpPr>
            <p:spPr>
              <a:xfrm>
                <a:off x="869096" y="160151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33" name="자유형: 도형 187"/>
              <p:cNvSpPr/>
              <p:nvPr/>
            </p:nvSpPr>
            <p:spPr>
              <a:xfrm>
                <a:off x="1117906" y="160153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grpSp>
        <p:nvGrpSpPr>
          <p:cNvPr id="1095" name="그룹 190"/>
          <p:cNvGrpSpPr/>
          <p:nvPr/>
        </p:nvGrpSpPr>
        <p:grpSpPr>
          <a:xfrm>
            <a:off x="20227447" y="6110303"/>
            <a:ext cx="2307774" cy="2307775"/>
            <a:chOff x="0" y="0"/>
            <a:chExt cx="2307772" cy="2307774"/>
          </a:xfrm>
        </p:grpSpPr>
        <p:grpSp>
          <p:nvGrpSpPr>
            <p:cNvPr id="1038" name="그룹 191"/>
            <p:cNvGrpSpPr/>
            <p:nvPr/>
          </p:nvGrpSpPr>
          <p:grpSpPr>
            <a:xfrm>
              <a:off x="0" y="0"/>
              <a:ext cx="2307773" cy="2307775"/>
              <a:chOff x="0" y="0"/>
              <a:chExt cx="2307772" cy="2307774"/>
            </a:xfrm>
          </p:grpSpPr>
          <p:sp>
            <p:nvSpPr>
              <p:cNvPr id="1036" name="자유형: 도형 248"/>
              <p:cNvSpPr/>
              <p:nvPr/>
            </p:nvSpPr>
            <p:spPr>
              <a:xfrm rot="16996800">
                <a:off x="194686" y="194688"/>
                <a:ext cx="1918400" cy="191839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37" name="자유형: 도형 249"/>
              <p:cNvSpPr/>
              <p:nvPr/>
            </p:nvSpPr>
            <p:spPr>
              <a:xfrm>
                <a:off x="133194" y="133483"/>
                <a:ext cx="2041214" cy="204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4835" y="21600"/>
                      <a:pt x="0" y="16765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593" y="16762"/>
                      <a:pt x="16762" y="21593"/>
                      <a:pt x="10800" y="21600"/>
                    </a:cubicBezTo>
                    <a:close/>
                    <a:moveTo>
                      <a:pt x="10800" y="1300"/>
                    </a:moveTo>
                    <a:cubicBezTo>
                      <a:pt x="5553" y="1300"/>
                      <a:pt x="1300" y="5553"/>
                      <a:pt x="1300" y="10800"/>
                    </a:cubicBezTo>
                    <a:cubicBezTo>
                      <a:pt x="1300" y="16047"/>
                      <a:pt x="5553" y="20300"/>
                      <a:pt x="10800" y="20300"/>
                    </a:cubicBezTo>
                    <a:cubicBezTo>
                      <a:pt x="16047" y="20300"/>
                      <a:pt x="20300" y="16047"/>
                      <a:pt x="20300" y="10800"/>
                    </a:cubicBezTo>
                    <a:cubicBezTo>
                      <a:pt x="20293" y="5556"/>
                      <a:pt x="16044" y="1307"/>
                      <a:pt x="10800" y="1300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1094" name="그룹 192"/>
            <p:cNvGrpSpPr/>
            <p:nvPr/>
          </p:nvGrpSpPr>
          <p:grpSpPr>
            <a:xfrm>
              <a:off x="299721" y="315399"/>
              <a:ext cx="1683292" cy="1669288"/>
              <a:chOff x="0" y="1"/>
              <a:chExt cx="1683290" cy="1669286"/>
            </a:xfrm>
          </p:grpSpPr>
          <p:sp>
            <p:nvSpPr>
              <p:cNvPr id="1039" name="자유형: 도형 193"/>
              <p:cNvSpPr/>
              <p:nvPr/>
            </p:nvSpPr>
            <p:spPr>
              <a:xfrm>
                <a:off x="745271" y="3518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0" name="자유형: 도형 194"/>
              <p:cNvSpPr/>
              <p:nvPr/>
            </p:nvSpPr>
            <p:spPr>
              <a:xfrm>
                <a:off x="994260" y="1"/>
                <a:ext cx="67756" cy="67756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1" name="자유형: 도형 195"/>
              <p:cNvSpPr/>
              <p:nvPr/>
            </p:nvSpPr>
            <p:spPr>
              <a:xfrm>
                <a:off x="248809" y="357468"/>
                <a:ext cx="66606" cy="67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597" extrusionOk="0">
                    <a:moveTo>
                      <a:pt x="21393" y="10800"/>
                    </a:moveTo>
                    <a:cubicBezTo>
                      <a:pt x="21600" y="16554"/>
                      <a:pt x="17067" y="21387"/>
                      <a:pt x="11267" y="21592"/>
                    </a:cubicBezTo>
                    <a:cubicBezTo>
                      <a:pt x="11139" y="21594"/>
                      <a:pt x="11011" y="21597"/>
                      <a:pt x="10885" y="21597"/>
                    </a:cubicBezTo>
                    <a:cubicBezTo>
                      <a:pt x="4873" y="21597"/>
                      <a:pt x="0" y="16762"/>
                      <a:pt x="0" y="10800"/>
                    </a:cubicBezTo>
                    <a:cubicBezTo>
                      <a:pt x="0" y="4835"/>
                      <a:pt x="4873" y="0"/>
                      <a:pt x="10885" y="0"/>
                    </a:cubicBezTo>
                    <a:cubicBezTo>
                      <a:pt x="16687" y="-3"/>
                      <a:pt x="21396" y="4661"/>
                      <a:pt x="21398" y="10420"/>
                    </a:cubicBezTo>
                    <a:cubicBezTo>
                      <a:pt x="21398" y="10545"/>
                      <a:pt x="21398" y="10672"/>
                      <a:pt x="21393" y="10800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2" name="자유형: 도형 196"/>
              <p:cNvSpPr/>
              <p:nvPr/>
            </p:nvSpPr>
            <p:spPr>
              <a:xfrm>
                <a:off x="494124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3" name="자유형: 도형 197"/>
              <p:cNvSpPr/>
              <p:nvPr/>
            </p:nvSpPr>
            <p:spPr>
              <a:xfrm>
                <a:off x="745271" y="35746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4" name="자유형: 도형 198"/>
              <p:cNvSpPr/>
              <p:nvPr/>
            </p:nvSpPr>
            <p:spPr>
              <a:xfrm>
                <a:off x="994088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5" name="자유형: 도형 199"/>
              <p:cNvSpPr/>
              <p:nvPr/>
            </p:nvSpPr>
            <p:spPr>
              <a:xfrm>
                <a:off x="1242898" y="35746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6" name="자유형: 도형 200"/>
              <p:cNvSpPr/>
              <p:nvPr/>
            </p:nvSpPr>
            <p:spPr>
              <a:xfrm>
                <a:off x="1490550" y="357451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7" name="자유형: 도형 201"/>
              <p:cNvSpPr/>
              <p:nvPr/>
            </p:nvSpPr>
            <p:spPr>
              <a:xfrm>
                <a:off x="-1" y="711417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8" name="자유형: 도형 202"/>
              <p:cNvSpPr/>
              <p:nvPr/>
            </p:nvSpPr>
            <p:spPr>
              <a:xfrm>
                <a:off x="248809" y="712565"/>
                <a:ext cx="66609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6" extrusionOk="0">
                    <a:moveTo>
                      <a:pt x="21390" y="10514"/>
                    </a:moveTo>
                    <a:cubicBezTo>
                      <a:pt x="21597" y="16312"/>
                      <a:pt x="17065" y="21181"/>
                      <a:pt x="11265" y="21388"/>
                    </a:cubicBezTo>
                    <a:cubicBezTo>
                      <a:pt x="11137" y="21393"/>
                      <a:pt x="11009" y="21396"/>
                      <a:pt x="10883" y="21396"/>
                    </a:cubicBezTo>
                    <a:cubicBezTo>
                      <a:pt x="4872" y="21396"/>
                      <a:pt x="0" y="16524"/>
                      <a:pt x="0" y="10514"/>
                    </a:cubicBezTo>
                    <a:cubicBezTo>
                      <a:pt x="-3" y="4710"/>
                      <a:pt x="4697" y="5"/>
                      <a:pt x="10501" y="0"/>
                    </a:cubicBezTo>
                    <a:cubicBezTo>
                      <a:pt x="10627" y="0"/>
                      <a:pt x="10755" y="3"/>
                      <a:pt x="10883" y="8"/>
                    </a:cubicBezTo>
                    <a:cubicBezTo>
                      <a:pt x="16473" y="-204"/>
                      <a:pt x="21178" y="4158"/>
                      <a:pt x="21390" y="9750"/>
                    </a:cubicBezTo>
                    <a:cubicBezTo>
                      <a:pt x="21401" y="10003"/>
                      <a:pt x="21401" y="10260"/>
                      <a:pt x="21390" y="1051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49" name="자유형: 도형 203"/>
              <p:cNvSpPr/>
              <p:nvPr/>
            </p:nvSpPr>
            <p:spPr>
              <a:xfrm>
                <a:off x="494702" y="717671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2" y="2713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0" name="자유형: 도형 204"/>
              <p:cNvSpPr/>
              <p:nvPr/>
            </p:nvSpPr>
            <p:spPr>
              <a:xfrm>
                <a:off x="746419" y="712565"/>
                <a:ext cx="66610" cy="66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6" h="21398" extrusionOk="0">
                    <a:moveTo>
                      <a:pt x="21396" y="10515"/>
                    </a:moveTo>
                    <a:cubicBezTo>
                      <a:pt x="21396" y="16526"/>
                      <a:pt x="16524" y="21398"/>
                      <a:pt x="10514" y="21398"/>
                    </a:cubicBezTo>
                    <a:cubicBezTo>
                      <a:pt x="4713" y="21401"/>
                      <a:pt x="5" y="16701"/>
                      <a:pt x="0" y="10897"/>
                    </a:cubicBezTo>
                    <a:cubicBezTo>
                      <a:pt x="0" y="10768"/>
                      <a:pt x="3" y="10643"/>
                      <a:pt x="8" y="10515"/>
                    </a:cubicBezTo>
                    <a:cubicBezTo>
                      <a:pt x="-204" y="4922"/>
                      <a:pt x="4158" y="220"/>
                      <a:pt x="9750" y="8"/>
                    </a:cubicBezTo>
                    <a:cubicBezTo>
                      <a:pt x="10003" y="-3"/>
                      <a:pt x="10260" y="-3"/>
                      <a:pt x="10514" y="8"/>
                    </a:cubicBezTo>
                    <a:cubicBezTo>
                      <a:pt x="16312" y="-199"/>
                      <a:pt x="21181" y="4333"/>
                      <a:pt x="21388" y="10133"/>
                    </a:cubicBezTo>
                    <a:cubicBezTo>
                      <a:pt x="21391" y="10261"/>
                      <a:pt x="21396" y="10386"/>
                      <a:pt x="21396" y="10515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1" name="자유형: 도형 205"/>
              <p:cNvSpPr/>
              <p:nvPr/>
            </p:nvSpPr>
            <p:spPr>
              <a:xfrm>
                <a:off x="99408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2" name="자유형: 도형 206"/>
              <p:cNvSpPr/>
              <p:nvPr/>
            </p:nvSpPr>
            <p:spPr>
              <a:xfrm>
                <a:off x="1242898" y="711417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3" name="자유형: 도형 207"/>
              <p:cNvSpPr/>
              <p:nvPr/>
            </p:nvSpPr>
            <p:spPr>
              <a:xfrm>
                <a:off x="1491129" y="717671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6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4" y="17201"/>
                      <a:pt x="179" y="11798"/>
                    </a:cubicBezTo>
                    <a:cubicBezTo>
                      <a:pt x="-60" y="10582"/>
                      <a:pt x="-60" y="9334"/>
                      <a:pt x="179" y="8116"/>
                    </a:cubicBezTo>
                    <a:cubicBezTo>
                      <a:pt x="1234" y="2713"/>
                      <a:pt x="6633" y="-842"/>
                      <a:pt x="12243" y="173"/>
                    </a:cubicBezTo>
                    <a:cubicBezTo>
                      <a:pt x="16424" y="932"/>
                      <a:pt x="19699" y="4087"/>
                      <a:pt x="20487" y="8116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4" name="자유형: 도형 208"/>
              <p:cNvSpPr/>
              <p:nvPr/>
            </p:nvSpPr>
            <p:spPr>
              <a:xfrm>
                <a:off x="19" y="1066531"/>
                <a:ext cx="67752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5" name="자유형: 도형 209"/>
              <p:cNvSpPr/>
              <p:nvPr/>
            </p:nvSpPr>
            <p:spPr>
              <a:xfrm>
                <a:off x="242541" y="1065943"/>
                <a:ext cx="72881" cy="677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14" h="20667" extrusionOk="0">
                    <a:moveTo>
                      <a:pt x="20608" y="10154"/>
                    </a:moveTo>
                    <a:cubicBezTo>
                      <a:pt x="20790" y="15659"/>
                      <a:pt x="16797" y="20283"/>
                      <a:pt x="11692" y="20479"/>
                    </a:cubicBezTo>
                    <a:cubicBezTo>
                      <a:pt x="11581" y="20484"/>
                      <a:pt x="11468" y="20487"/>
                      <a:pt x="11355" y="20487"/>
                    </a:cubicBezTo>
                    <a:cubicBezTo>
                      <a:pt x="6155" y="21540"/>
                      <a:pt x="1146" y="17851"/>
                      <a:pt x="167" y="12243"/>
                    </a:cubicBezTo>
                    <a:cubicBezTo>
                      <a:pt x="-810" y="6636"/>
                      <a:pt x="2611" y="1234"/>
                      <a:pt x="7812" y="179"/>
                    </a:cubicBezTo>
                    <a:cubicBezTo>
                      <a:pt x="8984" y="-60"/>
                      <a:pt x="10185" y="-60"/>
                      <a:pt x="11355" y="179"/>
                    </a:cubicBezTo>
                    <a:cubicBezTo>
                      <a:pt x="16465" y="179"/>
                      <a:pt x="20608" y="4646"/>
                      <a:pt x="20608" y="10154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6" name="자유형: 도형 210"/>
              <p:cNvSpPr/>
              <p:nvPr/>
            </p:nvSpPr>
            <p:spPr>
              <a:xfrm>
                <a:off x="494702" y="1071619"/>
                <a:ext cx="67761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7" h="19914" extrusionOk="0">
                    <a:moveTo>
                      <a:pt x="20487" y="8118"/>
                    </a:moveTo>
                    <a:cubicBezTo>
                      <a:pt x="21540" y="13521"/>
                      <a:pt x="17851" y="18726"/>
                      <a:pt x="12243" y="19741"/>
                    </a:cubicBezTo>
                    <a:cubicBezTo>
                      <a:pt x="6633" y="20758"/>
                      <a:pt x="1232" y="17201"/>
                      <a:pt x="179" y="11798"/>
                    </a:cubicBezTo>
                    <a:cubicBezTo>
                      <a:pt x="-60" y="10582"/>
                      <a:pt x="-60" y="9332"/>
                      <a:pt x="179" y="8118"/>
                    </a:cubicBezTo>
                    <a:cubicBezTo>
                      <a:pt x="1232" y="2715"/>
                      <a:pt x="6633" y="-842"/>
                      <a:pt x="12243" y="173"/>
                    </a:cubicBezTo>
                    <a:cubicBezTo>
                      <a:pt x="16427" y="932"/>
                      <a:pt x="19699" y="4087"/>
                      <a:pt x="20487" y="811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7" name="자유형: 도형 211"/>
              <p:cNvSpPr/>
              <p:nvPr/>
            </p:nvSpPr>
            <p:spPr>
              <a:xfrm>
                <a:off x="751525" y="1066531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608"/>
                    </a:moveTo>
                    <a:cubicBezTo>
                      <a:pt x="20638" y="16680"/>
                      <a:pt x="15550" y="21597"/>
                      <a:pt x="9268" y="21597"/>
                    </a:cubicBezTo>
                    <a:cubicBezTo>
                      <a:pt x="3098" y="20474"/>
                      <a:pt x="-962" y="14730"/>
                      <a:pt x="197" y="8766"/>
                    </a:cubicBezTo>
                    <a:cubicBezTo>
                      <a:pt x="1064" y="4320"/>
                      <a:pt x="4664" y="837"/>
                      <a:pt x="9268" y="0"/>
                    </a:cubicBezTo>
                    <a:cubicBezTo>
                      <a:pt x="15397" y="-3"/>
                      <a:pt x="20427" y="4690"/>
                      <a:pt x="20638" y="1060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8" name="자유형: 도형 212"/>
              <p:cNvSpPr/>
              <p:nvPr/>
            </p:nvSpPr>
            <p:spPr>
              <a:xfrm>
                <a:off x="99410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59" name="자유형: 도형 213"/>
              <p:cNvSpPr/>
              <p:nvPr/>
            </p:nvSpPr>
            <p:spPr>
              <a:xfrm>
                <a:off x="1242918" y="1066531"/>
                <a:ext cx="67758" cy="67749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0" name="자유형: 도형 214"/>
              <p:cNvSpPr/>
              <p:nvPr/>
            </p:nvSpPr>
            <p:spPr>
              <a:xfrm>
                <a:off x="1490554" y="1066513"/>
                <a:ext cx="67758" cy="67757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1" name="자유형: 도형 215"/>
              <p:cNvSpPr/>
              <p:nvPr/>
            </p:nvSpPr>
            <p:spPr>
              <a:xfrm>
                <a:off x="242541" y="1419893"/>
                <a:ext cx="72876" cy="677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83" h="20667" extrusionOk="0">
                    <a:moveTo>
                      <a:pt x="20778" y="10511"/>
                    </a:moveTo>
                    <a:cubicBezTo>
                      <a:pt x="20778" y="16020"/>
                      <a:pt x="16601" y="20487"/>
                      <a:pt x="11449" y="20487"/>
                    </a:cubicBezTo>
                    <a:cubicBezTo>
                      <a:pt x="6206" y="21540"/>
                      <a:pt x="1155" y="17851"/>
                      <a:pt x="168" y="12243"/>
                    </a:cubicBezTo>
                    <a:cubicBezTo>
                      <a:pt x="-817" y="6633"/>
                      <a:pt x="2633" y="1234"/>
                      <a:pt x="7876" y="179"/>
                    </a:cubicBezTo>
                    <a:cubicBezTo>
                      <a:pt x="9058" y="-60"/>
                      <a:pt x="10269" y="-60"/>
                      <a:pt x="11449" y="179"/>
                    </a:cubicBezTo>
                    <a:cubicBezTo>
                      <a:pt x="16601" y="176"/>
                      <a:pt x="20781" y="4638"/>
                      <a:pt x="20783" y="10146"/>
                    </a:cubicBezTo>
                    <a:cubicBezTo>
                      <a:pt x="20783" y="10268"/>
                      <a:pt x="20781" y="10390"/>
                      <a:pt x="20778" y="10511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2" name="자유형: 도형 216"/>
              <p:cNvSpPr/>
              <p:nvPr/>
            </p:nvSpPr>
            <p:spPr>
              <a:xfrm>
                <a:off x="494124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3" name="자유형: 도형 217"/>
              <p:cNvSpPr/>
              <p:nvPr/>
            </p:nvSpPr>
            <p:spPr>
              <a:xfrm>
                <a:off x="751525" y="1420478"/>
                <a:ext cx="61498" cy="66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8" h="21597" extrusionOk="0">
                    <a:moveTo>
                      <a:pt x="20638" y="10989"/>
                    </a:moveTo>
                    <a:cubicBezTo>
                      <a:pt x="20427" y="16907"/>
                      <a:pt x="15397" y="21600"/>
                      <a:pt x="9268" y="21597"/>
                    </a:cubicBezTo>
                    <a:cubicBezTo>
                      <a:pt x="3098" y="20474"/>
                      <a:pt x="-962" y="14730"/>
                      <a:pt x="197" y="8767"/>
                    </a:cubicBezTo>
                    <a:cubicBezTo>
                      <a:pt x="1064" y="4320"/>
                      <a:pt x="4664" y="838"/>
                      <a:pt x="9268" y="0"/>
                    </a:cubicBezTo>
                    <a:cubicBezTo>
                      <a:pt x="15550" y="0"/>
                      <a:pt x="20638" y="4917"/>
                      <a:pt x="20638" y="10989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4" name="자유형: 도형 218"/>
              <p:cNvSpPr/>
              <p:nvPr/>
            </p:nvSpPr>
            <p:spPr>
              <a:xfrm>
                <a:off x="99408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5" name="자유형: 도형 219"/>
              <p:cNvSpPr/>
              <p:nvPr/>
            </p:nvSpPr>
            <p:spPr>
              <a:xfrm>
                <a:off x="1242898" y="1420478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6" name="자유형: 도형 220"/>
              <p:cNvSpPr/>
              <p:nvPr/>
            </p:nvSpPr>
            <p:spPr>
              <a:xfrm>
                <a:off x="377310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7" name="자유형: 도형 221"/>
              <p:cNvSpPr/>
              <p:nvPr/>
            </p:nvSpPr>
            <p:spPr>
              <a:xfrm>
                <a:off x="621453" y="179911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8" name="자유형: 도형 222"/>
              <p:cNvSpPr/>
              <p:nvPr/>
            </p:nvSpPr>
            <p:spPr>
              <a:xfrm>
                <a:off x="869673" y="173636"/>
                <a:ext cx="67760" cy="67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69" name="자유형: 도형 223"/>
              <p:cNvSpPr/>
              <p:nvPr/>
            </p:nvSpPr>
            <p:spPr>
              <a:xfrm>
                <a:off x="1117906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0" name="자유형: 도형 224"/>
              <p:cNvSpPr/>
              <p:nvPr/>
            </p:nvSpPr>
            <p:spPr>
              <a:xfrm>
                <a:off x="1366723" y="179911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1" name="자유형: 도형 225"/>
              <p:cNvSpPr/>
              <p:nvPr/>
            </p:nvSpPr>
            <p:spPr>
              <a:xfrm>
                <a:off x="124966" y="533860"/>
                <a:ext cx="66609" cy="666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8" h="21395" extrusionOk="0">
                    <a:moveTo>
                      <a:pt x="21398" y="10882"/>
                    </a:moveTo>
                    <a:cubicBezTo>
                      <a:pt x="21401" y="16683"/>
                      <a:pt x="16701" y="21391"/>
                      <a:pt x="10897" y="21393"/>
                    </a:cubicBezTo>
                    <a:cubicBezTo>
                      <a:pt x="10768" y="21393"/>
                      <a:pt x="10643" y="21393"/>
                      <a:pt x="10515" y="21388"/>
                    </a:cubicBezTo>
                    <a:cubicBezTo>
                      <a:pt x="4922" y="21600"/>
                      <a:pt x="220" y="17238"/>
                      <a:pt x="8" y="11646"/>
                    </a:cubicBezTo>
                    <a:cubicBezTo>
                      <a:pt x="-3" y="11393"/>
                      <a:pt x="-3" y="11136"/>
                      <a:pt x="8" y="10882"/>
                    </a:cubicBezTo>
                    <a:cubicBezTo>
                      <a:pt x="-199" y="5084"/>
                      <a:pt x="4333" y="215"/>
                      <a:pt x="10133" y="8"/>
                    </a:cubicBezTo>
                    <a:cubicBezTo>
                      <a:pt x="10261" y="3"/>
                      <a:pt x="10386" y="0"/>
                      <a:pt x="10515" y="0"/>
                    </a:cubicBezTo>
                    <a:cubicBezTo>
                      <a:pt x="16526" y="0"/>
                      <a:pt x="21398" y="4872"/>
                      <a:pt x="21398" y="10882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2" name="자유형: 도형 226"/>
              <p:cNvSpPr/>
              <p:nvPr/>
            </p:nvSpPr>
            <p:spPr>
              <a:xfrm>
                <a:off x="377310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3" name="자유형: 도형 227"/>
              <p:cNvSpPr/>
              <p:nvPr/>
            </p:nvSpPr>
            <p:spPr>
              <a:xfrm>
                <a:off x="621453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4" name="자유형: 도형 228"/>
              <p:cNvSpPr/>
              <p:nvPr/>
            </p:nvSpPr>
            <p:spPr>
              <a:xfrm>
                <a:off x="86967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5" name="자유형: 도형 229"/>
              <p:cNvSpPr/>
              <p:nvPr/>
            </p:nvSpPr>
            <p:spPr>
              <a:xfrm>
                <a:off x="1118483" y="527585"/>
                <a:ext cx="67760" cy="67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66" h="19914" extrusionOk="0">
                    <a:moveTo>
                      <a:pt x="20487" y="11798"/>
                    </a:moveTo>
                    <a:cubicBezTo>
                      <a:pt x="19434" y="17201"/>
                      <a:pt x="14033" y="20758"/>
                      <a:pt x="8425" y="19741"/>
                    </a:cubicBezTo>
                    <a:cubicBezTo>
                      <a:pt x="4242" y="18984"/>
                      <a:pt x="967" y="15829"/>
                      <a:pt x="179" y="11798"/>
                    </a:cubicBezTo>
                    <a:cubicBezTo>
                      <a:pt x="-874" y="6395"/>
                      <a:pt x="2818" y="1190"/>
                      <a:pt x="8425" y="173"/>
                    </a:cubicBezTo>
                    <a:cubicBezTo>
                      <a:pt x="14033" y="-842"/>
                      <a:pt x="19434" y="2713"/>
                      <a:pt x="20487" y="8116"/>
                    </a:cubicBezTo>
                    <a:cubicBezTo>
                      <a:pt x="20726" y="9334"/>
                      <a:pt x="20726" y="10582"/>
                      <a:pt x="20487" y="11798"/>
                    </a:cubicBezTo>
                    <a:close/>
                  </a:path>
                </a:pathLst>
              </a:cu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6" name="자유형: 도형 230"/>
              <p:cNvSpPr/>
              <p:nvPr/>
            </p:nvSpPr>
            <p:spPr>
              <a:xfrm>
                <a:off x="1366723" y="53386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7" name="자유형: 도형 231"/>
              <p:cNvSpPr/>
              <p:nvPr/>
            </p:nvSpPr>
            <p:spPr>
              <a:xfrm>
                <a:off x="1615539" y="53386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8" name="자유형: 도형 232"/>
              <p:cNvSpPr/>
              <p:nvPr/>
            </p:nvSpPr>
            <p:spPr>
              <a:xfrm>
                <a:off x="123818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79" name="자유형: 도형 233"/>
              <p:cNvSpPr/>
              <p:nvPr/>
            </p:nvSpPr>
            <p:spPr>
              <a:xfrm>
                <a:off x="377310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0" name="자유형: 도형 234"/>
              <p:cNvSpPr/>
              <p:nvPr/>
            </p:nvSpPr>
            <p:spPr>
              <a:xfrm>
                <a:off x="621453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1" name="자유형: 도형 235"/>
              <p:cNvSpPr/>
              <p:nvPr/>
            </p:nvSpPr>
            <p:spPr>
              <a:xfrm>
                <a:off x="869096" y="88778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2" name="자유형: 도형 236"/>
              <p:cNvSpPr/>
              <p:nvPr/>
            </p:nvSpPr>
            <p:spPr>
              <a:xfrm>
                <a:off x="1117906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3" name="자유형: 도형 237"/>
              <p:cNvSpPr/>
              <p:nvPr/>
            </p:nvSpPr>
            <p:spPr>
              <a:xfrm>
                <a:off x="1366723" y="88780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4" name="자유형: 도형 238"/>
              <p:cNvSpPr/>
              <p:nvPr/>
            </p:nvSpPr>
            <p:spPr>
              <a:xfrm>
                <a:off x="1615539" y="88780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5" name="자유형: 도형 239"/>
              <p:cNvSpPr/>
              <p:nvPr/>
            </p:nvSpPr>
            <p:spPr>
              <a:xfrm>
                <a:off x="123818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6" name="자유형: 도형 240"/>
              <p:cNvSpPr/>
              <p:nvPr/>
            </p:nvSpPr>
            <p:spPr>
              <a:xfrm>
                <a:off x="377310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7" name="자유형: 도형 241"/>
              <p:cNvSpPr/>
              <p:nvPr/>
            </p:nvSpPr>
            <p:spPr>
              <a:xfrm>
                <a:off x="621453" y="1241750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8" name="자유형: 도형 242"/>
              <p:cNvSpPr/>
              <p:nvPr/>
            </p:nvSpPr>
            <p:spPr>
              <a:xfrm>
                <a:off x="869096" y="1241734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89" name="자유형: 도형 243"/>
              <p:cNvSpPr/>
              <p:nvPr/>
            </p:nvSpPr>
            <p:spPr>
              <a:xfrm>
                <a:off x="1117906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90" name="자유형: 도형 244"/>
              <p:cNvSpPr/>
              <p:nvPr/>
            </p:nvSpPr>
            <p:spPr>
              <a:xfrm>
                <a:off x="1366723" y="1241750"/>
                <a:ext cx="67751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91" name="자유형: 도형 245"/>
              <p:cNvSpPr/>
              <p:nvPr/>
            </p:nvSpPr>
            <p:spPr>
              <a:xfrm>
                <a:off x="621453" y="1601538"/>
                <a:ext cx="67752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92" name="자유형: 도형 246"/>
              <p:cNvSpPr/>
              <p:nvPr/>
            </p:nvSpPr>
            <p:spPr>
              <a:xfrm>
                <a:off x="869096" y="1601514"/>
                <a:ext cx="67752" cy="67752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093" name="자유형: 도형 247"/>
              <p:cNvSpPr/>
              <p:nvPr/>
            </p:nvSpPr>
            <p:spPr>
              <a:xfrm>
                <a:off x="1117906" y="1601538"/>
                <a:ext cx="67751" cy="67751"/>
              </a:xfrm>
              <a:prstGeom prst="ellipse">
                <a:avLst/>
              </a:prstGeom>
              <a:solidFill>
                <a:srgbClr val="7E99BD">
                  <a:alpha val="13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  <p:sp>
        <p:nvSpPr>
          <p:cNvPr id="1096" name="TextBox 253"/>
          <p:cNvSpPr txBox="1"/>
          <p:nvPr/>
        </p:nvSpPr>
        <p:spPr>
          <a:xfrm>
            <a:off x="1987496" y="6979386"/>
            <a:ext cx="3121661" cy="850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ctr" defTabSz="1828800">
              <a:lnSpc>
                <a:spcPct val="8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NanumSquareRound Bold"/>
                <a:ea typeface="NanumSquareRound Bold"/>
                <a:cs typeface="NanumSquareRound Bold"/>
                <a:sym typeface="NanumSquareRound Bold"/>
              </a:defRPr>
            </a:lvl1pPr>
          </a:lstStyle>
          <a:p>
            <a:r>
              <a:t>비거리 측정</a:t>
            </a:r>
          </a:p>
        </p:txBody>
      </p:sp>
      <p:grpSp>
        <p:nvGrpSpPr>
          <p:cNvPr id="1099" name="그룹 278"/>
          <p:cNvGrpSpPr/>
          <p:nvPr/>
        </p:nvGrpSpPr>
        <p:grpSpPr>
          <a:xfrm>
            <a:off x="1647807" y="8983033"/>
            <a:ext cx="4431450" cy="2175949"/>
            <a:chOff x="0" y="0"/>
            <a:chExt cx="4431448" cy="2175947"/>
          </a:xfrm>
        </p:grpSpPr>
        <p:sp>
          <p:nvSpPr>
            <p:cNvPr id="1097" name="직사각형 251"/>
            <p:cNvSpPr/>
            <p:nvPr/>
          </p:nvSpPr>
          <p:spPr>
            <a:xfrm>
              <a:off x="0" y="0"/>
              <a:ext cx="4431449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>
              <a:lvl1pPr marL="365125" indent="-365125" defTabSz="2276475">
                <a:lnSpc>
                  <a:spcPct val="100000"/>
                </a:lnSpc>
                <a:spcBef>
                  <a:spcPts val="0"/>
                </a:spcBef>
                <a:buSzPct val="100000"/>
                <a:buChar char="●"/>
                <a:defRPr sz="32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실제 환경에서의 비거리 측정 후, 결과 안내</a:t>
              </a:r>
            </a:p>
          </p:txBody>
        </p:sp>
        <p:sp>
          <p:nvSpPr>
            <p:cNvPr id="1098" name="직사각형 276"/>
            <p:cNvSpPr/>
            <p:nvPr/>
          </p:nvSpPr>
          <p:spPr>
            <a:xfrm>
              <a:off x="107999" y="2175947"/>
              <a:ext cx="421545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365125" indent="-365125" defTabSz="1828800">
                <a:lnSpc>
                  <a:spcPct val="100000"/>
                </a:lnSpc>
                <a:spcBef>
                  <a:spcPts val="400"/>
                </a:spcBef>
                <a:buSzPct val="100000"/>
                <a:buChar char="●"/>
                <a:tabLst>
                  <a:tab pos="355600" algn="l"/>
                </a:tabLst>
                <a:defRPr sz="3200" spc="-100">
                  <a:ln w="9525" cap="flat">
                    <a:solidFill>
                      <a:srgbClr val="C9E7F7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비거리 오차 최소화 </a:t>
              </a:r>
            </a:p>
          </p:txBody>
        </p:sp>
      </p:grpSp>
      <p:grpSp>
        <p:nvGrpSpPr>
          <p:cNvPr id="1102" name="그룹 279"/>
          <p:cNvGrpSpPr/>
          <p:nvPr/>
        </p:nvGrpSpPr>
        <p:grpSpPr>
          <a:xfrm>
            <a:off x="6657433" y="8983033"/>
            <a:ext cx="4431450" cy="2175949"/>
            <a:chOff x="0" y="0"/>
            <a:chExt cx="4431448" cy="2175947"/>
          </a:xfrm>
        </p:grpSpPr>
        <p:sp>
          <p:nvSpPr>
            <p:cNvPr id="1100" name="직사각형 280"/>
            <p:cNvSpPr/>
            <p:nvPr/>
          </p:nvSpPr>
          <p:spPr>
            <a:xfrm>
              <a:off x="0" y="0"/>
              <a:ext cx="4431449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>
              <a:lvl1pPr marL="365125" indent="-365125" defTabSz="2276475">
                <a:lnSpc>
                  <a:spcPct val="100000"/>
                </a:lnSpc>
                <a:spcBef>
                  <a:spcPts val="0"/>
                </a:spcBef>
                <a:buSzPct val="100000"/>
                <a:buChar char="●"/>
                <a:defRPr sz="28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스윙을 분석하여 속도, 자세 분석 후 사용자에게 최적화</a:t>
              </a:r>
            </a:p>
          </p:txBody>
        </p:sp>
        <p:sp>
          <p:nvSpPr>
            <p:cNvPr id="1101" name="직사각형 281"/>
            <p:cNvSpPr/>
            <p:nvPr/>
          </p:nvSpPr>
          <p:spPr>
            <a:xfrm>
              <a:off x="107999" y="2175947"/>
              <a:ext cx="421545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365125" indent="-365125" defTabSz="1828800">
                <a:lnSpc>
                  <a:spcPct val="100000"/>
                </a:lnSpc>
                <a:spcBef>
                  <a:spcPts val="400"/>
                </a:spcBef>
                <a:buSzPct val="100000"/>
                <a:buChar char="●"/>
                <a:tabLst>
                  <a:tab pos="355600" algn="l"/>
                </a:tabLst>
                <a:defRPr sz="2800" spc="-87">
                  <a:ln w="9525" cap="flat">
                    <a:solidFill>
                      <a:srgbClr val="C9E7F7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스윙과 관련된 맞춤형 레슨 제공</a:t>
              </a:r>
            </a:p>
          </p:txBody>
        </p:sp>
      </p:grpSp>
      <p:grpSp>
        <p:nvGrpSpPr>
          <p:cNvPr id="1105" name="그룹 282"/>
          <p:cNvGrpSpPr/>
          <p:nvPr/>
        </p:nvGrpSpPr>
        <p:grpSpPr>
          <a:xfrm>
            <a:off x="11667059" y="8983033"/>
            <a:ext cx="4431450" cy="3179845"/>
            <a:chOff x="0" y="0"/>
            <a:chExt cx="4431448" cy="3179843"/>
          </a:xfrm>
        </p:grpSpPr>
        <p:sp>
          <p:nvSpPr>
            <p:cNvPr id="1103" name="직사각형 283"/>
            <p:cNvSpPr txBox="1"/>
            <p:nvPr/>
          </p:nvSpPr>
          <p:spPr>
            <a:xfrm>
              <a:off x="0" y="0"/>
              <a:ext cx="4431449" cy="1191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>
              <a:lvl1pPr marL="365125" indent="-365125" defTabSz="2276475">
                <a:lnSpc>
                  <a:spcPct val="100000"/>
                </a:lnSpc>
                <a:spcBef>
                  <a:spcPts val="0"/>
                </a:spcBef>
                <a:buSzPct val="100000"/>
                <a:buChar char="●"/>
                <a:defRPr sz="32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골프채 데이터 연동으로 더욱 정밀한 측정</a:t>
              </a:r>
            </a:p>
          </p:txBody>
        </p:sp>
        <p:sp>
          <p:nvSpPr>
            <p:cNvPr id="1104" name="직사각형 284"/>
            <p:cNvSpPr txBox="1"/>
            <p:nvPr/>
          </p:nvSpPr>
          <p:spPr>
            <a:xfrm>
              <a:off x="107999" y="2175947"/>
              <a:ext cx="4215450" cy="10038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365125" indent="-365125" defTabSz="1828800">
                <a:lnSpc>
                  <a:spcPct val="100000"/>
                </a:lnSpc>
                <a:spcBef>
                  <a:spcPts val="400"/>
                </a:spcBef>
                <a:buSzPct val="100000"/>
                <a:buChar char="●"/>
                <a:tabLst>
                  <a:tab pos="355600" algn="l"/>
                </a:tabLst>
                <a:defRPr sz="3200" spc="-100">
                  <a:ln w="9525" cap="flat">
                    <a:solidFill>
                      <a:srgbClr val="C9E7F7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퍼팅 도움 및 사용자 특화 시타채 추천</a:t>
              </a:r>
            </a:p>
          </p:txBody>
        </p:sp>
      </p:grpSp>
      <p:grpSp>
        <p:nvGrpSpPr>
          <p:cNvPr id="1108" name="그룹 285"/>
          <p:cNvGrpSpPr/>
          <p:nvPr/>
        </p:nvGrpSpPr>
        <p:grpSpPr>
          <a:xfrm>
            <a:off x="16676685" y="8983033"/>
            <a:ext cx="4431450" cy="3179845"/>
            <a:chOff x="0" y="0"/>
            <a:chExt cx="4431448" cy="3179843"/>
          </a:xfrm>
        </p:grpSpPr>
        <p:sp>
          <p:nvSpPr>
            <p:cNvPr id="1106" name="직사각형 286"/>
            <p:cNvSpPr txBox="1"/>
            <p:nvPr/>
          </p:nvSpPr>
          <p:spPr>
            <a:xfrm>
              <a:off x="0" y="0"/>
              <a:ext cx="4431449" cy="1191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3599" tIns="93599" rIns="93599" bIns="93599" numCol="1" anchor="t">
              <a:spAutoFit/>
            </a:bodyPr>
            <a:lstStyle>
              <a:lvl1pPr marL="365125" indent="-365125" defTabSz="2276475">
                <a:lnSpc>
                  <a:spcPct val="100000"/>
                </a:lnSpc>
                <a:spcBef>
                  <a:spcPts val="0"/>
                </a:spcBef>
                <a:buSzPct val="100000"/>
                <a:buChar char="●"/>
                <a:defRPr sz="3200">
                  <a:ln w="9525" cap="flat">
                    <a:solidFill>
                      <a:srgbClr val="4472C4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사용자의 데이터 학습 후 개인 맞춤형 분석 제공</a:t>
              </a:r>
            </a:p>
          </p:txBody>
        </p:sp>
        <p:sp>
          <p:nvSpPr>
            <p:cNvPr id="1107" name="직사각형 287"/>
            <p:cNvSpPr txBox="1"/>
            <p:nvPr/>
          </p:nvSpPr>
          <p:spPr>
            <a:xfrm>
              <a:off x="107999" y="2175947"/>
              <a:ext cx="4215450" cy="10038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365125" indent="-365125" defTabSz="1828800">
                <a:lnSpc>
                  <a:spcPct val="100000"/>
                </a:lnSpc>
                <a:spcBef>
                  <a:spcPts val="400"/>
                </a:spcBef>
                <a:buSzPct val="100000"/>
                <a:buChar char="●"/>
                <a:tabLst>
                  <a:tab pos="355600" algn="l"/>
                </a:tabLst>
                <a:defRPr sz="3200" spc="-100">
                  <a:ln w="9525" cap="flat">
                    <a:solidFill>
                      <a:srgbClr val="C9E7F7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학습된 데이터 바탕으로 시뮬레이터 연동</a:t>
              </a:r>
            </a:p>
          </p:txBody>
        </p:sp>
      </p:grpSp>
      <p:sp>
        <p:nvSpPr>
          <p:cNvPr id="1109" name="TextBox 288"/>
          <p:cNvSpPr txBox="1"/>
          <p:nvPr/>
        </p:nvSpPr>
        <p:spPr>
          <a:xfrm>
            <a:off x="2384737" y="3488562"/>
            <a:ext cx="14810443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8000" b="1" spc="-300">
                <a:ln w="12700" cap="rnd">
                  <a:solidFill>
                    <a:srgbClr val="481F1A">
                      <a:alpha val="0"/>
                    </a:srgbClr>
                  </a:solidFill>
                  <a:prstDash val="solid"/>
                  <a:round/>
                </a:ln>
                <a:solidFill>
                  <a:srgbClr val="223B5B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rPr dirty="0" err="1"/>
              <a:t>SwingFit</a:t>
            </a:r>
            <a:r>
              <a:rPr lang="ko-KR" altLang="en-US" dirty="0"/>
              <a:t> 어플리케이션</a:t>
            </a:r>
            <a:endParaRPr dirty="0"/>
          </a:p>
        </p:txBody>
      </p:sp>
      <p:sp>
        <p:nvSpPr>
          <p:cNvPr id="1110" name="직사각형 289"/>
          <p:cNvSpPr txBox="1"/>
          <p:nvPr/>
        </p:nvSpPr>
        <p:spPr>
          <a:xfrm>
            <a:off x="2484921" y="5006075"/>
            <a:ext cx="11219559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3200">
                <a:ln w="9525" cap="flat">
                  <a:solidFill>
                    <a:srgbClr val="000000">
                      <a:alpha val="0"/>
                    </a:srgbClr>
                  </a:solidFill>
                  <a:prstDash val="solid"/>
                  <a:round/>
                </a:ln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AI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골프</a:t>
            </a:r>
            <a:r>
              <a:rPr dirty="0"/>
              <a:t> </a:t>
            </a:r>
            <a:r>
              <a:rPr dirty="0" err="1"/>
              <a:t>스윙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비거리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  <p:pic>
        <p:nvPicPr>
          <p:cNvPr id="1111" name="그래픽 9" descr="그래픽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2351" y="6567010"/>
            <a:ext cx="1090503" cy="1387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2" name="그래픽 259" descr="그래픽 2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013" y="6561990"/>
            <a:ext cx="1281522" cy="12815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3" name="그래픽 264" descr="그래픽 2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4612" y="6580164"/>
            <a:ext cx="1218915" cy="13331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4" name="그래픽 265" descr="그래픽 2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2458" y="6583619"/>
            <a:ext cx="1333189" cy="1333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15" name="TextBox 253"/>
          <p:cNvSpPr txBox="1"/>
          <p:nvPr/>
        </p:nvSpPr>
        <p:spPr>
          <a:xfrm>
            <a:off x="7601071" y="6979386"/>
            <a:ext cx="2566925" cy="850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ctr" defTabSz="1828800">
              <a:lnSpc>
                <a:spcPct val="8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NanumSquareRound Bold"/>
                <a:ea typeface="NanumSquareRound Bold"/>
                <a:cs typeface="NanumSquareRound Bold"/>
                <a:sym typeface="NanumSquareRound Bold"/>
              </a:defRPr>
            </a:lvl1pPr>
          </a:lstStyle>
          <a:p>
            <a:r>
              <a:t>스윙 분석</a:t>
            </a:r>
          </a:p>
        </p:txBody>
      </p:sp>
      <p:sp>
        <p:nvSpPr>
          <p:cNvPr id="1116" name="TextBox 253"/>
          <p:cNvSpPr txBox="1"/>
          <p:nvPr/>
        </p:nvSpPr>
        <p:spPr>
          <a:xfrm>
            <a:off x="12346845" y="6800863"/>
            <a:ext cx="3071877" cy="12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/>
          <a:p>
            <a:pPr algn="ctr" defTabSz="1828800">
              <a:spcBef>
                <a:spcPts val="0"/>
              </a:spcBef>
              <a:defRPr sz="3800">
                <a:solidFill>
                  <a:srgbClr val="FFFFFF"/>
                </a:solidFill>
                <a:latin typeface="NanumSquareRound Bold"/>
                <a:ea typeface="NanumSquareRound Bold"/>
                <a:cs typeface="NanumSquareRound Bold"/>
                <a:sym typeface="NanumSquareRound Bold"/>
              </a:defRPr>
            </a:pPr>
            <a:r>
              <a:t>골프채</a:t>
            </a:r>
          </a:p>
          <a:p>
            <a:pPr algn="ctr" defTabSz="1828800">
              <a:spcBef>
                <a:spcPts val="0"/>
              </a:spcBef>
              <a:defRPr sz="3800">
                <a:solidFill>
                  <a:srgbClr val="FFFFFF"/>
                </a:solidFill>
                <a:latin typeface="NanumSquareRound Bold"/>
                <a:ea typeface="NanumSquareRound Bold"/>
                <a:cs typeface="NanumSquareRound Bold"/>
                <a:sym typeface="NanumSquareRound Bold"/>
              </a:defRPr>
            </a:pPr>
            <a:r>
              <a:t>추천 및 최적화</a:t>
            </a:r>
          </a:p>
        </p:txBody>
      </p:sp>
      <p:sp>
        <p:nvSpPr>
          <p:cNvPr id="1117" name="TextBox 253"/>
          <p:cNvSpPr txBox="1"/>
          <p:nvPr/>
        </p:nvSpPr>
        <p:spPr>
          <a:xfrm>
            <a:off x="17658630" y="6907148"/>
            <a:ext cx="2512061" cy="714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tIns="91439" bIns="91439">
            <a:spAutoFit/>
          </a:bodyPr>
          <a:lstStyle>
            <a:lvl1pPr algn="ctr" defTabSz="1828800">
              <a:lnSpc>
                <a:spcPct val="80000"/>
              </a:lnSpc>
              <a:spcBef>
                <a:spcPts val="0"/>
              </a:spcBef>
              <a:defRPr sz="3800">
                <a:solidFill>
                  <a:srgbClr val="FFFFFF"/>
                </a:solidFill>
                <a:latin typeface="NanumSquareRound Bold"/>
                <a:ea typeface="NanumSquareRound Bold"/>
                <a:cs typeface="NanumSquareRound Bold"/>
                <a:sym typeface="NanumSquareRound Bold"/>
              </a:defRPr>
            </a:lvl1pPr>
          </a:lstStyle>
          <a:p>
            <a:r>
              <a:t>데이터 학습</a:t>
            </a:r>
          </a:p>
        </p:txBody>
      </p:sp>
      <p:pic>
        <p:nvPicPr>
          <p:cNvPr id="2" name="그림 1" descr="클립아트, 만화 영화, 디자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3F753E8-84CE-1C16-3816-EFD34B17AC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612" y="2892865"/>
            <a:ext cx="3581400" cy="558800"/>
          </a:xfrm>
          <a:prstGeom prst="rect">
            <a:avLst/>
          </a:prstGeom>
        </p:spPr>
      </p:pic>
      <p:pic>
        <p:nvPicPr>
          <p:cNvPr id="3" name="그림 2" descr="다채로움, 그래픽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528AF8-A4D4-0927-7E0B-D003B73B77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2771" y="3664214"/>
            <a:ext cx="1723300" cy="1723300"/>
          </a:xfrm>
          <a:prstGeom prst="rect">
            <a:avLst/>
          </a:prstGeom>
        </p:spPr>
      </p:pic>
      <p:pic>
        <p:nvPicPr>
          <p:cNvPr id="5" name="그림 4" descr="손목시계, 패션 액세서리, 시계, 아날로그 시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01229D-250F-5B8B-3D92-9DE08949B7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93663" y="2842024"/>
            <a:ext cx="1813939" cy="2720909"/>
          </a:xfrm>
          <a:prstGeom prst="rect">
            <a:avLst/>
          </a:prstGeom>
        </p:spPr>
      </p:pic>
      <p:pic>
        <p:nvPicPr>
          <p:cNvPr id="7" name="그림 6" descr="휴대 전화, 스마트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6E7DAD1-D945-6B0D-F7DD-3F87412A70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07602" y="2312540"/>
            <a:ext cx="2519917" cy="37798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TextBox 6"/>
          <p:cNvSpPr txBox="1"/>
          <p:nvPr/>
        </p:nvSpPr>
        <p:spPr>
          <a:xfrm>
            <a:off x="5993306" y="6080360"/>
            <a:ext cx="8841126" cy="104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레퍼런스 조사 및 분석</a:t>
            </a:r>
          </a:p>
        </p:txBody>
      </p:sp>
      <p:sp>
        <p:nvSpPr>
          <p:cNvPr id="1120" name="직사각형 7"/>
          <p:cNvSpPr txBox="1"/>
          <p:nvPr/>
        </p:nvSpPr>
        <p:spPr>
          <a:xfrm>
            <a:off x="6096264" y="7193318"/>
            <a:ext cx="13522203" cy="426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2800">
                <a:ln w="9525" cap="flat">
                  <a:solidFill>
                    <a:srgbClr val="000000">
                      <a:alpha val="0"/>
                    </a:srgbClr>
                  </a:solidFill>
                  <a:prstDash val="solid"/>
                  <a:round/>
                </a:ln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스윙핏 (SwingFit) AI 기반 스마트 골프 스윙 분석 및 비거리 예측 시스템</a:t>
            </a:r>
          </a:p>
        </p:txBody>
      </p:sp>
      <p:sp>
        <p:nvSpPr>
          <p:cNvPr id="1121" name="TextBox 8"/>
          <p:cNvSpPr txBox="1"/>
          <p:nvPr/>
        </p:nvSpPr>
        <p:spPr>
          <a:xfrm>
            <a:off x="2008320" y="5105400"/>
            <a:ext cx="3552953" cy="336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3000" b="1">
                <a:ln w="9525" cap="flat">
                  <a:solidFill>
                    <a:srgbClr val="4472C4">
                      <a:alpha val="0"/>
                    </a:srgbClr>
                  </a:solidFill>
                  <a:prstDash val="solid"/>
                  <a:round/>
                </a:ln>
                <a:solidFill>
                  <a:srgbClr val="262626"/>
                </a:solidFill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r>
              <a:t>04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스크린샷 2025-04-21 오후 7.16.39.png" descr="스크린샷 2025-04-21 오후 7.16.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12" y="1781280"/>
            <a:ext cx="8841126" cy="10846330"/>
          </a:xfrm>
          <a:prstGeom prst="rect">
            <a:avLst/>
          </a:prstGeom>
          <a:ln w="12700">
            <a:miter lim="400000"/>
          </a:ln>
        </p:spPr>
      </p:pic>
      <p:sp>
        <p:nvSpPr>
          <p:cNvPr id="1124" name="TextBox 6"/>
          <p:cNvSpPr txBox="1"/>
          <p:nvPr/>
        </p:nvSpPr>
        <p:spPr>
          <a:xfrm>
            <a:off x="658652" y="292950"/>
            <a:ext cx="8841127" cy="104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레퍼런스 조사 및 분석</a:t>
            </a:r>
          </a:p>
        </p:txBody>
      </p:sp>
      <p:pic>
        <p:nvPicPr>
          <p:cNvPr id="1125" name="스크린샷 2025-04-21 오후 7.17.34.png" descr="스크린샷 2025-04-21 오후 7.17.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581" y="2685894"/>
            <a:ext cx="12414703" cy="9037101"/>
          </a:xfrm>
          <a:prstGeom prst="rect">
            <a:avLst/>
          </a:prstGeom>
          <a:ln w="12700">
            <a:miter lim="400000"/>
          </a:ln>
        </p:spPr>
      </p:pic>
      <p:sp>
        <p:nvSpPr>
          <p:cNvPr id="1126" name="힐베르트-황 변환을 이용한 골프 스윙 동작의 생체역학적 분석"/>
          <p:cNvSpPr txBox="1"/>
          <p:nvPr/>
        </p:nvSpPr>
        <p:spPr>
          <a:xfrm>
            <a:off x="5731965" y="13013155"/>
            <a:ext cx="4822343" cy="36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166370" marR="543559" indent="-166370" algn="just" defTabSz="508000">
              <a:lnSpc>
                <a:spcPct val="130000"/>
              </a:lnSpc>
              <a:spcBef>
                <a:spcPts val="0"/>
              </a:spcBef>
              <a:defRPr sz="1600" u="sng" spc="-35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 err="1"/>
              <a:t>힐베르트-황</a:t>
            </a:r>
            <a:r>
              <a:rPr dirty="0"/>
              <a:t> </a:t>
            </a:r>
            <a:r>
              <a:rPr dirty="0" err="1"/>
              <a:t>변환을</a:t>
            </a:r>
            <a:r>
              <a:rPr dirty="0"/>
              <a:t> </a:t>
            </a:r>
            <a:r>
              <a:rPr dirty="0" err="1"/>
              <a:t>이용한</a:t>
            </a:r>
            <a:r>
              <a:rPr dirty="0"/>
              <a:t> </a:t>
            </a:r>
            <a:r>
              <a:rPr dirty="0" err="1"/>
              <a:t>골프</a:t>
            </a:r>
            <a:r>
              <a:rPr dirty="0"/>
              <a:t> </a:t>
            </a:r>
            <a:r>
              <a:rPr dirty="0" err="1"/>
              <a:t>스윙</a:t>
            </a:r>
            <a:r>
              <a:rPr dirty="0"/>
              <a:t> </a:t>
            </a:r>
            <a:r>
              <a:rPr dirty="0" err="1"/>
              <a:t>동작의</a:t>
            </a:r>
            <a:r>
              <a:rPr dirty="0"/>
              <a:t> </a:t>
            </a:r>
            <a:r>
              <a:rPr dirty="0" err="1"/>
              <a:t>생체역학적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1127" name="Range of a projectile"/>
          <p:cNvSpPr txBox="1"/>
          <p:nvPr/>
        </p:nvSpPr>
        <p:spPr>
          <a:xfrm>
            <a:off x="21893240" y="13022809"/>
            <a:ext cx="1883298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166370" marR="543559" indent="-166370" algn="just" defTabSz="508000">
              <a:lnSpc>
                <a:spcPct val="130000"/>
              </a:lnSpc>
              <a:spcBef>
                <a:spcPts val="0"/>
              </a:spcBef>
              <a:defRPr sz="1600" u="sng" spc="-35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Helvetica"/>
                <a:ea typeface="Helvetica"/>
                <a:cs typeface="Helvetica"/>
                <a:sym typeface="Helvetica"/>
                <a:hlinkClick r:id="rId5"/>
              </a:defRPr>
            </a:lvl1pPr>
          </a:lstStyle>
          <a:p>
            <a:r>
              <a:rPr>
                <a:hlinkClick r:id="rId5"/>
              </a:rPr>
              <a:t>Range of a projectile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TextBox 6"/>
          <p:cNvSpPr txBox="1"/>
          <p:nvPr/>
        </p:nvSpPr>
        <p:spPr>
          <a:xfrm>
            <a:off x="658652" y="292950"/>
            <a:ext cx="8841127" cy="104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레퍼런스 조사 및 분석</a:t>
            </a:r>
          </a:p>
        </p:txBody>
      </p:sp>
      <p:pic>
        <p:nvPicPr>
          <p:cNvPr id="1130" name="스크린샷 2025-04-21 오후 7.18.45.png" descr="스크린샷 2025-04-21 오후 7.18.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555" y="1606993"/>
            <a:ext cx="12032890" cy="11119579"/>
          </a:xfrm>
          <a:prstGeom prst="rect">
            <a:avLst/>
          </a:prstGeom>
          <a:ln w="12700">
            <a:miter lim="400000"/>
          </a:ln>
        </p:spPr>
      </p:pic>
      <p:sp>
        <p:nvSpPr>
          <p:cNvPr id="1131" name="USGA 장비 데이터베이스"/>
          <p:cNvSpPr txBox="1"/>
          <p:nvPr/>
        </p:nvSpPr>
        <p:spPr>
          <a:xfrm>
            <a:off x="20273579" y="12986785"/>
            <a:ext cx="3239416" cy="487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u="sng">
                <a:hlinkClick r:id="rId4"/>
              </a:defRPr>
            </a:lvl1pPr>
          </a:lstStyle>
          <a:p>
            <a:pPr>
              <a:defRPr u="none"/>
            </a:pPr>
            <a:r>
              <a:rPr u="sng">
                <a:hlinkClick r:id="rId4"/>
              </a:rPr>
              <a:t>USGA 장비 데이터베이스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제목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37360">
              <a:defRPr sz="6080"/>
            </a:lvl1pPr>
          </a:lstStyle>
          <a:p>
            <a:r>
              <a:t>레퍼런스 조사 및 분석</a:t>
            </a:r>
          </a:p>
        </p:txBody>
      </p:sp>
      <p:sp>
        <p:nvSpPr>
          <p:cNvPr id="1134" name="부제목 2"/>
          <p:cNvSpPr txBox="1">
            <a:spLocks noGrp="1"/>
          </p:cNvSpPr>
          <p:nvPr>
            <p:ph type="body" sz="quarter" idx="1"/>
          </p:nvPr>
        </p:nvSpPr>
        <p:spPr>
          <a:xfrm>
            <a:off x="2216728" y="397165"/>
            <a:ext cx="18288001" cy="618835"/>
          </a:xfrm>
          <a:prstGeom prst="rect">
            <a:avLst/>
          </a:prstGeom>
        </p:spPr>
        <p:txBody>
          <a:bodyPr/>
          <a:lstStyle/>
          <a:p>
            <a:r>
              <a:t>2025년 한신대학교 4학년 컴퓨터공학부 캡스톤 프로젝트 SwingFit</a:t>
            </a:r>
          </a:p>
        </p:txBody>
      </p:sp>
      <p:graphicFrame>
        <p:nvGraphicFramePr>
          <p:cNvPr id="1135" name="표 5"/>
          <p:cNvGraphicFramePr/>
          <p:nvPr>
            <p:extLst>
              <p:ext uri="{D42A27DB-BD31-4B8C-83A1-F6EECF244321}">
                <p14:modId xmlns:p14="http://schemas.microsoft.com/office/powerpoint/2010/main" val="606545614"/>
              </p:ext>
            </p:extLst>
          </p:nvPr>
        </p:nvGraphicFramePr>
        <p:xfrm>
          <a:off x="1749425" y="5684623"/>
          <a:ext cx="20885148" cy="6962403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176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5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648">
                <a:tc>
                  <a:txBody>
                    <a:bodyPr/>
                    <a:lstStyle/>
                    <a:p>
                      <a:pPr defTabSz="1828800">
                        <a:defRPr b="0"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사용가능한가?</a:t>
                      </a:r>
                    </a:p>
                  </a:txBody>
                  <a:tcPr marL="45720" marR="45720" anchor="ctr" horzOverflow="overflow">
                    <a:lnL w="25400">
                      <a:miter lim="400000"/>
                    </a:lnL>
                    <a:lnR w="25400">
                      <a:miter lim="400000"/>
                    </a:lnR>
                    <a:lnT w="25400">
                      <a:miter lim="400000"/>
                    </a:lnT>
                    <a:lnB w="25400">
                      <a:miter lim="400000"/>
                    </a:lnB>
                    <a:solidFill>
                      <a:srgbClr val="4CCC51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b="0"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이름</a:t>
                      </a:r>
                    </a:p>
                  </a:txBody>
                  <a:tcPr marL="45720" marR="45720" anchor="ctr" horzOverflow="overflow">
                    <a:lnL w="25400">
                      <a:miter lim="400000"/>
                    </a:lnL>
                    <a:lnR w="25400">
                      <a:miter lim="400000"/>
                    </a:lnR>
                    <a:lnT w="25400">
                      <a:miter lim="400000"/>
                    </a:lnT>
                    <a:lnB w="25400">
                      <a:miter lim="400000"/>
                    </a:lnB>
                    <a:solidFill>
                      <a:srgbClr val="4CCC51"/>
                    </a:solidFill>
                  </a:tcPr>
                </a:tc>
                <a:tc>
                  <a:txBody>
                    <a:bodyPr/>
                    <a:lstStyle/>
                    <a:p>
                      <a:pPr defTabSz="1828800">
                        <a:defRPr b="0"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설명</a:t>
                      </a:r>
                    </a:p>
                  </a:txBody>
                  <a:tcPr marL="45720" marR="45720" anchor="ctr" horzOverflow="overflow">
                    <a:lnL w="25400">
                      <a:miter lim="400000"/>
                    </a:lnL>
                    <a:lnR w="25400">
                      <a:miter lim="400000"/>
                    </a:lnR>
                    <a:lnT w="25400">
                      <a:miter lim="400000"/>
                    </a:lnT>
                    <a:lnB w="25400">
                      <a:miter lim="400000"/>
                    </a:lnB>
                    <a:solidFill>
                      <a:srgbClr val="4CCC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379">
                <a:tc rowSpan="3"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YES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rgbClr val="FFFFFF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25400">
                      <a:miter lim="400000"/>
                    </a:lnT>
                    <a:lnB w="3175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골프픽스(GolfFix)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25400">
                      <a:miter lim="400000"/>
                    </a:lnT>
                    <a:lnB w="3175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800" spc="-77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기술을 이용한 스윙 분석 / 인앱결제 필요, 광고 O , 분석 속도 느림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miter lim="400000"/>
                    </a:lnT>
                    <a:lnB w="3175">
                      <a:solidFill>
                        <a:srgbClr val="A5A5A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952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샤삿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800" spc="-77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비거리 궤적 측정 / 소개된 나머지 기능 오작동 , 궤적 부정확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952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Arccos Caddie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스마트폰과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악세서리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연동으로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거리측정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스윙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분석</a:t>
                      </a:r>
                      <a:endParaRPr lang="en-US" sz="2800" spc="-77" dirty="0">
                        <a:ln w="9525" cap="flat">
                          <a:solidFill>
                            <a:srgbClr val="C9E7F7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defTabSz="1828800"/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악세서리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구매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필요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고비용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9523">
                <a:tc rowSpan="3"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NO!!!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rgbClr val="FFFFFF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8100">
                      <a:solidFill>
                        <a:srgbClr val="A5A5A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Shotvisionapp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스마트폰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하나로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비거리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측정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및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분석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2800" spc="-77" dirty="0">
                        <a:ln w="9525" cap="flat">
                          <a:solidFill>
                            <a:srgbClr val="C9E7F7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defTabSz="1828800"/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신뢰성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없음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즉시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불가</a:t>
                      </a:r>
                      <a:endParaRPr sz="2800" spc="-77" dirty="0">
                        <a:ln w="9525" cap="flat">
                          <a:solidFill>
                            <a:srgbClr val="C9E7F7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952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Golfboy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800" spc="-77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스마트폰 하나로 비거리 측정 및 데이터 분석 / 신뢰성 없음, 삼각대 필요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175">
                      <a:solidFill>
                        <a:srgbClr val="A5A5A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428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3600">
                          <a:solidFill>
                            <a:srgbClr val="262626"/>
                          </a:solidFill>
                          <a:latin typeface="나눔고딕"/>
                          <a:ea typeface="나눔고딕"/>
                          <a:cs typeface="나눔고딕"/>
                          <a:sym typeface="나눔고딕"/>
                        </a:rPr>
                        <a:t>Shot Tracer</a:t>
                      </a: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3175">
                      <a:solidFill>
                        <a:srgbClr val="A5A5A5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8100">
                      <a:solidFill>
                        <a:srgbClr val="A5A5A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800"/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유료앱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작동</a:t>
                      </a:r>
                      <a:r>
                        <a:rPr sz="2800" spc="-77" dirty="0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2800" spc="-77" dirty="0" err="1">
                          <a:ln w="9525" cap="flat">
                            <a:solidFill>
                              <a:srgbClr val="C9E7F7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불가</a:t>
                      </a:r>
                      <a:endParaRPr sz="2800" spc="-77" dirty="0">
                        <a:ln w="9525" cap="flat">
                          <a:solidFill>
                            <a:srgbClr val="C9E7F7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anchor="ctr" horzOverflow="overflow">
                    <a:lnL w="3175">
                      <a:solidFill>
                        <a:srgbClr val="A5A5A5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3175">
                      <a:solidFill>
                        <a:srgbClr val="A5A5A5"/>
                      </a:solidFill>
                    </a:lnT>
                    <a:lnB w="38100">
                      <a:solidFill>
                        <a:srgbClr val="A5A5A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38" name="사각형: 둥근 모서리 8"/>
          <p:cNvGrpSpPr/>
          <p:nvPr/>
        </p:nvGrpSpPr>
        <p:grpSpPr>
          <a:xfrm>
            <a:off x="1765143" y="3593366"/>
            <a:ext cx="3273987" cy="925977"/>
            <a:chOff x="0" y="0"/>
            <a:chExt cx="3273985" cy="925976"/>
          </a:xfrm>
        </p:grpSpPr>
        <p:sp>
          <p:nvSpPr>
            <p:cNvPr id="1136" name="모서리가 둥근 직사각형"/>
            <p:cNvSpPr/>
            <p:nvPr/>
          </p:nvSpPr>
          <p:spPr>
            <a:xfrm>
              <a:off x="0" y="0"/>
              <a:ext cx="3273986" cy="925977"/>
            </a:xfrm>
            <a:prstGeom prst="roundRect">
              <a:avLst>
                <a:gd name="adj" fmla="val 50000"/>
              </a:avLst>
            </a:prstGeom>
            <a:solidFill>
              <a:srgbClr val="6AD0E6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 b="1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sp>
          <p:nvSpPr>
            <p:cNvPr id="1137" name="Notion"/>
            <p:cNvSpPr txBox="1"/>
            <p:nvPr/>
          </p:nvSpPr>
          <p:spPr>
            <a:xfrm>
              <a:off x="227043" y="111198"/>
              <a:ext cx="2819898" cy="7035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sz="3600" b="1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lvl1pPr>
            </a:lstStyle>
            <a:p>
              <a:r>
                <a:t>Notion</a:t>
              </a:r>
            </a:p>
          </p:txBody>
        </p:sp>
      </p:grpSp>
      <p:sp>
        <p:nvSpPr>
          <p:cNvPr id="1139" name="직사각형 12"/>
          <p:cNvSpPr txBox="1"/>
          <p:nvPr/>
        </p:nvSpPr>
        <p:spPr>
          <a:xfrm>
            <a:off x="6073691" y="3592837"/>
            <a:ext cx="17293198" cy="926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00000"/>
              </a:lnSpc>
              <a:spcBef>
                <a:spcPts val="400"/>
              </a:spcBef>
              <a:tabLst>
                <a:tab pos="508000" algn="l"/>
              </a:tabLst>
              <a:defRPr sz="3200" spc="-100">
                <a:ln w="9525" cap="flat">
                  <a:solidFill>
                    <a:srgbClr val="C9E7F7">
                      <a:alpha val="0"/>
                    </a:srgbClr>
                  </a:solidFill>
                  <a:prstDash val="solid"/>
                  <a:round/>
                </a:ln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https://www.notion.so/1b279f47765c80919fbbc53750d5f3b2?v=1b279f47765c80df8a70000ccbb56b7e&amp;pvs=4</a:t>
            </a:r>
          </a:p>
        </p:txBody>
      </p:sp>
      <p:sp>
        <p:nvSpPr>
          <p:cNvPr id="1140" name="TextBox 28"/>
          <p:cNvSpPr txBox="1"/>
          <p:nvPr/>
        </p:nvSpPr>
        <p:spPr>
          <a:xfrm>
            <a:off x="1248473" y="4775592"/>
            <a:ext cx="7186976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62626"/>
                </a:solidFill>
                <a:latin typeface="GyeonggiTitle Medium"/>
                <a:ea typeface="GyeonggiTitle Medium"/>
                <a:cs typeface="GyeonggiTitle Medium"/>
                <a:sym typeface="GyeonggiTitle Medium"/>
              </a:defRPr>
            </a:lvl1pPr>
          </a:lstStyle>
          <a:p>
            <a:r>
              <a:t>유사 아이디어 및 기존 서비스 소개</a:t>
            </a:r>
          </a:p>
        </p:txBody>
      </p:sp>
      <p:sp>
        <p:nvSpPr>
          <p:cNvPr id="1141" name="TextBox 28"/>
          <p:cNvSpPr txBox="1"/>
          <p:nvPr/>
        </p:nvSpPr>
        <p:spPr>
          <a:xfrm>
            <a:off x="1248473" y="2703882"/>
            <a:ext cx="11927156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262626"/>
                </a:solidFill>
                <a:latin typeface="GyeonggiTitle Medium"/>
                <a:ea typeface="GyeonggiTitle Medium"/>
                <a:cs typeface="GyeonggiTitle Medium"/>
                <a:sym typeface="GyeonggiTitle Medium"/>
              </a:defRPr>
            </a:lvl1pPr>
          </a:lstStyle>
          <a:p>
            <a:r>
              <a:t>관련 연구 및 서비스, 유사 특허, 골프 관련 데이터 베이스 조사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KakaoTalk_Photo_2025-04-21-01-43-16 001.png" descr="KakaoTalk_Photo_2025-04-21-01-43-16 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99" y="99497"/>
            <a:ext cx="13360401" cy="12598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4" name="KakaoTalk_Photo_2025-04-21-01-43-21.jpeg" descr="KakaoTalk_Photo_2025-04-21-01-43-2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77" y="2540203"/>
            <a:ext cx="9283701" cy="9436101"/>
          </a:xfrm>
          <a:prstGeom prst="rect">
            <a:avLst/>
          </a:prstGeom>
          <a:ln w="12700">
            <a:miter lim="400000"/>
          </a:ln>
        </p:spPr>
      </p:pic>
      <p:sp>
        <p:nvSpPr>
          <p:cNvPr id="1145" name="흐름도(앱 레이아웃)"/>
          <p:cNvSpPr txBox="1"/>
          <p:nvPr/>
        </p:nvSpPr>
        <p:spPr>
          <a:xfrm>
            <a:off x="3236545" y="12729093"/>
            <a:ext cx="3606757" cy="545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흐름도</a:t>
            </a:r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앱</a:t>
            </a:r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레이아웃</a:t>
            </a:r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  <p:sp>
        <p:nvSpPr>
          <p:cNvPr id="1146" name="개념도"/>
          <p:cNvSpPr txBox="1"/>
          <p:nvPr/>
        </p:nvSpPr>
        <p:spPr>
          <a:xfrm>
            <a:off x="15908126" y="12875778"/>
            <a:ext cx="1261564" cy="545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개념도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8" name="KakaoTalk_Photo_2025-04-21-01-43-17 002.png" descr="KakaoTalk_Photo_2025-04-21-01-43-17 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59" y="1543050"/>
            <a:ext cx="13512801" cy="1062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9" name="KakaoTalk_Photo_2025-04-21-01-43-17 003.png" descr="KakaoTalk_Photo_2025-04-21-01-43-17 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1959" y="1399552"/>
            <a:ext cx="9817101" cy="10134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50" name="구성도"/>
          <p:cNvSpPr txBox="1"/>
          <p:nvPr/>
        </p:nvSpPr>
        <p:spPr>
          <a:xfrm>
            <a:off x="6425526" y="12689722"/>
            <a:ext cx="1261564" cy="545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구성도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51" name="흐름도(각 단계별)"/>
          <p:cNvSpPr txBox="1"/>
          <p:nvPr/>
        </p:nvSpPr>
        <p:spPr>
          <a:xfrm>
            <a:off x="17290292" y="12689722"/>
            <a:ext cx="3220433" cy="545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흐름도</a:t>
            </a:r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각</a:t>
            </a:r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단계별</a:t>
            </a:r>
            <a:r>
              <a:rPr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화살표"/>
          <p:cNvSpPr/>
          <p:nvPr/>
        </p:nvSpPr>
        <p:spPr>
          <a:xfrm flipH="1">
            <a:off x="9388061" y="10211145"/>
            <a:ext cx="8852621" cy="420689"/>
          </a:xfrm>
          <a:prstGeom prst="rightArrow">
            <a:avLst>
              <a:gd name="adj1" fmla="val 58035"/>
              <a:gd name="adj2" fmla="val 84464"/>
            </a:avLst>
          </a:prstGeom>
          <a:solidFill>
            <a:srgbClr val="C83F8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154" name="붙여넣은 동영상.png" descr="붙여넣은 동영상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9" y="5670268"/>
            <a:ext cx="2251734" cy="3133531"/>
          </a:xfrm>
          <a:prstGeom prst="rect">
            <a:avLst/>
          </a:prstGeom>
          <a:ln w="12700">
            <a:miter lim="400000"/>
          </a:ln>
        </p:spPr>
      </p:pic>
      <p:sp>
        <p:nvSpPr>
          <p:cNvPr id="1155" name="사용자"/>
          <p:cNvSpPr txBox="1"/>
          <p:nvPr/>
        </p:nvSpPr>
        <p:spPr>
          <a:xfrm>
            <a:off x="522187" y="8917673"/>
            <a:ext cx="141457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lvl1pPr>
          </a:lstStyle>
          <a:p>
            <a:r>
              <a:t>사용자</a:t>
            </a:r>
          </a:p>
        </p:txBody>
      </p:sp>
      <p:pic>
        <p:nvPicPr>
          <p:cNvPr id="1156" name="붙여넣은 동영상.png" descr="붙여넣은 동영상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556" y="1135592"/>
            <a:ext cx="4381501" cy="154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7" name="붙여넣은 동영상.png" descr="붙여넣은 동영상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8874" y="1135592"/>
            <a:ext cx="4381501" cy="154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8" name="붙여넣은 동영상.png" descr="붙여넣은 동영상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54191" y="1141942"/>
            <a:ext cx="4381501" cy="153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9" name="붙여넣은 동영상.png" descr="붙여넣은 동영상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5978" y="1355118"/>
            <a:ext cx="1059524" cy="102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0" name="BLE_Header.png" descr="BLE_Header.png"/>
          <p:cNvPicPr>
            <a:picLocks noChangeAspect="1"/>
          </p:cNvPicPr>
          <p:nvPr/>
        </p:nvPicPr>
        <p:blipFill>
          <a:blip r:embed="rId8"/>
          <a:srcRect l="32628" t="5057" r="29246" b="4815"/>
          <a:stretch>
            <a:fillRect/>
          </a:stretch>
        </p:blipFill>
        <p:spPr>
          <a:xfrm>
            <a:off x="18806592" y="1348615"/>
            <a:ext cx="861787" cy="903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5398" y="0"/>
                </a:moveTo>
                <a:lnTo>
                  <a:pt x="5398" y="4269"/>
                </a:lnTo>
                <a:cubicBezTo>
                  <a:pt x="5398" y="6615"/>
                  <a:pt x="5377" y="8558"/>
                  <a:pt x="5348" y="8585"/>
                </a:cubicBezTo>
                <a:cubicBezTo>
                  <a:pt x="5320" y="8612"/>
                  <a:pt x="4402" y="7775"/>
                  <a:pt x="3314" y="6735"/>
                </a:cubicBezTo>
                <a:lnTo>
                  <a:pt x="1340" y="4847"/>
                </a:lnTo>
                <a:lnTo>
                  <a:pt x="675" y="5492"/>
                </a:lnTo>
                <a:lnTo>
                  <a:pt x="0" y="6128"/>
                </a:lnTo>
                <a:lnTo>
                  <a:pt x="2441" y="8471"/>
                </a:lnTo>
                <a:lnTo>
                  <a:pt x="4892" y="10805"/>
                </a:lnTo>
                <a:lnTo>
                  <a:pt x="2441" y="13148"/>
                </a:lnTo>
                <a:lnTo>
                  <a:pt x="0" y="15481"/>
                </a:lnTo>
                <a:lnTo>
                  <a:pt x="675" y="16126"/>
                </a:lnTo>
                <a:lnTo>
                  <a:pt x="1340" y="16762"/>
                </a:lnTo>
                <a:lnTo>
                  <a:pt x="3324" y="14865"/>
                </a:lnTo>
                <a:cubicBezTo>
                  <a:pt x="4415" y="13823"/>
                  <a:pt x="5325" y="12997"/>
                  <a:pt x="5348" y="13034"/>
                </a:cubicBezTo>
                <a:cubicBezTo>
                  <a:pt x="5372" y="13071"/>
                  <a:pt x="5393" y="15014"/>
                  <a:pt x="5398" y="17350"/>
                </a:cubicBezTo>
                <a:lnTo>
                  <a:pt x="5408" y="21600"/>
                </a:lnTo>
                <a:lnTo>
                  <a:pt x="8772" y="18384"/>
                </a:lnTo>
                <a:lnTo>
                  <a:pt x="12136" y="15168"/>
                </a:lnTo>
                <a:lnTo>
                  <a:pt x="9853" y="12987"/>
                </a:lnTo>
                <a:lnTo>
                  <a:pt x="7571" y="10805"/>
                </a:lnTo>
                <a:lnTo>
                  <a:pt x="9853" y="8623"/>
                </a:lnTo>
                <a:lnTo>
                  <a:pt x="12136" y="6441"/>
                </a:lnTo>
                <a:lnTo>
                  <a:pt x="8772" y="3225"/>
                </a:lnTo>
                <a:lnTo>
                  <a:pt x="5398" y="0"/>
                </a:lnTo>
                <a:close/>
                <a:moveTo>
                  <a:pt x="15668" y="2391"/>
                </a:moveTo>
                <a:cubicBezTo>
                  <a:pt x="15634" y="2391"/>
                  <a:pt x="15532" y="2551"/>
                  <a:pt x="15440" y="2751"/>
                </a:cubicBezTo>
                <a:lnTo>
                  <a:pt x="15281" y="3121"/>
                </a:lnTo>
                <a:lnTo>
                  <a:pt x="15877" y="3396"/>
                </a:lnTo>
                <a:cubicBezTo>
                  <a:pt x="17952" y="4387"/>
                  <a:pt x="19645" y="6299"/>
                  <a:pt x="20322" y="8395"/>
                </a:cubicBezTo>
                <a:cubicBezTo>
                  <a:pt x="20799" y="9870"/>
                  <a:pt x="20799" y="11746"/>
                  <a:pt x="20322" y="13224"/>
                </a:cubicBezTo>
                <a:cubicBezTo>
                  <a:pt x="19647" y="15312"/>
                  <a:pt x="17975" y="17188"/>
                  <a:pt x="15896" y="18194"/>
                </a:cubicBezTo>
                <a:lnTo>
                  <a:pt x="15281" y="18498"/>
                </a:lnTo>
                <a:lnTo>
                  <a:pt x="15450" y="18858"/>
                </a:lnTo>
                <a:cubicBezTo>
                  <a:pt x="15601" y="19175"/>
                  <a:pt x="15652" y="19221"/>
                  <a:pt x="15787" y="19181"/>
                </a:cubicBezTo>
                <a:cubicBezTo>
                  <a:pt x="16374" y="19007"/>
                  <a:pt x="17784" y="18148"/>
                  <a:pt x="18506" y="17521"/>
                </a:cubicBezTo>
                <a:cubicBezTo>
                  <a:pt x="20080" y="16155"/>
                  <a:pt x="21144" y="14194"/>
                  <a:pt x="21493" y="12019"/>
                </a:cubicBezTo>
                <a:cubicBezTo>
                  <a:pt x="21600" y="11352"/>
                  <a:pt x="21539" y="9653"/>
                  <a:pt x="21384" y="8974"/>
                </a:cubicBezTo>
                <a:cubicBezTo>
                  <a:pt x="20847" y="6629"/>
                  <a:pt x="19438" y="4593"/>
                  <a:pt x="17464" y="3311"/>
                </a:cubicBezTo>
                <a:cubicBezTo>
                  <a:pt x="16869" y="2924"/>
                  <a:pt x="15821" y="2391"/>
                  <a:pt x="15668" y="2391"/>
                </a:cubicBezTo>
                <a:close/>
                <a:moveTo>
                  <a:pt x="7343" y="4515"/>
                </a:moveTo>
                <a:cubicBezTo>
                  <a:pt x="7375" y="4496"/>
                  <a:pt x="7859" y="4913"/>
                  <a:pt x="8425" y="5455"/>
                </a:cubicBezTo>
                <a:lnTo>
                  <a:pt x="9457" y="6441"/>
                </a:lnTo>
                <a:lnTo>
                  <a:pt x="8415" y="7437"/>
                </a:lnTo>
                <a:cubicBezTo>
                  <a:pt x="7845" y="7981"/>
                  <a:pt x="7361" y="8403"/>
                  <a:pt x="7333" y="8376"/>
                </a:cubicBezTo>
                <a:cubicBezTo>
                  <a:pt x="7261" y="8308"/>
                  <a:pt x="7271" y="4558"/>
                  <a:pt x="7343" y="4515"/>
                </a:cubicBezTo>
                <a:close/>
                <a:moveTo>
                  <a:pt x="14458" y="4914"/>
                </a:moveTo>
                <a:cubicBezTo>
                  <a:pt x="14405" y="4945"/>
                  <a:pt x="14091" y="5537"/>
                  <a:pt x="14091" y="5606"/>
                </a:cubicBezTo>
                <a:cubicBezTo>
                  <a:pt x="14091" y="5614"/>
                  <a:pt x="14373" y="5753"/>
                  <a:pt x="14716" y="5919"/>
                </a:cubicBezTo>
                <a:cubicBezTo>
                  <a:pt x="15147" y="6129"/>
                  <a:pt x="15512" y="6381"/>
                  <a:pt x="15906" y="6735"/>
                </a:cubicBezTo>
                <a:cubicBezTo>
                  <a:pt x="16578" y="7339"/>
                  <a:pt x="16878" y="7713"/>
                  <a:pt x="17236" y="8395"/>
                </a:cubicBezTo>
                <a:cubicBezTo>
                  <a:pt x="18161" y="10158"/>
                  <a:pt x="17961" y="12436"/>
                  <a:pt x="16730" y="14040"/>
                </a:cubicBezTo>
                <a:cubicBezTo>
                  <a:pt x="16277" y="14630"/>
                  <a:pt x="15381" y="15372"/>
                  <a:pt x="14736" y="15690"/>
                </a:cubicBezTo>
                <a:cubicBezTo>
                  <a:pt x="14404" y="15854"/>
                  <a:pt x="14120" y="15996"/>
                  <a:pt x="14110" y="16003"/>
                </a:cubicBezTo>
                <a:cubicBezTo>
                  <a:pt x="14101" y="16010"/>
                  <a:pt x="14170" y="16176"/>
                  <a:pt x="14269" y="16373"/>
                </a:cubicBezTo>
                <a:cubicBezTo>
                  <a:pt x="14369" y="16570"/>
                  <a:pt x="14474" y="16724"/>
                  <a:pt x="14497" y="16724"/>
                </a:cubicBezTo>
                <a:cubicBezTo>
                  <a:pt x="14586" y="16724"/>
                  <a:pt x="15571" y="16230"/>
                  <a:pt x="15857" y="16041"/>
                </a:cubicBezTo>
                <a:cubicBezTo>
                  <a:pt x="17182" y="15165"/>
                  <a:pt x="18169" y="13745"/>
                  <a:pt x="18556" y="12152"/>
                </a:cubicBezTo>
                <a:cubicBezTo>
                  <a:pt x="18725" y="11455"/>
                  <a:pt x="18724" y="10141"/>
                  <a:pt x="18556" y="9458"/>
                </a:cubicBezTo>
                <a:cubicBezTo>
                  <a:pt x="18163" y="7864"/>
                  <a:pt x="17175" y="6442"/>
                  <a:pt x="15877" y="5587"/>
                </a:cubicBezTo>
                <a:cubicBezTo>
                  <a:pt x="15419" y="5286"/>
                  <a:pt x="14540" y="4865"/>
                  <a:pt x="14458" y="4914"/>
                </a:cubicBezTo>
                <a:close/>
                <a:moveTo>
                  <a:pt x="13317" y="7409"/>
                </a:moveTo>
                <a:cubicBezTo>
                  <a:pt x="13243" y="7420"/>
                  <a:pt x="13187" y="7502"/>
                  <a:pt x="13088" y="7712"/>
                </a:cubicBezTo>
                <a:cubicBezTo>
                  <a:pt x="13001" y="7896"/>
                  <a:pt x="12930" y="8059"/>
                  <a:pt x="12930" y="8082"/>
                </a:cubicBezTo>
                <a:cubicBezTo>
                  <a:pt x="12930" y="8105"/>
                  <a:pt x="13110" y="8209"/>
                  <a:pt x="13326" y="8310"/>
                </a:cubicBezTo>
                <a:cubicBezTo>
                  <a:pt x="13828" y="8544"/>
                  <a:pt x="14472" y="9195"/>
                  <a:pt x="14726" y="9714"/>
                </a:cubicBezTo>
                <a:cubicBezTo>
                  <a:pt x="14897" y="10065"/>
                  <a:pt x="14924" y="10196"/>
                  <a:pt x="14924" y="10805"/>
                </a:cubicBezTo>
                <a:cubicBezTo>
                  <a:pt x="14924" y="11447"/>
                  <a:pt x="14912" y="11532"/>
                  <a:pt x="14696" y="11953"/>
                </a:cubicBezTo>
                <a:cubicBezTo>
                  <a:pt x="14414" y="12500"/>
                  <a:pt x="13764" y="13122"/>
                  <a:pt x="13247" y="13338"/>
                </a:cubicBezTo>
                <a:lnTo>
                  <a:pt x="12890" y="13489"/>
                </a:lnTo>
                <a:lnTo>
                  <a:pt x="13068" y="13859"/>
                </a:lnTo>
                <a:cubicBezTo>
                  <a:pt x="13222" y="14173"/>
                  <a:pt x="13270" y="14227"/>
                  <a:pt x="13396" y="14191"/>
                </a:cubicBezTo>
                <a:cubicBezTo>
                  <a:pt x="14075" y="13996"/>
                  <a:pt x="15078" y="13159"/>
                  <a:pt x="15410" y="12503"/>
                </a:cubicBezTo>
                <a:cubicBezTo>
                  <a:pt x="15979" y="11381"/>
                  <a:pt x="15961" y="10100"/>
                  <a:pt x="15371" y="9050"/>
                </a:cubicBezTo>
                <a:cubicBezTo>
                  <a:pt x="14993" y="8379"/>
                  <a:pt x="14061" y="7610"/>
                  <a:pt x="13396" y="7418"/>
                </a:cubicBezTo>
                <a:cubicBezTo>
                  <a:pt x="13365" y="7409"/>
                  <a:pt x="13341" y="7405"/>
                  <a:pt x="13317" y="7409"/>
                </a:cubicBezTo>
                <a:close/>
                <a:moveTo>
                  <a:pt x="7343" y="13243"/>
                </a:moveTo>
                <a:cubicBezTo>
                  <a:pt x="7375" y="13223"/>
                  <a:pt x="7859" y="13650"/>
                  <a:pt x="8425" y="14191"/>
                </a:cubicBezTo>
                <a:lnTo>
                  <a:pt x="9457" y="15168"/>
                </a:lnTo>
                <a:lnTo>
                  <a:pt x="8415" y="16164"/>
                </a:lnTo>
                <a:cubicBezTo>
                  <a:pt x="7845" y="16708"/>
                  <a:pt x="7361" y="17130"/>
                  <a:pt x="7333" y="17104"/>
                </a:cubicBezTo>
                <a:cubicBezTo>
                  <a:pt x="7261" y="17035"/>
                  <a:pt x="7271" y="13285"/>
                  <a:pt x="7343" y="13243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161" name="ChatGPT Image 2025년 4월 20일 오후 11_34_07.png" descr="ChatGPT Image 2025년 4월 20일 오후 11_34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43975" y="1154151"/>
            <a:ext cx="861743" cy="1292614"/>
          </a:xfrm>
          <a:prstGeom prst="rect">
            <a:avLst/>
          </a:prstGeom>
          <a:ln w="12700">
            <a:miter lim="400000"/>
          </a:ln>
        </p:spPr>
      </p:pic>
      <p:sp>
        <p:nvSpPr>
          <p:cNvPr id="1162" name="선"/>
          <p:cNvSpPr/>
          <p:nvPr/>
        </p:nvSpPr>
        <p:spPr>
          <a:xfrm flipV="1">
            <a:off x="4334434" y="2967904"/>
            <a:ext cx="1" cy="9933679"/>
          </a:xfrm>
          <a:prstGeom prst="line">
            <a:avLst/>
          </a:prstGeom>
          <a:ln w="63500">
            <a:solidFill>
              <a:srgbClr val="929292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63" name="선"/>
          <p:cNvSpPr/>
          <p:nvPr/>
        </p:nvSpPr>
        <p:spPr>
          <a:xfrm flipV="1">
            <a:off x="8682327" y="2967904"/>
            <a:ext cx="1" cy="9933679"/>
          </a:xfrm>
          <a:prstGeom prst="line">
            <a:avLst/>
          </a:prstGeom>
          <a:ln w="63500">
            <a:solidFill>
              <a:srgbClr val="929292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64" name="선"/>
          <p:cNvSpPr/>
          <p:nvPr/>
        </p:nvSpPr>
        <p:spPr>
          <a:xfrm flipV="1">
            <a:off x="18717695" y="2967904"/>
            <a:ext cx="1" cy="9933679"/>
          </a:xfrm>
          <a:prstGeom prst="line">
            <a:avLst/>
          </a:prstGeom>
          <a:ln w="63500">
            <a:solidFill>
              <a:srgbClr val="929292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65" name="선"/>
          <p:cNvSpPr/>
          <p:nvPr/>
        </p:nvSpPr>
        <p:spPr>
          <a:xfrm flipV="1">
            <a:off x="22954669" y="2967904"/>
            <a:ext cx="1" cy="9933679"/>
          </a:xfrm>
          <a:prstGeom prst="line">
            <a:avLst/>
          </a:prstGeom>
          <a:ln w="63500">
            <a:solidFill>
              <a:srgbClr val="929292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66" name="스마트워치"/>
          <p:cNvSpPr txBox="1"/>
          <p:nvPr/>
        </p:nvSpPr>
        <p:spPr>
          <a:xfrm>
            <a:off x="13116159" y="1734438"/>
            <a:ext cx="2281429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lvl1pPr>
          </a:lstStyle>
          <a:p>
            <a:r>
              <a:t>스마트워치</a:t>
            </a:r>
          </a:p>
        </p:txBody>
      </p:sp>
      <p:sp>
        <p:nvSpPr>
          <p:cNvPr id="1167" name="SwingFit"/>
          <p:cNvSpPr txBox="1"/>
          <p:nvPr/>
        </p:nvSpPr>
        <p:spPr>
          <a:xfrm>
            <a:off x="5892366" y="1734438"/>
            <a:ext cx="213329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lvl1pPr>
          </a:lstStyle>
          <a:p>
            <a:r>
              <a:t>SwingFit</a:t>
            </a:r>
          </a:p>
        </p:txBody>
      </p:sp>
      <p:sp>
        <p:nvSpPr>
          <p:cNvPr id="1168" name="BLE…"/>
          <p:cNvSpPr txBox="1"/>
          <p:nvPr/>
        </p:nvSpPr>
        <p:spPr>
          <a:xfrm>
            <a:off x="20146822" y="1423288"/>
            <a:ext cx="2392529" cy="1231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0000"/>
              </a:lnSpc>
              <a:defRPr sz="36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pPr>
            <a:r>
              <a:t>BLE</a:t>
            </a:r>
          </a:p>
          <a:p>
            <a:pPr algn="ctr">
              <a:lnSpc>
                <a:spcPct val="10000"/>
              </a:lnSpc>
              <a:defRPr sz="36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pPr>
            <a:r>
              <a:t>데이터 처리</a:t>
            </a:r>
          </a:p>
        </p:txBody>
      </p:sp>
      <p:sp>
        <p:nvSpPr>
          <p:cNvPr id="1169" name="화살표"/>
          <p:cNvSpPr/>
          <p:nvPr/>
        </p:nvSpPr>
        <p:spPr>
          <a:xfrm>
            <a:off x="2621725" y="4308148"/>
            <a:ext cx="1414577" cy="420689"/>
          </a:xfrm>
          <a:prstGeom prst="rightArrow">
            <a:avLst>
              <a:gd name="adj1" fmla="val 58035"/>
              <a:gd name="adj2" fmla="val 84464"/>
            </a:avLst>
          </a:prstGeom>
          <a:solidFill>
            <a:srgbClr val="7F7F7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70" name="앱 실행"/>
          <p:cNvSpPr txBox="1"/>
          <p:nvPr/>
        </p:nvSpPr>
        <p:spPr>
          <a:xfrm>
            <a:off x="2647404" y="3722257"/>
            <a:ext cx="1363219" cy="558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앱 실행</a:t>
            </a:r>
          </a:p>
        </p:txBody>
      </p:sp>
      <p:sp>
        <p:nvSpPr>
          <p:cNvPr id="1171" name="분석 시작"/>
          <p:cNvSpPr txBox="1"/>
          <p:nvPr/>
        </p:nvSpPr>
        <p:spPr>
          <a:xfrm>
            <a:off x="2554440" y="4755800"/>
            <a:ext cx="154914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lvl1pPr>
          </a:lstStyle>
          <a:p>
            <a:r>
              <a:t>분석 시작</a:t>
            </a:r>
          </a:p>
        </p:txBody>
      </p:sp>
      <p:sp>
        <p:nvSpPr>
          <p:cNvPr id="1172" name="화살표"/>
          <p:cNvSpPr/>
          <p:nvPr/>
        </p:nvSpPr>
        <p:spPr>
          <a:xfrm flipH="1">
            <a:off x="2621725" y="10659176"/>
            <a:ext cx="1414577" cy="420689"/>
          </a:xfrm>
          <a:prstGeom prst="rightArrow">
            <a:avLst>
              <a:gd name="adj1" fmla="val 58035"/>
              <a:gd name="adj2" fmla="val 84464"/>
            </a:avLst>
          </a:prstGeom>
          <a:solidFill>
            <a:srgbClr val="7F7F7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73" name="결과 확인"/>
          <p:cNvSpPr txBox="1"/>
          <p:nvPr/>
        </p:nvSpPr>
        <p:spPr>
          <a:xfrm>
            <a:off x="2554440" y="11232024"/>
            <a:ext cx="154914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lvl1pPr>
          </a:lstStyle>
          <a:p>
            <a:r>
              <a:t>결과 확인</a:t>
            </a:r>
          </a:p>
        </p:txBody>
      </p:sp>
      <p:sp>
        <p:nvSpPr>
          <p:cNvPr id="1174" name="도형"/>
          <p:cNvSpPr/>
          <p:nvPr/>
        </p:nvSpPr>
        <p:spPr>
          <a:xfrm>
            <a:off x="3075924" y="7361377"/>
            <a:ext cx="506179" cy="790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E5B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75" name="스윙"/>
          <p:cNvSpPr txBox="1"/>
          <p:nvPr/>
        </p:nvSpPr>
        <p:spPr>
          <a:xfrm>
            <a:off x="3006992" y="8176990"/>
            <a:ext cx="64404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NanumSquare Neo Regular"/>
                <a:ea typeface="NanumSquare Neo Regular"/>
                <a:cs typeface="NanumSquare Neo Regular"/>
                <a:sym typeface="NanumSquare Neo Regular"/>
              </a:defRPr>
            </a:lvl1pPr>
          </a:lstStyle>
          <a:p>
            <a:r>
              <a:t>스윙</a:t>
            </a:r>
          </a:p>
        </p:txBody>
      </p:sp>
      <p:sp>
        <p:nvSpPr>
          <p:cNvPr id="1176" name="화살표"/>
          <p:cNvSpPr/>
          <p:nvPr/>
        </p:nvSpPr>
        <p:spPr>
          <a:xfrm>
            <a:off x="9530225" y="5339228"/>
            <a:ext cx="8852622" cy="420689"/>
          </a:xfrm>
          <a:prstGeom prst="rightArrow">
            <a:avLst>
              <a:gd name="adj1" fmla="val 58035"/>
              <a:gd name="adj2" fmla="val 84464"/>
            </a:avLst>
          </a:prstGeom>
          <a:solidFill>
            <a:srgbClr val="E5B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77" name="선"/>
          <p:cNvSpPr/>
          <p:nvPr/>
        </p:nvSpPr>
        <p:spPr>
          <a:xfrm flipV="1">
            <a:off x="11526065" y="2967904"/>
            <a:ext cx="1" cy="9933679"/>
          </a:xfrm>
          <a:prstGeom prst="line">
            <a:avLst/>
          </a:prstGeom>
          <a:ln w="63500">
            <a:solidFill>
              <a:srgbClr val="929292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78" name="선"/>
          <p:cNvSpPr/>
          <p:nvPr/>
        </p:nvSpPr>
        <p:spPr>
          <a:xfrm flipV="1">
            <a:off x="15818498" y="2967904"/>
            <a:ext cx="1" cy="9933679"/>
          </a:xfrm>
          <a:prstGeom prst="line">
            <a:avLst/>
          </a:prstGeom>
          <a:ln w="63500">
            <a:solidFill>
              <a:srgbClr val="929292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79" name="고속 카메라 녹화 시작"/>
          <p:cNvSpPr txBox="1"/>
          <p:nvPr/>
        </p:nvSpPr>
        <p:spPr>
          <a:xfrm>
            <a:off x="5041231" y="4925318"/>
            <a:ext cx="3293365" cy="49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고속 카메라 녹화 시작</a:t>
            </a:r>
          </a:p>
        </p:txBody>
      </p:sp>
      <p:sp>
        <p:nvSpPr>
          <p:cNvPr id="1180" name="화살표"/>
          <p:cNvSpPr/>
          <p:nvPr/>
        </p:nvSpPr>
        <p:spPr>
          <a:xfrm>
            <a:off x="9537007" y="4629277"/>
            <a:ext cx="1549147" cy="420690"/>
          </a:xfrm>
          <a:prstGeom prst="rightArrow">
            <a:avLst>
              <a:gd name="adj1" fmla="val 58035"/>
              <a:gd name="adj2" fmla="val 84464"/>
            </a:avLst>
          </a:prstGeom>
          <a:solidFill>
            <a:srgbClr val="E5B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81" name="IMU 데이터 수집"/>
          <p:cNvSpPr txBox="1"/>
          <p:nvPr/>
        </p:nvSpPr>
        <p:spPr>
          <a:xfrm>
            <a:off x="12448463" y="4552633"/>
            <a:ext cx="2525980" cy="49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IMU 데이터 수집</a:t>
            </a:r>
          </a:p>
        </p:txBody>
      </p:sp>
      <p:sp>
        <p:nvSpPr>
          <p:cNvPr id="1182" name="화살표"/>
          <p:cNvSpPr/>
          <p:nvPr/>
        </p:nvSpPr>
        <p:spPr>
          <a:xfrm>
            <a:off x="16458933" y="4629277"/>
            <a:ext cx="1923914" cy="420690"/>
          </a:xfrm>
          <a:prstGeom prst="rightArrow">
            <a:avLst>
              <a:gd name="adj1" fmla="val 58035"/>
              <a:gd name="adj2" fmla="val 84464"/>
            </a:avLst>
          </a:prstGeom>
          <a:solidFill>
            <a:srgbClr val="5AB09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83" name="IMU 및 카메라 데이터 처리"/>
          <p:cNvSpPr txBox="1"/>
          <p:nvPr/>
        </p:nvSpPr>
        <p:spPr>
          <a:xfrm>
            <a:off x="18806591" y="3753054"/>
            <a:ext cx="3998164" cy="49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IMU 및 카메라 데이터 처리</a:t>
            </a:r>
          </a:p>
        </p:txBody>
      </p:sp>
      <p:sp>
        <p:nvSpPr>
          <p:cNvPr id="1184" name="선"/>
          <p:cNvSpPr/>
          <p:nvPr/>
        </p:nvSpPr>
        <p:spPr>
          <a:xfrm>
            <a:off x="4420198" y="7934743"/>
            <a:ext cx="18456379" cy="1"/>
          </a:xfrm>
          <a:prstGeom prst="line">
            <a:avLst/>
          </a:prstGeom>
          <a:ln w="63500">
            <a:solidFill>
              <a:srgbClr val="D5D5D5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85" name="영상 분석 및 IMU 분석"/>
          <p:cNvSpPr txBox="1"/>
          <p:nvPr/>
        </p:nvSpPr>
        <p:spPr>
          <a:xfrm>
            <a:off x="19206150" y="4925318"/>
            <a:ext cx="3350972" cy="49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영상 분석 및 IMU 분석</a:t>
            </a:r>
          </a:p>
        </p:txBody>
      </p:sp>
      <p:sp>
        <p:nvSpPr>
          <p:cNvPr id="1186" name="데이터 융합 및 보정"/>
          <p:cNvSpPr txBox="1"/>
          <p:nvPr/>
        </p:nvSpPr>
        <p:spPr>
          <a:xfrm>
            <a:off x="19360058" y="6097582"/>
            <a:ext cx="2969769" cy="49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데이터 융합 및 보정</a:t>
            </a:r>
          </a:p>
        </p:txBody>
      </p:sp>
      <p:sp>
        <p:nvSpPr>
          <p:cNvPr id="1187" name="비거리 예측 및 스윙 분석"/>
          <p:cNvSpPr txBox="1"/>
          <p:nvPr/>
        </p:nvSpPr>
        <p:spPr>
          <a:xfrm>
            <a:off x="19039512" y="9412758"/>
            <a:ext cx="3705861" cy="497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비거리 예측 및 스윙 분석</a:t>
            </a:r>
          </a:p>
        </p:txBody>
      </p:sp>
      <p:sp>
        <p:nvSpPr>
          <p:cNvPr id="1188" name="분석 결과 반환"/>
          <p:cNvSpPr txBox="1"/>
          <p:nvPr/>
        </p:nvSpPr>
        <p:spPr>
          <a:xfrm>
            <a:off x="19764798" y="10620854"/>
            <a:ext cx="2233677" cy="49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분석 결과 반환</a:t>
            </a:r>
          </a:p>
        </p:txBody>
      </p:sp>
      <p:sp>
        <p:nvSpPr>
          <p:cNvPr id="1189" name="화살표"/>
          <p:cNvSpPr/>
          <p:nvPr/>
        </p:nvSpPr>
        <p:spPr>
          <a:xfrm flipH="1">
            <a:off x="16088211" y="11068885"/>
            <a:ext cx="2152472" cy="420689"/>
          </a:xfrm>
          <a:prstGeom prst="rightArrow">
            <a:avLst>
              <a:gd name="adj1" fmla="val 58035"/>
              <a:gd name="adj2" fmla="val 84464"/>
            </a:avLst>
          </a:prstGeom>
          <a:solidFill>
            <a:srgbClr val="C83F8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90" name="분석 결과 표시"/>
          <p:cNvSpPr txBox="1"/>
          <p:nvPr/>
        </p:nvSpPr>
        <p:spPr>
          <a:xfrm>
            <a:off x="12594614" y="11068885"/>
            <a:ext cx="2233677" cy="49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분석 결과 표시</a:t>
            </a:r>
          </a:p>
        </p:txBody>
      </p:sp>
      <p:sp>
        <p:nvSpPr>
          <p:cNvPr id="1191" name="분석 결과 표시"/>
          <p:cNvSpPr txBox="1"/>
          <p:nvPr/>
        </p:nvSpPr>
        <p:spPr>
          <a:xfrm>
            <a:off x="5402984" y="10172824"/>
            <a:ext cx="2233677" cy="497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분석 결과 표시</a:t>
            </a:r>
          </a:p>
        </p:txBody>
      </p:sp>
      <p:sp>
        <p:nvSpPr>
          <p:cNvPr id="1192" name="DB 저장"/>
          <p:cNvSpPr txBox="1"/>
          <p:nvPr/>
        </p:nvSpPr>
        <p:spPr>
          <a:xfrm>
            <a:off x="5958754" y="11030563"/>
            <a:ext cx="1306628" cy="497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latin typeface="NanumSquare Regular"/>
                <a:ea typeface="NanumSquare Regular"/>
                <a:cs typeface="NanumSquare Regular"/>
                <a:sym typeface="NanumSquare Regular"/>
              </a:defRPr>
            </a:lvl1pPr>
          </a:lstStyle>
          <a:p>
            <a:r>
              <a:t>DB 저장</a:t>
            </a:r>
          </a:p>
        </p:txBody>
      </p:sp>
      <p:pic>
        <p:nvPicPr>
          <p:cNvPr id="1193" name="OpenCV_logo_black.svg.png" descr="OpenCV_logo_black.sv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63965" y="4444533"/>
            <a:ext cx="1102446" cy="14589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4" name="BO7S5XijsdP7Cr_KJm6KESUL8sNYzqdBndXIIURYwWu7JQtNar7hOZS8CJKSMc2BRHfFsR3a8Rub5xR-SAb8fA.svg" descr="BO7S5XijsdP7Cr_KJm6KESUL8sNYzqdBndXIIURYwWu7JQtNar7hOZS8CJKSMc2BRHfFsR3a8Rub5xR-SAb8fA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8583" y="11619100"/>
            <a:ext cx="2666970" cy="729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5" name="img.png" descr="im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09295" y="7902993"/>
            <a:ext cx="2671295" cy="15026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7" name="스크린샷 2025-04-21 오후 7.31.43.png" descr="스크린샷 2025-04-21 오후 7.31.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6368" y="964428"/>
            <a:ext cx="10052839" cy="11787144"/>
          </a:xfrm>
          <a:prstGeom prst="rect">
            <a:avLst/>
          </a:prstGeom>
          <a:ln w="12700">
            <a:miter lim="400000"/>
          </a:ln>
        </p:spPr>
      </p:pic>
      <p:sp>
        <p:nvSpPr>
          <p:cNvPr id="1198" name="개발 환경 및 개발 언어"/>
          <p:cNvSpPr txBox="1"/>
          <p:nvPr/>
        </p:nvSpPr>
        <p:spPr>
          <a:xfrm>
            <a:off x="1564793" y="964428"/>
            <a:ext cx="7704932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 err="1"/>
              <a:t>개발</a:t>
            </a:r>
            <a:r>
              <a:rPr dirty="0">
                <a:latin typeface="+mn-lt"/>
                <a:ea typeface="+mn-ea"/>
                <a:cs typeface="+mn-cs"/>
                <a:sym typeface="Helvetica Neue"/>
              </a:rPr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언어</a:t>
            </a:r>
            <a:endParaRPr dirty="0"/>
          </a:p>
        </p:txBody>
      </p:sp>
      <p:pic>
        <p:nvPicPr>
          <p:cNvPr id="2" name="OpenCV_logo_black.svg.png" descr="OpenCV_logo_black.svg.png">
            <a:extLst>
              <a:ext uri="{FF2B5EF4-FFF2-40B4-BE49-F238E27FC236}">
                <a16:creationId xmlns:a16="http://schemas.microsoft.com/office/drawing/2014/main" id="{A34DA428-17EE-B10C-0E04-601DA61EF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165" y="4557249"/>
            <a:ext cx="1102446" cy="1458904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g.png" descr="img.png">
            <a:extLst>
              <a:ext uri="{FF2B5EF4-FFF2-40B4-BE49-F238E27FC236}">
                <a16:creationId xmlns:a16="http://schemas.microsoft.com/office/drawing/2014/main" id="{28A995C1-4D59-FE93-18E0-FA9A644AB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097" y="4561461"/>
            <a:ext cx="2671295" cy="150260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BO7S5XijsdP7Cr_KJm6KESUL8sNYzqdBndXIIURYwWu7JQtNar7hOZS8CJKSMc2BRHfFsR3a8Rub5xR-SAb8fA.svg" descr="BO7S5XijsdP7Cr_KJm6KESUL8sNYzqdBndXIIURYwWu7JQtNar7hOZS8CJKSMc2BRHfFsR3a8Rub5xR-SAb8fA.svg">
            <a:extLst>
              <a:ext uri="{FF2B5EF4-FFF2-40B4-BE49-F238E27FC236}">
                <a16:creationId xmlns:a16="http://schemas.microsoft.com/office/drawing/2014/main" id="{1386771B-1656-D4CD-4B1F-F9C6B3C0E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447" y="6894663"/>
            <a:ext cx="2666970" cy="729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그림 5" descr="클립아트, 만화 영화, 디자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6D1E97D-A1CD-2389-4E89-4BA50199AF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000" y="2769550"/>
            <a:ext cx="3581400" cy="558800"/>
          </a:xfrm>
          <a:prstGeom prst="rect">
            <a:avLst/>
          </a:prstGeom>
        </p:spPr>
      </p:pic>
      <p:pic>
        <p:nvPicPr>
          <p:cNvPr id="8" name="그림 7" descr="다채로움, 그래픽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505E714-F912-4AE6-4939-59898BACFB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744" y="2314840"/>
            <a:ext cx="1723300" cy="1723300"/>
          </a:xfrm>
          <a:prstGeom prst="rect">
            <a:avLst/>
          </a:prstGeom>
        </p:spPr>
      </p:pic>
      <p:pic>
        <p:nvPicPr>
          <p:cNvPr id="10" name="그림 9" descr="그래픽, 블랙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E186647-260C-B936-DCCC-5ADDF36E81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27" y="10641207"/>
            <a:ext cx="4220539" cy="15620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직사각형"/>
          <p:cNvSpPr/>
          <p:nvPr/>
        </p:nvSpPr>
        <p:spPr>
          <a:xfrm>
            <a:off x="-146726" y="-56537"/>
            <a:ext cx="26700262" cy="1382907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5F5F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201" name="스크린샷 2025-04-21 오후 8.32.53.png" descr="스크린샷 2025-04-21 오후 8.32.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484" y="0"/>
            <a:ext cx="15351455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02" name="UI 디자인"/>
          <p:cNvSpPr txBox="1"/>
          <p:nvPr/>
        </p:nvSpPr>
        <p:spPr>
          <a:xfrm>
            <a:off x="476728" y="288570"/>
            <a:ext cx="2868659" cy="966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UI 디자인</a:t>
            </a:r>
          </a:p>
        </p:txBody>
      </p:sp>
      <p:pic>
        <p:nvPicPr>
          <p:cNvPr id="1203" name="Figma-Free-Plan.png" descr="Figma-Free-Plan.png"/>
          <p:cNvPicPr>
            <a:picLocks noChangeAspect="1"/>
          </p:cNvPicPr>
          <p:nvPr/>
        </p:nvPicPr>
        <p:blipFill>
          <a:blip r:embed="rId4"/>
          <a:srcRect l="10980" t="27314" r="10945" b="27284"/>
          <a:stretch>
            <a:fillRect/>
          </a:stretch>
        </p:blipFill>
        <p:spPr>
          <a:xfrm>
            <a:off x="18591870" y="562371"/>
            <a:ext cx="5126123" cy="13771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6" h="21592" extrusionOk="0">
                <a:moveTo>
                  <a:pt x="1970" y="0"/>
                </a:moveTo>
                <a:cubicBezTo>
                  <a:pt x="518" y="0"/>
                  <a:pt x="409" y="100"/>
                  <a:pt x="148" y="1643"/>
                </a:cubicBezTo>
                <a:cubicBezTo>
                  <a:pt x="-164" y="3485"/>
                  <a:pt x="36" y="5896"/>
                  <a:pt x="568" y="6726"/>
                </a:cubicBezTo>
                <a:cubicBezTo>
                  <a:pt x="755" y="7019"/>
                  <a:pt x="780" y="7485"/>
                  <a:pt x="609" y="7485"/>
                </a:cubicBezTo>
                <a:cubicBezTo>
                  <a:pt x="474" y="7485"/>
                  <a:pt x="168" y="8592"/>
                  <a:pt x="77" y="9408"/>
                </a:cubicBezTo>
                <a:cubicBezTo>
                  <a:pt x="24" y="9876"/>
                  <a:pt x="-1" y="10362"/>
                  <a:pt x="0" y="10833"/>
                </a:cubicBezTo>
                <a:cubicBezTo>
                  <a:pt x="3" y="12245"/>
                  <a:pt x="230" y="13557"/>
                  <a:pt x="608" y="14093"/>
                </a:cubicBezTo>
                <a:cubicBezTo>
                  <a:pt x="802" y="14370"/>
                  <a:pt x="790" y="14446"/>
                  <a:pt x="410" y="15232"/>
                </a:cubicBezTo>
                <a:cubicBezTo>
                  <a:pt x="153" y="15764"/>
                  <a:pt x="-30" y="17225"/>
                  <a:pt x="7" y="18449"/>
                </a:cubicBezTo>
                <a:cubicBezTo>
                  <a:pt x="40" y="19561"/>
                  <a:pt x="178" y="20364"/>
                  <a:pt x="460" y="21081"/>
                </a:cubicBezTo>
                <a:cubicBezTo>
                  <a:pt x="597" y="21429"/>
                  <a:pt x="773" y="21600"/>
                  <a:pt x="956" y="21591"/>
                </a:cubicBezTo>
                <a:cubicBezTo>
                  <a:pt x="1139" y="21583"/>
                  <a:pt x="1329" y="21393"/>
                  <a:pt x="1494" y="21031"/>
                </a:cubicBezTo>
                <a:cubicBezTo>
                  <a:pt x="1865" y="20218"/>
                  <a:pt x="1934" y="19385"/>
                  <a:pt x="1934" y="15643"/>
                </a:cubicBezTo>
                <a:cubicBezTo>
                  <a:pt x="1934" y="13957"/>
                  <a:pt x="1958" y="12524"/>
                  <a:pt x="1987" y="12457"/>
                </a:cubicBezTo>
                <a:cubicBezTo>
                  <a:pt x="2016" y="12390"/>
                  <a:pt x="2084" y="12585"/>
                  <a:pt x="2138" y="12893"/>
                </a:cubicBezTo>
                <a:cubicBezTo>
                  <a:pt x="2390" y="14333"/>
                  <a:pt x="2986" y="14752"/>
                  <a:pt x="3436" y="13807"/>
                </a:cubicBezTo>
                <a:cubicBezTo>
                  <a:pt x="4045" y="12527"/>
                  <a:pt x="4031" y="8993"/>
                  <a:pt x="3411" y="7722"/>
                </a:cubicBezTo>
                <a:lnTo>
                  <a:pt x="3150" y="7187"/>
                </a:lnTo>
                <a:lnTo>
                  <a:pt x="3293" y="6845"/>
                </a:lnTo>
                <a:cubicBezTo>
                  <a:pt x="3372" y="6654"/>
                  <a:pt x="3526" y="6191"/>
                  <a:pt x="3636" y="5818"/>
                </a:cubicBezTo>
                <a:cubicBezTo>
                  <a:pt x="3809" y="5233"/>
                  <a:pt x="3842" y="4962"/>
                  <a:pt x="3865" y="3889"/>
                </a:cubicBezTo>
                <a:cubicBezTo>
                  <a:pt x="3901" y="2273"/>
                  <a:pt x="3808" y="1460"/>
                  <a:pt x="3492" y="647"/>
                </a:cubicBezTo>
                <a:lnTo>
                  <a:pt x="3238" y="0"/>
                </a:lnTo>
                <a:lnTo>
                  <a:pt x="1970" y="0"/>
                </a:lnTo>
                <a:close/>
                <a:moveTo>
                  <a:pt x="5175" y="0"/>
                </a:moveTo>
                <a:lnTo>
                  <a:pt x="5175" y="8369"/>
                </a:lnTo>
                <a:lnTo>
                  <a:pt x="5175" y="16732"/>
                </a:lnTo>
                <a:lnTo>
                  <a:pt x="5439" y="16732"/>
                </a:lnTo>
                <a:lnTo>
                  <a:pt x="5703" y="16732"/>
                </a:lnTo>
                <a:lnTo>
                  <a:pt x="5718" y="12712"/>
                </a:lnTo>
                <a:lnTo>
                  <a:pt x="5734" y="8699"/>
                </a:lnTo>
                <a:lnTo>
                  <a:pt x="6426" y="8637"/>
                </a:lnTo>
                <a:lnTo>
                  <a:pt x="7118" y="8574"/>
                </a:lnTo>
                <a:lnTo>
                  <a:pt x="7118" y="7597"/>
                </a:lnTo>
                <a:lnTo>
                  <a:pt x="7118" y="6621"/>
                </a:lnTo>
                <a:lnTo>
                  <a:pt x="6426" y="6558"/>
                </a:lnTo>
                <a:lnTo>
                  <a:pt x="5734" y="6496"/>
                </a:lnTo>
                <a:lnTo>
                  <a:pt x="5734" y="4293"/>
                </a:lnTo>
                <a:lnTo>
                  <a:pt x="5734" y="2091"/>
                </a:lnTo>
                <a:lnTo>
                  <a:pt x="6662" y="2028"/>
                </a:lnTo>
                <a:lnTo>
                  <a:pt x="7590" y="1972"/>
                </a:lnTo>
                <a:lnTo>
                  <a:pt x="7590" y="983"/>
                </a:lnTo>
                <a:lnTo>
                  <a:pt x="7590" y="0"/>
                </a:lnTo>
                <a:lnTo>
                  <a:pt x="6383" y="0"/>
                </a:lnTo>
                <a:lnTo>
                  <a:pt x="5175" y="0"/>
                </a:lnTo>
                <a:close/>
                <a:moveTo>
                  <a:pt x="8710" y="467"/>
                </a:moveTo>
                <a:cubicBezTo>
                  <a:pt x="8652" y="452"/>
                  <a:pt x="8584" y="560"/>
                  <a:pt x="8471" y="778"/>
                </a:cubicBezTo>
                <a:cubicBezTo>
                  <a:pt x="8332" y="1046"/>
                  <a:pt x="8297" y="1260"/>
                  <a:pt x="8297" y="1836"/>
                </a:cubicBezTo>
                <a:cubicBezTo>
                  <a:pt x="8297" y="2232"/>
                  <a:pt x="8329" y="2673"/>
                  <a:pt x="8368" y="2819"/>
                </a:cubicBezTo>
                <a:cubicBezTo>
                  <a:pt x="8469" y="3196"/>
                  <a:pt x="8803" y="3146"/>
                  <a:pt x="8912" y="2738"/>
                </a:cubicBezTo>
                <a:cubicBezTo>
                  <a:pt x="9040" y="2261"/>
                  <a:pt x="9027" y="1411"/>
                  <a:pt x="8886" y="884"/>
                </a:cubicBezTo>
                <a:cubicBezTo>
                  <a:pt x="8815" y="619"/>
                  <a:pt x="8768" y="481"/>
                  <a:pt x="8710" y="467"/>
                </a:cubicBezTo>
                <a:close/>
                <a:moveTo>
                  <a:pt x="11126" y="5127"/>
                </a:moveTo>
                <a:cubicBezTo>
                  <a:pt x="10789" y="5118"/>
                  <a:pt x="10449" y="5659"/>
                  <a:pt x="10192" y="6701"/>
                </a:cubicBezTo>
                <a:cubicBezTo>
                  <a:pt x="9564" y="9246"/>
                  <a:pt x="9765" y="13861"/>
                  <a:pt x="10562" y="15213"/>
                </a:cubicBezTo>
                <a:cubicBezTo>
                  <a:pt x="10907" y="15799"/>
                  <a:pt x="11341" y="15750"/>
                  <a:pt x="11674" y="15089"/>
                </a:cubicBezTo>
                <a:cubicBezTo>
                  <a:pt x="11839" y="14761"/>
                  <a:pt x="11961" y="14638"/>
                  <a:pt x="11983" y="14772"/>
                </a:cubicBezTo>
                <a:cubicBezTo>
                  <a:pt x="12050" y="15178"/>
                  <a:pt x="11941" y="17163"/>
                  <a:pt x="11812" y="17889"/>
                </a:cubicBezTo>
                <a:cubicBezTo>
                  <a:pt x="11571" y="19239"/>
                  <a:pt x="11282" y="19534"/>
                  <a:pt x="10682" y="19046"/>
                </a:cubicBezTo>
                <a:cubicBezTo>
                  <a:pt x="10519" y="18915"/>
                  <a:pt x="10494" y="18969"/>
                  <a:pt x="10399" y="19712"/>
                </a:cubicBezTo>
                <a:cubicBezTo>
                  <a:pt x="10342" y="20161"/>
                  <a:pt x="10304" y="20554"/>
                  <a:pt x="10313" y="20583"/>
                </a:cubicBezTo>
                <a:cubicBezTo>
                  <a:pt x="10323" y="20613"/>
                  <a:pt x="10410" y="20795"/>
                  <a:pt x="10507" y="20988"/>
                </a:cubicBezTo>
                <a:cubicBezTo>
                  <a:pt x="10611" y="21194"/>
                  <a:pt x="10829" y="21340"/>
                  <a:pt x="11037" y="21342"/>
                </a:cubicBezTo>
                <a:cubicBezTo>
                  <a:pt x="11622" y="21349"/>
                  <a:pt x="12109" y="20282"/>
                  <a:pt x="12383" y="18387"/>
                </a:cubicBezTo>
                <a:cubicBezTo>
                  <a:pt x="12503" y="17557"/>
                  <a:pt x="12511" y="17160"/>
                  <a:pt x="12529" y="11505"/>
                </a:cubicBezTo>
                <a:lnTo>
                  <a:pt x="12547" y="5507"/>
                </a:lnTo>
                <a:lnTo>
                  <a:pt x="12300" y="5507"/>
                </a:lnTo>
                <a:cubicBezTo>
                  <a:pt x="12140" y="5507"/>
                  <a:pt x="12027" y="5629"/>
                  <a:pt x="11983" y="5855"/>
                </a:cubicBezTo>
                <a:cubicBezTo>
                  <a:pt x="11920" y="6175"/>
                  <a:pt x="11896" y="6169"/>
                  <a:pt x="11714" y="5756"/>
                </a:cubicBezTo>
                <a:cubicBezTo>
                  <a:pt x="11531" y="5341"/>
                  <a:pt x="11329" y="5133"/>
                  <a:pt x="11126" y="5127"/>
                </a:cubicBezTo>
                <a:close/>
                <a:moveTo>
                  <a:pt x="19836" y="5133"/>
                </a:moveTo>
                <a:cubicBezTo>
                  <a:pt x="19700" y="5129"/>
                  <a:pt x="19560" y="5214"/>
                  <a:pt x="19405" y="5382"/>
                </a:cubicBezTo>
                <a:cubicBezTo>
                  <a:pt x="18592" y="6265"/>
                  <a:pt x="18182" y="9626"/>
                  <a:pt x="18460" y="13123"/>
                </a:cubicBezTo>
                <a:cubicBezTo>
                  <a:pt x="18568" y="14480"/>
                  <a:pt x="18908" y="16002"/>
                  <a:pt x="19224" y="16539"/>
                </a:cubicBezTo>
                <a:cubicBezTo>
                  <a:pt x="19606" y="17188"/>
                  <a:pt x="20116" y="17096"/>
                  <a:pt x="20520" y="16302"/>
                </a:cubicBezTo>
                <a:lnTo>
                  <a:pt x="20852" y="15649"/>
                </a:lnTo>
                <a:lnTo>
                  <a:pt x="20907" y="16190"/>
                </a:lnTo>
                <a:cubicBezTo>
                  <a:pt x="20953" y="16644"/>
                  <a:pt x="21001" y="16732"/>
                  <a:pt x="21199" y="16732"/>
                </a:cubicBezTo>
                <a:lnTo>
                  <a:pt x="21436" y="16732"/>
                </a:lnTo>
                <a:lnTo>
                  <a:pt x="21436" y="11119"/>
                </a:lnTo>
                <a:lnTo>
                  <a:pt x="21436" y="5507"/>
                </a:lnTo>
                <a:lnTo>
                  <a:pt x="21170" y="5507"/>
                </a:lnTo>
                <a:cubicBezTo>
                  <a:pt x="20953" y="5507"/>
                  <a:pt x="20907" y="5573"/>
                  <a:pt x="20907" y="5905"/>
                </a:cubicBezTo>
                <a:cubicBezTo>
                  <a:pt x="20907" y="6576"/>
                  <a:pt x="20854" y="6579"/>
                  <a:pt x="20535" y="5924"/>
                </a:cubicBezTo>
                <a:cubicBezTo>
                  <a:pt x="20277" y="5395"/>
                  <a:pt x="20062" y="5141"/>
                  <a:pt x="19836" y="5133"/>
                </a:cubicBezTo>
                <a:close/>
                <a:moveTo>
                  <a:pt x="14827" y="5152"/>
                </a:moveTo>
                <a:cubicBezTo>
                  <a:pt x="14638" y="5146"/>
                  <a:pt x="14446" y="5353"/>
                  <a:pt x="14263" y="5768"/>
                </a:cubicBezTo>
                <a:cubicBezTo>
                  <a:pt x="14093" y="6153"/>
                  <a:pt x="14067" y="6164"/>
                  <a:pt x="14036" y="5855"/>
                </a:cubicBezTo>
                <a:cubicBezTo>
                  <a:pt x="14011" y="5611"/>
                  <a:pt x="13924" y="5507"/>
                  <a:pt x="13742" y="5507"/>
                </a:cubicBezTo>
                <a:lnTo>
                  <a:pt x="13483" y="5507"/>
                </a:lnTo>
                <a:lnTo>
                  <a:pt x="13483" y="11119"/>
                </a:lnTo>
                <a:lnTo>
                  <a:pt x="13483" y="16732"/>
                </a:lnTo>
                <a:lnTo>
                  <a:pt x="13747" y="16732"/>
                </a:lnTo>
                <a:lnTo>
                  <a:pt x="14012" y="16732"/>
                </a:lnTo>
                <a:lnTo>
                  <a:pt x="14014" y="13378"/>
                </a:lnTo>
                <a:cubicBezTo>
                  <a:pt x="14015" y="11531"/>
                  <a:pt x="14038" y="9637"/>
                  <a:pt x="14067" y="9172"/>
                </a:cubicBezTo>
                <a:cubicBezTo>
                  <a:pt x="14172" y="7486"/>
                  <a:pt x="14579" y="6649"/>
                  <a:pt x="14947" y="7361"/>
                </a:cubicBezTo>
                <a:cubicBezTo>
                  <a:pt x="15264" y="7974"/>
                  <a:pt x="15307" y="8596"/>
                  <a:pt x="15324" y="12762"/>
                </a:cubicBezTo>
                <a:cubicBezTo>
                  <a:pt x="15333" y="15078"/>
                  <a:pt x="15360" y="16512"/>
                  <a:pt x="15397" y="16514"/>
                </a:cubicBezTo>
                <a:cubicBezTo>
                  <a:pt x="15429" y="16516"/>
                  <a:pt x="15560" y="16579"/>
                  <a:pt x="15685" y="16657"/>
                </a:cubicBezTo>
                <a:lnTo>
                  <a:pt x="15913" y="16800"/>
                </a:lnTo>
                <a:lnTo>
                  <a:pt x="15871" y="14890"/>
                </a:lnTo>
                <a:cubicBezTo>
                  <a:pt x="15848" y="13839"/>
                  <a:pt x="15848" y="12031"/>
                  <a:pt x="15871" y="10870"/>
                </a:cubicBezTo>
                <a:cubicBezTo>
                  <a:pt x="15909" y="8973"/>
                  <a:pt x="15929" y="8683"/>
                  <a:pt x="16082" y="8033"/>
                </a:cubicBezTo>
                <a:cubicBezTo>
                  <a:pt x="16292" y="7138"/>
                  <a:pt x="16485" y="6945"/>
                  <a:pt x="16748" y="7355"/>
                </a:cubicBezTo>
                <a:cubicBezTo>
                  <a:pt x="17121" y="7937"/>
                  <a:pt x="17162" y="8441"/>
                  <a:pt x="17186" y="12650"/>
                </a:cubicBezTo>
                <a:cubicBezTo>
                  <a:pt x="17200" y="15152"/>
                  <a:pt x="17229" y="16456"/>
                  <a:pt x="17274" y="16564"/>
                </a:cubicBezTo>
                <a:cubicBezTo>
                  <a:pt x="17311" y="16653"/>
                  <a:pt x="17430" y="16730"/>
                  <a:pt x="17539" y="16732"/>
                </a:cubicBezTo>
                <a:lnTo>
                  <a:pt x="17737" y="16732"/>
                </a:lnTo>
                <a:lnTo>
                  <a:pt x="17715" y="12382"/>
                </a:lnTo>
                <a:cubicBezTo>
                  <a:pt x="17696" y="8494"/>
                  <a:pt x="17682" y="7943"/>
                  <a:pt x="17572" y="7156"/>
                </a:cubicBezTo>
                <a:cubicBezTo>
                  <a:pt x="17276" y="5035"/>
                  <a:pt x="16372" y="4589"/>
                  <a:pt x="15886" y="6322"/>
                </a:cubicBezTo>
                <a:lnTo>
                  <a:pt x="15727" y="6888"/>
                </a:lnTo>
                <a:lnTo>
                  <a:pt x="15518" y="6204"/>
                </a:lnTo>
                <a:cubicBezTo>
                  <a:pt x="15307" y="5513"/>
                  <a:pt x="15070" y="5160"/>
                  <a:pt x="14827" y="5152"/>
                </a:cubicBezTo>
                <a:close/>
                <a:moveTo>
                  <a:pt x="8356" y="5507"/>
                </a:moveTo>
                <a:lnTo>
                  <a:pt x="8356" y="10995"/>
                </a:lnTo>
                <a:lnTo>
                  <a:pt x="8356" y="16483"/>
                </a:lnTo>
                <a:lnTo>
                  <a:pt x="8547" y="16576"/>
                </a:lnTo>
                <a:cubicBezTo>
                  <a:pt x="8987" y="16780"/>
                  <a:pt x="8946" y="17354"/>
                  <a:pt x="8946" y="11119"/>
                </a:cubicBezTo>
                <a:lnTo>
                  <a:pt x="8946" y="5507"/>
                </a:lnTo>
                <a:lnTo>
                  <a:pt x="8650" y="5507"/>
                </a:lnTo>
                <a:lnTo>
                  <a:pt x="8356" y="5507"/>
                </a:lnTo>
                <a:close/>
                <a:moveTo>
                  <a:pt x="11176" y="7187"/>
                </a:moveTo>
                <a:cubicBezTo>
                  <a:pt x="11718" y="7010"/>
                  <a:pt x="12189" y="9793"/>
                  <a:pt x="11908" y="11829"/>
                </a:cubicBezTo>
                <a:cubicBezTo>
                  <a:pt x="11845" y="12285"/>
                  <a:pt x="11705" y="12881"/>
                  <a:pt x="11598" y="13154"/>
                </a:cubicBezTo>
                <a:cubicBezTo>
                  <a:pt x="11180" y="14214"/>
                  <a:pt x="10654" y="13529"/>
                  <a:pt x="10454" y="11667"/>
                </a:cubicBezTo>
                <a:cubicBezTo>
                  <a:pt x="10329" y="10496"/>
                  <a:pt x="10334" y="9730"/>
                  <a:pt x="10474" y="8873"/>
                </a:cubicBezTo>
                <a:cubicBezTo>
                  <a:pt x="10606" y="8065"/>
                  <a:pt x="10794" y="7560"/>
                  <a:pt x="11067" y="7268"/>
                </a:cubicBezTo>
                <a:cubicBezTo>
                  <a:pt x="11103" y="7228"/>
                  <a:pt x="11140" y="7199"/>
                  <a:pt x="11176" y="7187"/>
                </a:cubicBezTo>
                <a:close/>
                <a:moveTo>
                  <a:pt x="19826" y="7280"/>
                </a:moveTo>
                <a:cubicBezTo>
                  <a:pt x="19897" y="7271"/>
                  <a:pt x="19977" y="7291"/>
                  <a:pt x="20068" y="7330"/>
                </a:cubicBezTo>
                <a:cubicBezTo>
                  <a:pt x="20292" y="7424"/>
                  <a:pt x="20383" y="7603"/>
                  <a:pt x="20561" y="8319"/>
                </a:cubicBezTo>
                <a:cubicBezTo>
                  <a:pt x="21078" y="10388"/>
                  <a:pt x="20965" y="13260"/>
                  <a:pt x="20319" y="14479"/>
                </a:cubicBezTo>
                <a:cubicBezTo>
                  <a:pt x="19771" y="15514"/>
                  <a:pt x="19243" y="14725"/>
                  <a:pt x="18995" y="12501"/>
                </a:cubicBezTo>
                <a:cubicBezTo>
                  <a:pt x="18815" y="10895"/>
                  <a:pt x="18914" y="9398"/>
                  <a:pt x="19278" y="8201"/>
                </a:cubicBezTo>
                <a:cubicBezTo>
                  <a:pt x="19472" y="7567"/>
                  <a:pt x="19613" y="7306"/>
                  <a:pt x="19826" y="728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스크린샷 2025-04-21 오후 8.49.10.png" descr="스크린샷 2025-04-21 오후 8.49.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371" y="618660"/>
            <a:ext cx="11672080" cy="12117438"/>
          </a:xfrm>
          <a:prstGeom prst="rect">
            <a:avLst/>
          </a:prstGeom>
          <a:ln w="12700">
            <a:miter lim="400000"/>
          </a:ln>
        </p:spPr>
      </p:pic>
      <p:sp>
        <p:nvSpPr>
          <p:cNvPr id="1206" name="프로젝트 진행 계획"/>
          <p:cNvSpPr txBox="1"/>
          <p:nvPr/>
        </p:nvSpPr>
        <p:spPr>
          <a:xfrm>
            <a:off x="1450549" y="6374759"/>
            <a:ext cx="5430993" cy="966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계획</a:t>
            </a:r>
            <a:endParaRPr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" name="붙여넣은 동영상.png" descr="붙여넣은 동영상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72" y="4486526"/>
            <a:ext cx="24396743" cy="9275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9" name="스크린샷 2025-04-21 오후 7.34.00.png" descr="스크린샷 2025-04-21 오후 7.34.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1764" y="2172734"/>
            <a:ext cx="10042056" cy="7274149"/>
          </a:xfrm>
          <a:prstGeom prst="rect">
            <a:avLst/>
          </a:prstGeom>
          <a:ln w="12700">
            <a:miter lim="400000"/>
          </a:ln>
        </p:spPr>
      </p:pic>
      <p:sp>
        <p:nvSpPr>
          <p:cNvPr id="1210" name="프로젝트 방향성"/>
          <p:cNvSpPr txBox="1"/>
          <p:nvPr/>
        </p:nvSpPr>
        <p:spPr>
          <a:xfrm>
            <a:off x="599140" y="627244"/>
            <a:ext cx="4618211" cy="966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56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방향성</a:t>
            </a:r>
            <a:endParaRPr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그림 4" descr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5" y="0"/>
            <a:ext cx="24384003" cy="1371600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21" name="그룹 5"/>
          <p:cNvGrpSpPr/>
          <p:nvPr/>
        </p:nvGrpSpPr>
        <p:grpSpPr>
          <a:xfrm>
            <a:off x="0" y="0"/>
            <a:ext cx="24384000" cy="13716000"/>
            <a:chOff x="0" y="0"/>
            <a:chExt cx="24384000" cy="13716000"/>
          </a:xfrm>
        </p:grpSpPr>
        <p:sp>
          <p:nvSpPr>
            <p:cNvPr id="1213" name="직사각형 6"/>
            <p:cNvSpPr/>
            <p:nvPr/>
          </p:nvSpPr>
          <p:spPr>
            <a:xfrm>
              <a:off x="0" y="0"/>
              <a:ext cx="24384000" cy="13716000"/>
            </a:xfrm>
            <a:prstGeom prst="rect">
              <a:avLst/>
            </a:prstGeom>
            <a:solidFill>
              <a:srgbClr val="1D3661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endParaRPr/>
            </a:p>
          </p:txBody>
        </p:sp>
        <p:grpSp>
          <p:nvGrpSpPr>
            <p:cNvPr id="1217" name="그룹 7"/>
            <p:cNvGrpSpPr/>
            <p:nvPr/>
          </p:nvGrpSpPr>
          <p:grpSpPr>
            <a:xfrm>
              <a:off x="1430079" y="1996195"/>
              <a:ext cx="9738910" cy="10080626"/>
              <a:chOff x="0" y="0"/>
              <a:chExt cx="9738908" cy="10080624"/>
            </a:xfrm>
          </p:grpSpPr>
          <p:sp>
            <p:nvSpPr>
              <p:cNvPr id="1214" name="직사각형 12"/>
              <p:cNvSpPr/>
              <p:nvPr/>
            </p:nvSpPr>
            <p:spPr>
              <a:xfrm>
                <a:off x="74569" y="-1"/>
                <a:ext cx="9589773" cy="10080626"/>
              </a:xfrm>
              <a:prstGeom prst="rect">
                <a:avLst/>
              </a:prstGeom>
              <a:solidFill>
                <a:srgbClr val="3B383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215" name="직사각형 13"/>
              <p:cNvSpPr/>
              <p:nvPr/>
            </p:nvSpPr>
            <p:spPr>
              <a:xfrm>
                <a:off x="9666908" y="-1"/>
                <a:ext cx="72001" cy="10080626"/>
              </a:xfrm>
              <a:prstGeom prst="rect">
                <a:avLst/>
              </a:prstGeom>
              <a:solidFill>
                <a:srgbClr val="FFC000">
                  <a:alpha val="8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  <p:sp>
            <p:nvSpPr>
              <p:cNvPr id="1216" name="직사각형 14"/>
              <p:cNvSpPr/>
              <p:nvPr/>
            </p:nvSpPr>
            <p:spPr>
              <a:xfrm>
                <a:off x="-1" y="-1"/>
                <a:ext cx="72001" cy="10080626"/>
              </a:xfrm>
              <a:prstGeom prst="rect">
                <a:avLst/>
              </a:prstGeom>
              <a:solidFill>
                <a:srgbClr val="00FFFF">
                  <a:alpha val="8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  <p:grpSp>
          <p:nvGrpSpPr>
            <p:cNvPr id="1220" name="그룹 8"/>
            <p:cNvGrpSpPr/>
            <p:nvPr/>
          </p:nvGrpSpPr>
          <p:grpSpPr>
            <a:xfrm>
              <a:off x="2090583" y="5723629"/>
              <a:ext cx="8296034" cy="2327030"/>
              <a:chOff x="0" y="0"/>
              <a:chExt cx="8296032" cy="2327028"/>
            </a:xfrm>
          </p:grpSpPr>
          <p:sp>
            <p:nvSpPr>
              <p:cNvPr id="1218" name="TextBox 9"/>
              <p:cNvSpPr/>
              <p:nvPr/>
            </p:nvSpPr>
            <p:spPr>
              <a:xfrm>
                <a:off x="0" y="0"/>
                <a:ext cx="8296033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defTabSz="1828800">
                  <a:lnSpc>
                    <a:spcPct val="100000"/>
                  </a:lnSpc>
                  <a:spcBef>
                    <a:spcPts val="0"/>
                  </a:spcBef>
                  <a:defRPr sz="10800" spc="-300">
                    <a:ln w="9525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</a:ln>
                    <a:solidFill>
                      <a:srgbClr val="FFFFFF"/>
                    </a:solidFill>
                    <a:latin typeface="나눔고딕"/>
                    <a:ea typeface="나눔고딕"/>
                    <a:cs typeface="나눔고딕"/>
                    <a:sym typeface="나눔고딕"/>
                  </a:defRPr>
                </a:lvl1pPr>
              </a:lstStyle>
              <a:p>
                <a:r>
                  <a:t>QnA</a:t>
                </a:r>
              </a:p>
            </p:txBody>
          </p:sp>
          <p:sp>
            <p:nvSpPr>
              <p:cNvPr id="1219" name="자유형 7"/>
              <p:cNvSpPr/>
              <p:nvPr/>
            </p:nvSpPr>
            <p:spPr>
              <a:xfrm>
                <a:off x="43376" y="2327028"/>
                <a:ext cx="8209281" cy="1"/>
              </a:xfrm>
              <a:prstGeom prst="line">
                <a:avLst/>
              </a:prstGeom>
              <a:noFill/>
              <a:ln w="25400" cap="flat">
                <a:solidFill>
                  <a:srgbClr val="FFFFFF"/>
                </a:solidFill>
                <a:prstDash val="sysDot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18288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나눔고딕"/>
                    <a:ea typeface="나눔고딕"/>
                    <a:cs typeface="나눔고딕"/>
                    <a:sym typeface="나눔고딕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1601</Words>
  <Application>Microsoft Macintosh PowerPoint</Application>
  <PresentationFormat>사용자 지정</PresentationFormat>
  <Paragraphs>161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NanumGothic</vt:lpstr>
      <vt:lpstr>NanumGothic</vt:lpstr>
      <vt:lpstr>Arial</vt:lpstr>
      <vt:lpstr>Helvetica Neue</vt:lpstr>
      <vt:lpstr>Helvetica Neue Medium</vt:lpstr>
      <vt:lpstr>21_BasicWhite</vt:lpstr>
      <vt:lpstr>PowerPoint 프레젠테이션</vt:lpstr>
      <vt:lpstr>목차 및 팀원 소개</vt:lpstr>
      <vt:lpstr>PowerPoint 프레젠테이션</vt:lpstr>
      <vt:lpstr>PowerPoint 프레젠테이션</vt:lpstr>
      <vt:lpstr>PowerPoint 프레젠테이션</vt:lpstr>
      <vt:lpstr>프로젝트 소개</vt:lpstr>
      <vt:lpstr>프로젝트 주요기능</vt:lpstr>
      <vt:lpstr>PowerPoint 프레젠테이션</vt:lpstr>
      <vt:lpstr>PowerPoint 프레젠테이션</vt:lpstr>
      <vt:lpstr>PowerPoint 프레젠테이션</vt:lpstr>
      <vt:lpstr>레퍼런스 조사 및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하빈 송</cp:lastModifiedBy>
  <cp:revision>5</cp:revision>
  <dcterms:modified xsi:type="dcterms:W3CDTF">2025-04-21T13:19:00Z</dcterms:modified>
</cp:coreProperties>
</file>